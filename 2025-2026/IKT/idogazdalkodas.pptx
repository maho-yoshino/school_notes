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7F640B-27DC-4863-A1D9-0C5136BE983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1720ACA-E485-40CD-A064-C492B346C8A4}">
      <dgm:prSet/>
      <dgm:spPr/>
      <dgm:t>
        <a:bodyPr/>
        <a:lstStyle/>
        <a:p>
          <a:r>
            <a:rPr lang="en-DE"/>
            <a:t>Időnk tudatos beosztása</a:t>
          </a:r>
          <a:endParaRPr lang="en-US"/>
        </a:p>
      </dgm:t>
    </dgm:pt>
    <dgm:pt modelId="{DB18581F-4A61-47DF-8386-5F5B911F8624}" type="parTrans" cxnId="{0C31014C-C38A-4CD4-B650-97DC56D2F68C}">
      <dgm:prSet/>
      <dgm:spPr/>
      <dgm:t>
        <a:bodyPr/>
        <a:lstStyle/>
        <a:p>
          <a:endParaRPr lang="en-US"/>
        </a:p>
      </dgm:t>
    </dgm:pt>
    <dgm:pt modelId="{C79C3F54-C695-43D0-909C-C3B101CD82E9}" type="sibTrans" cxnId="{0C31014C-C38A-4CD4-B650-97DC56D2F68C}">
      <dgm:prSet/>
      <dgm:spPr/>
      <dgm:t>
        <a:bodyPr/>
        <a:lstStyle/>
        <a:p>
          <a:endParaRPr lang="en-US"/>
        </a:p>
      </dgm:t>
    </dgm:pt>
    <dgm:pt modelId="{C4F6B9A7-D9EC-4167-BD4A-84BAEF9AC5DF}">
      <dgm:prSet/>
      <dgm:spPr/>
      <dgm:t>
        <a:bodyPr/>
        <a:lstStyle/>
        <a:p>
          <a:r>
            <a:rPr lang="en-DE"/>
            <a:t>Feladatok hatékony elvégzése</a:t>
          </a:r>
          <a:endParaRPr lang="en-US"/>
        </a:p>
      </dgm:t>
    </dgm:pt>
    <dgm:pt modelId="{699DCC34-C9DA-4399-943E-CDCF6C9521E2}" type="parTrans" cxnId="{69976CD7-1DDE-47DC-8F3C-DD982D847760}">
      <dgm:prSet/>
      <dgm:spPr/>
      <dgm:t>
        <a:bodyPr/>
        <a:lstStyle/>
        <a:p>
          <a:endParaRPr lang="en-US"/>
        </a:p>
      </dgm:t>
    </dgm:pt>
    <dgm:pt modelId="{5EF59BAC-5E97-4448-8E81-3B3150842087}" type="sibTrans" cxnId="{69976CD7-1DDE-47DC-8F3C-DD982D847760}">
      <dgm:prSet/>
      <dgm:spPr/>
      <dgm:t>
        <a:bodyPr/>
        <a:lstStyle/>
        <a:p>
          <a:endParaRPr lang="en-US"/>
        </a:p>
      </dgm:t>
    </dgm:pt>
    <dgm:pt modelId="{AB49B023-1C89-4C6A-8B34-6602B3E73707}">
      <dgm:prSet/>
      <dgm:spPr/>
      <dgm:t>
        <a:bodyPr/>
        <a:lstStyle/>
        <a:p>
          <a:r>
            <a:rPr lang="en-DE"/>
            <a:t>Teendők rendezésére</a:t>
          </a:r>
          <a:endParaRPr lang="en-US"/>
        </a:p>
      </dgm:t>
    </dgm:pt>
    <dgm:pt modelId="{955B2751-4FBF-4859-A288-FFDC239EDAD7}" type="parTrans" cxnId="{D592E866-C40E-4ED1-BDBB-7C264DFC4790}">
      <dgm:prSet/>
      <dgm:spPr/>
      <dgm:t>
        <a:bodyPr/>
        <a:lstStyle/>
        <a:p>
          <a:endParaRPr lang="en-US"/>
        </a:p>
      </dgm:t>
    </dgm:pt>
    <dgm:pt modelId="{5CACC33B-DB0A-42F9-B8C1-EEB84F8828C1}" type="sibTrans" cxnId="{D592E866-C40E-4ED1-BDBB-7C264DFC4790}">
      <dgm:prSet/>
      <dgm:spPr/>
      <dgm:t>
        <a:bodyPr/>
        <a:lstStyle/>
        <a:p>
          <a:endParaRPr lang="en-US"/>
        </a:p>
      </dgm:t>
    </dgm:pt>
    <dgm:pt modelId="{CC8A657C-72DE-4CC1-B9F1-B2466021AE37}" type="pres">
      <dgm:prSet presAssocID="{6D7F640B-27DC-4863-A1D9-0C5136BE983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98A6D25-89E1-48F4-BC1F-E62BF7EF0180}" type="pres">
      <dgm:prSet presAssocID="{D1720ACA-E485-40CD-A064-C492B346C8A4}" presName="hierRoot1" presStyleCnt="0"/>
      <dgm:spPr/>
    </dgm:pt>
    <dgm:pt modelId="{277D7B77-72EB-45AA-B726-5DD6EA69267B}" type="pres">
      <dgm:prSet presAssocID="{D1720ACA-E485-40CD-A064-C492B346C8A4}" presName="composite" presStyleCnt="0"/>
      <dgm:spPr/>
    </dgm:pt>
    <dgm:pt modelId="{0833C666-798D-42EB-91E7-FDED5B228CFC}" type="pres">
      <dgm:prSet presAssocID="{D1720ACA-E485-40CD-A064-C492B346C8A4}" presName="background" presStyleLbl="node0" presStyleIdx="0" presStyleCnt="3"/>
      <dgm:spPr/>
    </dgm:pt>
    <dgm:pt modelId="{9BA780C7-9E59-4105-8B31-8F2EB6D3631B}" type="pres">
      <dgm:prSet presAssocID="{D1720ACA-E485-40CD-A064-C492B346C8A4}" presName="text" presStyleLbl="fgAcc0" presStyleIdx="0" presStyleCnt="3">
        <dgm:presLayoutVars>
          <dgm:chPref val="3"/>
        </dgm:presLayoutVars>
      </dgm:prSet>
      <dgm:spPr/>
    </dgm:pt>
    <dgm:pt modelId="{833963D9-C315-4554-9AD7-7BBA071ABEB4}" type="pres">
      <dgm:prSet presAssocID="{D1720ACA-E485-40CD-A064-C492B346C8A4}" presName="hierChild2" presStyleCnt="0"/>
      <dgm:spPr/>
    </dgm:pt>
    <dgm:pt modelId="{29DAB09D-2709-44DE-8229-59D783C2CFB5}" type="pres">
      <dgm:prSet presAssocID="{C4F6B9A7-D9EC-4167-BD4A-84BAEF9AC5DF}" presName="hierRoot1" presStyleCnt="0"/>
      <dgm:spPr/>
    </dgm:pt>
    <dgm:pt modelId="{C518F609-6137-4A87-970E-889A7455D05D}" type="pres">
      <dgm:prSet presAssocID="{C4F6B9A7-D9EC-4167-BD4A-84BAEF9AC5DF}" presName="composite" presStyleCnt="0"/>
      <dgm:spPr/>
    </dgm:pt>
    <dgm:pt modelId="{49613A84-8962-4B9C-84CB-9F05E4ED3430}" type="pres">
      <dgm:prSet presAssocID="{C4F6B9A7-D9EC-4167-BD4A-84BAEF9AC5DF}" presName="background" presStyleLbl="node0" presStyleIdx="1" presStyleCnt="3"/>
      <dgm:spPr/>
    </dgm:pt>
    <dgm:pt modelId="{CA214540-033E-44C3-B01F-6A5EE167D828}" type="pres">
      <dgm:prSet presAssocID="{C4F6B9A7-D9EC-4167-BD4A-84BAEF9AC5DF}" presName="text" presStyleLbl="fgAcc0" presStyleIdx="1" presStyleCnt="3">
        <dgm:presLayoutVars>
          <dgm:chPref val="3"/>
        </dgm:presLayoutVars>
      </dgm:prSet>
      <dgm:spPr/>
    </dgm:pt>
    <dgm:pt modelId="{8D4D4987-FDAF-4C94-9B22-13D61AE0FB8A}" type="pres">
      <dgm:prSet presAssocID="{C4F6B9A7-D9EC-4167-BD4A-84BAEF9AC5DF}" presName="hierChild2" presStyleCnt="0"/>
      <dgm:spPr/>
    </dgm:pt>
    <dgm:pt modelId="{9CA7239D-B282-460F-A1AF-5F1278032D64}" type="pres">
      <dgm:prSet presAssocID="{AB49B023-1C89-4C6A-8B34-6602B3E73707}" presName="hierRoot1" presStyleCnt="0"/>
      <dgm:spPr/>
    </dgm:pt>
    <dgm:pt modelId="{5EEEB0D3-EB29-4E71-B554-0768E2E24128}" type="pres">
      <dgm:prSet presAssocID="{AB49B023-1C89-4C6A-8B34-6602B3E73707}" presName="composite" presStyleCnt="0"/>
      <dgm:spPr/>
    </dgm:pt>
    <dgm:pt modelId="{B9ADAC34-A4A7-43D9-9B41-A5A7F36DD3FD}" type="pres">
      <dgm:prSet presAssocID="{AB49B023-1C89-4C6A-8B34-6602B3E73707}" presName="background" presStyleLbl="node0" presStyleIdx="2" presStyleCnt="3"/>
      <dgm:spPr/>
    </dgm:pt>
    <dgm:pt modelId="{E2EDB55D-571E-48C3-AD9C-82225BFF3674}" type="pres">
      <dgm:prSet presAssocID="{AB49B023-1C89-4C6A-8B34-6602B3E73707}" presName="text" presStyleLbl="fgAcc0" presStyleIdx="2" presStyleCnt="3">
        <dgm:presLayoutVars>
          <dgm:chPref val="3"/>
        </dgm:presLayoutVars>
      </dgm:prSet>
      <dgm:spPr/>
    </dgm:pt>
    <dgm:pt modelId="{B231E7B2-927B-4A2E-8915-EA065AA9F031}" type="pres">
      <dgm:prSet presAssocID="{AB49B023-1C89-4C6A-8B34-6602B3E73707}" presName="hierChild2" presStyleCnt="0"/>
      <dgm:spPr/>
    </dgm:pt>
  </dgm:ptLst>
  <dgm:cxnLst>
    <dgm:cxn modelId="{D592E866-C40E-4ED1-BDBB-7C264DFC4790}" srcId="{6D7F640B-27DC-4863-A1D9-0C5136BE983A}" destId="{AB49B023-1C89-4C6A-8B34-6602B3E73707}" srcOrd="2" destOrd="0" parTransId="{955B2751-4FBF-4859-A288-FFDC239EDAD7}" sibTransId="{5CACC33B-DB0A-42F9-B8C1-EEB84F8828C1}"/>
    <dgm:cxn modelId="{0C31014C-C38A-4CD4-B650-97DC56D2F68C}" srcId="{6D7F640B-27DC-4863-A1D9-0C5136BE983A}" destId="{D1720ACA-E485-40CD-A064-C492B346C8A4}" srcOrd="0" destOrd="0" parTransId="{DB18581F-4A61-47DF-8386-5F5B911F8624}" sibTransId="{C79C3F54-C695-43D0-909C-C3B101CD82E9}"/>
    <dgm:cxn modelId="{DA889976-E5AA-4596-BB8D-A20C9FF67E93}" type="presOf" srcId="{6D7F640B-27DC-4863-A1D9-0C5136BE983A}" destId="{CC8A657C-72DE-4CC1-B9F1-B2466021AE37}" srcOrd="0" destOrd="0" presId="urn:microsoft.com/office/officeart/2005/8/layout/hierarchy1"/>
    <dgm:cxn modelId="{80E15593-C61A-44CE-9FB5-8668E641E4AB}" type="presOf" srcId="{D1720ACA-E485-40CD-A064-C492B346C8A4}" destId="{9BA780C7-9E59-4105-8B31-8F2EB6D3631B}" srcOrd="0" destOrd="0" presId="urn:microsoft.com/office/officeart/2005/8/layout/hierarchy1"/>
    <dgm:cxn modelId="{855B8CBF-344B-4B73-B76E-FCE00CEEC388}" type="presOf" srcId="{AB49B023-1C89-4C6A-8B34-6602B3E73707}" destId="{E2EDB55D-571E-48C3-AD9C-82225BFF3674}" srcOrd="0" destOrd="0" presId="urn:microsoft.com/office/officeart/2005/8/layout/hierarchy1"/>
    <dgm:cxn modelId="{69976CD7-1DDE-47DC-8F3C-DD982D847760}" srcId="{6D7F640B-27DC-4863-A1D9-0C5136BE983A}" destId="{C4F6B9A7-D9EC-4167-BD4A-84BAEF9AC5DF}" srcOrd="1" destOrd="0" parTransId="{699DCC34-C9DA-4399-943E-CDCF6C9521E2}" sibTransId="{5EF59BAC-5E97-4448-8E81-3B3150842087}"/>
    <dgm:cxn modelId="{C7AF7AFC-82BE-401C-9BBC-5D15953CC247}" type="presOf" srcId="{C4F6B9A7-D9EC-4167-BD4A-84BAEF9AC5DF}" destId="{CA214540-033E-44C3-B01F-6A5EE167D828}" srcOrd="0" destOrd="0" presId="urn:microsoft.com/office/officeart/2005/8/layout/hierarchy1"/>
    <dgm:cxn modelId="{AF858A95-D885-4734-8C8C-F5B0CB84B006}" type="presParOf" srcId="{CC8A657C-72DE-4CC1-B9F1-B2466021AE37}" destId="{D98A6D25-89E1-48F4-BC1F-E62BF7EF0180}" srcOrd="0" destOrd="0" presId="urn:microsoft.com/office/officeart/2005/8/layout/hierarchy1"/>
    <dgm:cxn modelId="{4D06CDCC-DBA8-4941-B952-7CADA0B29F32}" type="presParOf" srcId="{D98A6D25-89E1-48F4-BC1F-E62BF7EF0180}" destId="{277D7B77-72EB-45AA-B726-5DD6EA69267B}" srcOrd="0" destOrd="0" presId="urn:microsoft.com/office/officeart/2005/8/layout/hierarchy1"/>
    <dgm:cxn modelId="{EE54EA38-5F57-4FB9-AA33-CA1DD22887A3}" type="presParOf" srcId="{277D7B77-72EB-45AA-B726-5DD6EA69267B}" destId="{0833C666-798D-42EB-91E7-FDED5B228CFC}" srcOrd="0" destOrd="0" presId="urn:microsoft.com/office/officeart/2005/8/layout/hierarchy1"/>
    <dgm:cxn modelId="{612C79CD-9ACA-4C07-87D3-A873777D53F6}" type="presParOf" srcId="{277D7B77-72EB-45AA-B726-5DD6EA69267B}" destId="{9BA780C7-9E59-4105-8B31-8F2EB6D3631B}" srcOrd="1" destOrd="0" presId="urn:microsoft.com/office/officeart/2005/8/layout/hierarchy1"/>
    <dgm:cxn modelId="{FF8EDE59-88B2-4046-9022-468589AA4955}" type="presParOf" srcId="{D98A6D25-89E1-48F4-BC1F-E62BF7EF0180}" destId="{833963D9-C315-4554-9AD7-7BBA071ABEB4}" srcOrd="1" destOrd="0" presId="urn:microsoft.com/office/officeart/2005/8/layout/hierarchy1"/>
    <dgm:cxn modelId="{103E3DD1-323C-42E9-9B1A-232F78C9C89F}" type="presParOf" srcId="{CC8A657C-72DE-4CC1-B9F1-B2466021AE37}" destId="{29DAB09D-2709-44DE-8229-59D783C2CFB5}" srcOrd="1" destOrd="0" presId="urn:microsoft.com/office/officeart/2005/8/layout/hierarchy1"/>
    <dgm:cxn modelId="{184BCBF7-EAC5-4D00-9872-7BB18266696A}" type="presParOf" srcId="{29DAB09D-2709-44DE-8229-59D783C2CFB5}" destId="{C518F609-6137-4A87-970E-889A7455D05D}" srcOrd="0" destOrd="0" presId="urn:microsoft.com/office/officeart/2005/8/layout/hierarchy1"/>
    <dgm:cxn modelId="{87D2667B-E815-4FE2-B555-8583C1D5626D}" type="presParOf" srcId="{C518F609-6137-4A87-970E-889A7455D05D}" destId="{49613A84-8962-4B9C-84CB-9F05E4ED3430}" srcOrd="0" destOrd="0" presId="urn:microsoft.com/office/officeart/2005/8/layout/hierarchy1"/>
    <dgm:cxn modelId="{8EF30984-C9D4-4C40-A2FB-A46B8F3655D7}" type="presParOf" srcId="{C518F609-6137-4A87-970E-889A7455D05D}" destId="{CA214540-033E-44C3-B01F-6A5EE167D828}" srcOrd="1" destOrd="0" presId="urn:microsoft.com/office/officeart/2005/8/layout/hierarchy1"/>
    <dgm:cxn modelId="{1215EF3C-46F7-433D-8FE1-2A440DCFBBCE}" type="presParOf" srcId="{29DAB09D-2709-44DE-8229-59D783C2CFB5}" destId="{8D4D4987-FDAF-4C94-9B22-13D61AE0FB8A}" srcOrd="1" destOrd="0" presId="urn:microsoft.com/office/officeart/2005/8/layout/hierarchy1"/>
    <dgm:cxn modelId="{77C5718A-7674-4936-95D0-E7932BB97643}" type="presParOf" srcId="{CC8A657C-72DE-4CC1-B9F1-B2466021AE37}" destId="{9CA7239D-B282-460F-A1AF-5F1278032D64}" srcOrd="2" destOrd="0" presId="urn:microsoft.com/office/officeart/2005/8/layout/hierarchy1"/>
    <dgm:cxn modelId="{A335D03E-7ED2-4305-8912-2398BA3211C9}" type="presParOf" srcId="{9CA7239D-B282-460F-A1AF-5F1278032D64}" destId="{5EEEB0D3-EB29-4E71-B554-0768E2E24128}" srcOrd="0" destOrd="0" presId="urn:microsoft.com/office/officeart/2005/8/layout/hierarchy1"/>
    <dgm:cxn modelId="{8E7050CC-85DE-4CEB-9C47-B97BE4B25144}" type="presParOf" srcId="{5EEEB0D3-EB29-4E71-B554-0768E2E24128}" destId="{B9ADAC34-A4A7-43D9-9B41-A5A7F36DD3FD}" srcOrd="0" destOrd="0" presId="urn:microsoft.com/office/officeart/2005/8/layout/hierarchy1"/>
    <dgm:cxn modelId="{5247AA9A-2403-4EC4-8447-92B2C5645A25}" type="presParOf" srcId="{5EEEB0D3-EB29-4E71-B554-0768E2E24128}" destId="{E2EDB55D-571E-48C3-AD9C-82225BFF3674}" srcOrd="1" destOrd="0" presId="urn:microsoft.com/office/officeart/2005/8/layout/hierarchy1"/>
    <dgm:cxn modelId="{794906FA-E88B-409D-B5F8-E558AA2F8DB5}" type="presParOf" srcId="{9CA7239D-B282-460F-A1AF-5F1278032D64}" destId="{B231E7B2-927B-4A2E-8915-EA065AA9F03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80682F-38C6-4301-B7CD-E83BCD6BB4C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246D4C8-4FB3-4DAB-AB02-5EB1FA0453EF}">
      <dgm:prSet/>
      <dgm:spPr/>
      <dgm:t>
        <a:bodyPr/>
        <a:lstStyle/>
        <a:p>
          <a:r>
            <a:rPr lang="en-DE"/>
            <a:t>Stressz csökkentése</a:t>
          </a:r>
          <a:endParaRPr lang="en-US"/>
        </a:p>
      </dgm:t>
    </dgm:pt>
    <dgm:pt modelId="{9488A98C-1E2F-4A51-B011-127A73365D53}" type="parTrans" cxnId="{4CB3AF2D-D881-43EB-987C-20817B98E2C3}">
      <dgm:prSet/>
      <dgm:spPr/>
      <dgm:t>
        <a:bodyPr/>
        <a:lstStyle/>
        <a:p>
          <a:endParaRPr lang="en-US"/>
        </a:p>
      </dgm:t>
    </dgm:pt>
    <dgm:pt modelId="{1371113C-3BC2-4A4E-8EFD-1D6ADDE18957}" type="sibTrans" cxnId="{4CB3AF2D-D881-43EB-987C-20817B98E2C3}">
      <dgm:prSet/>
      <dgm:spPr/>
      <dgm:t>
        <a:bodyPr/>
        <a:lstStyle/>
        <a:p>
          <a:endParaRPr lang="en-US"/>
        </a:p>
      </dgm:t>
    </dgm:pt>
    <dgm:pt modelId="{84E84EAE-9503-4693-A368-D60AD9F7ECB7}">
      <dgm:prSet/>
      <dgm:spPr/>
      <dgm:t>
        <a:bodyPr/>
        <a:lstStyle/>
        <a:p>
          <a:r>
            <a:rPr lang="en-DE"/>
            <a:t>Jobb teljesítmény</a:t>
          </a:r>
          <a:endParaRPr lang="en-US"/>
        </a:p>
      </dgm:t>
    </dgm:pt>
    <dgm:pt modelId="{1326696E-1432-44B6-A125-41F9F1C55521}" type="parTrans" cxnId="{1D4EA6B2-5EDE-4991-94A3-4D41484B5671}">
      <dgm:prSet/>
      <dgm:spPr/>
      <dgm:t>
        <a:bodyPr/>
        <a:lstStyle/>
        <a:p>
          <a:endParaRPr lang="en-US"/>
        </a:p>
      </dgm:t>
    </dgm:pt>
    <dgm:pt modelId="{AF154D37-E85B-4D60-81B4-6C564332ABE0}" type="sibTrans" cxnId="{1D4EA6B2-5EDE-4991-94A3-4D41484B5671}">
      <dgm:prSet/>
      <dgm:spPr/>
      <dgm:t>
        <a:bodyPr/>
        <a:lstStyle/>
        <a:p>
          <a:endParaRPr lang="en-US"/>
        </a:p>
      </dgm:t>
    </dgm:pt>
    <dgm:pt modelId="{D532DF77-B367-4390-AB1F-B9058AF7877E}">
      <dgm:prSet/>
      <dgm:spPr/>
      <dgm:t>
        <a:bodyPr/>
        <a:lstStyle/>
        <a:p>
          <a:r>
            <a:rPr lang="en-DE"/>
            <a:t>Határidők betartása</a:t>
          </a:r>
          <a:endParaRPr lang="en-US"/>
        </a:p>
      </dgm:t>
    </dgm:pt>
    <dgm:pt modelId="{612661F1-0E04-4CC8-AF0F-06E5A90BC81B}" type="parTrans" cxnId="{2D4057DE-5D41-45C6-AEF2-383EB82E3574}">
      <dgm:prSet/>
      <dgm:spPr/>
      <dgm:t>
        <a:bodyPr/>
        <a:lstStyle/>
        <a:p>
          <a:endParaRPr lang="en-US"/>
        </a:p>
      </dgm:t>
    </dgm:pt>
    <dgm:pt modelId="{38B79009-E095-4F58-8971-7C8712139F8A}" type="sibTrans" cxnId="{2D4057DE-5D41-45C6-AEF2-383EB82E3574}">
      <dgm:prSet/>
      <dgm:spPr/>
      <dgm:t>
        <a:bodyPr/>
        <a:lstStyle/>
        <a:p>
          <a:endParaRPr lang="en-US"/>
        </a:p>
      </dgm:t>
    </dgm:pt>
    <dgm:pt modelId="{5C4C9026-EA34-4DCA-98E8-D8FE2376AFB7}">
      <dgm:prSet/>
      <dgm:spPr/>
      <dgm:t>
        <a:bodyPr/>
        <a:lstStyle/>
        <a:p>
          <a:r>
            <a:rPr lang="en-DE"/>
            <a:t>Több szabadidő</a:t>
          </a:r>
          <a:endParaRPr lang="en-US"/>
        </a:p>
      </dgm:t>
    </dgm:pt>
    <dgm:pt modelId="{4D9C8D2A-ECB0-4093-8C7D-B638ED26CA58}" type="parTrans" cxnId="{42053142-BFB9-4F9A-AAF3-4F1CB26A9095}">
      <dgm:prSet/>
      <dgm:spPr/>
      <dgm:t>
        <a:bodyPr/>
        <a:lstStyle/>
        <a:p>
          <a:endParaRPr lang="en-US"/>
        </a:p>
      </dgm:t>
    </dgm:pt>
    <dgm:pt modelId="{BEF9076B-1F65-4482-B30C-D1FE9FCBF83D}" type="sibTrans" cxnId="{42053142-BFB9-4F9A-AAF3-4F1CB26A9095}">
      <dgm:prSet/>
      <dgm:spPr/>
      <dgm:t>
        <a:bodyPr/>
        <a:lstStyle/>
        <a:p>
          <a:endParaRPr lang="en-US"/>
        </a:p>
      </dgm:t>
    </dgm:pt>
    <dgm:pt modelId="{96CCBD73-FC92-4DA0-89F2-B3AAB7F75CDB}" type="pres">
      <dgm:prSet presAssocID="{D980682F-38C6-4301-B7CD-E83BCD6BB4CB}" presName="linear" presStyleCnt="0">
        <dgm:presLayoutVars>
          <dgm:animLvl val="lvl"/>
          <dgm:resizeHandles val="exact"/>
        </dgm:presLayoutVars>
      </dgm:prSet>
      <dgm:spPr/>
    </dgm:pt>
    <dgm:pt modelId="{2FB06F15-34E7-4BA3-81AA-6D9B6548CC6C}" type="pres">
      <dgm:prSet presAssocID="{2246D4C8-4FB3-4DAB-AB02-5EB1FA0453E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0D1F0C1-76D6-4BD6-AA4B-D33DEE7D766D}" type="pres">
      <dgm:prSet presAssocID="{1371113C-3BC2-4A4E-8EFD-1D6ADDE18957}" presName="spacer" presStyleCnt="0"/>
      <dgm:spPr/>
    </dgm:pt>
    <dgm:pt modelId="{72FE583E-2C76-496D-9084-811EE1576715}" type="pres">
      <dgm:prSet presAssocID="{84E84EAE-9503-4693-A368-D60AD9F7ECB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8873B9C-87A0-43A0-9281-4D0168CE188C}" type="pres">
      <dgm:prSet presAssocID="{AF154D37-E85B-4D60-81B4-6C564332ABE0}" presName="spacer" presStyleCnt="0"/>
      <dgm:spPr/>
    </dgm:pt>
    <dgm:pt modelId="{3AC9AFF2-DDBE-4083-B864-CE3E7FD18A71}" type="pres">
      <dgm:prSet presAssocID="{D532DF77-B367-4390-AB1F-B9058AF7877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08F248F-A723-4584-A414-89792B122F7C}" type="pres">
      <dgm:prSet presAssocID="{38B79009-E095-4F58-8971-7C8712139F8A}" presName="spacer" presStyleCnt="0"/>
      <dgm:spPr/>
    </dgm:pt>
    <dgm:pt modelId="{693947E0-3049-4156-98F6-494EACB4ABA1}" type="pres">
      <dgm:prSet presAssocID="{5C4C9026-EA34-4DCA-98E8-D8FE2376AFB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CB3AF2D-D881-43EB-987C-20817B98E2C3}" srcId="{D980682F-38C6-4301-B7CD-E83BCD6BB4CB}" destId="{2246D4C8-4FB3-4DAB-AB02-5EB1FA0453EF}" srcOrd="0" destOrd="0" parTransId="{9488A98C-1E2F-4A51-B011-127A73365D53}" sibTransId="{1371113C-3BC2-4A4E-8EFD-1D6ADDE18957}"/>
    <dgm:cxn modelId="{42053142-BFB9-4F9A-AAF3-4F1CB26A9095}" srcId="{D980682F-38C6-4301-B7CD-E83BCD6BB4CB}" destId="{5C4C9026-EA34-4DCA-98E8-D8FE2376AFB7}" srcOrd="3" destOrd="0" parTransId="{4D9C8D2A-ECB0-4093-8C7D-B638ED26CA58}" sibTransId="{BEF9076B-1F65-4482-B30C-D1FE9FCBF83D}"/>
    <dgm:cxn modelId="{5BCA2C54-62AD-4D0F-A18D-7E5D77CA2C9D}" type="presOf" srcId="{5C4C9026-EA34-4DCA-98E8-D8FE2376AFB7}" destId="{693947E0-3049-4156-98F6-494EACB4ABA1}" srcOrd="0" destOrd="0" presId="urn:microsoft.com/office/officeart/2005/8/layout/vList2"/>
    <dgm:cxn modelId="{0F418187-C13A-45BD-9F43-88DC7ECF8A91}" type="presOf" srcId="{D980682F-38C6-4301-B7CD-E83BCD6BB4CB}" destId="{96CCBD73-FC92-4DA0-89F2-B3AAB7F75CDB}" srcOrd="0" destOrd="0" presId="urn:microsoft.com/office/officeart/2005/8/layout/vList2"/>
    <dgm:cxn modelId="{2FC2DEA6-2960-4226-AF6F-3DB04CDE4EC1}" type="presOf" srcId="{84E84EAE-9503-4693-A368-D60AD9F7ECB7}" destId="{72FE583E-2C76-496D-9084-811EE1576715}" srcOrd="0" destOrd="0" presId="urn:microsoft.com/office/officeart/2005/8/layout/vList2"/>
    <dgm:cxn modelId="{BAD757A9-C525-4EA3-B48A-CC621F38611C}" type="presOf" srcId="{D532DF77-B367-4390-AB1F-B9058AF7877E}" destId="{3AC9AFF2-DDBE-4083-B864-CE3E7FD18A71}" srcOrd="0" destOrd="0" presId="urn:microsoft.com/office/officeart/2005/8/layout/vList2"/>
    <dgm:cxn modelId="{1D4EA6B2-5EDE-4991-94A3-4D41484B5671}" srcId="{D980682F-38C6-4301-B7CD-E83BCD6BB4CB}" destId="{84E84EAE-9503-4693-A368-D60AD9F7ECB7}" srcOrd="1" destOrd="0" parTransId="{1326696E-1432-44B6-A125-41F9F1C55521}" sibTransId="{AF154D37-E85B-4D60-81B4-6C564332ABE0}"/>
    <dgm:cxn modelId="{2D4057DE-5D41-45C6-AEF2-383EB82E3574}" srcId="{D980682F-38C6-4301-B7CD-E83BCD6BB4CB}" destId="{D532DF77-B367-4390-AB1F-B9058AF7877E}" srcOrd="2" destOrd="0" parTransId="{612661F1-0E04-4CC8-AF0F-06E5A90BC81B}" sibTransId="{38B79009-E095-4F58-8971-7C8712139F8A}"/>
    <dgm:cxn modelId="{99803DF7-05A3-4608-94E9-B5013C73BB95}" type="presOf" srcId="{2246D4C8-4FB3-4DAB-AB02-5EB1FA0453EF}" destId="{2FB06F15-34E7-4BA3-81AA-6D9B6548CC6C}" srcOrd="0" destOrd="0" presId="urn:microsoft.com/office/officeart/2005/8/layout/vList2"/>
    <dgm:cxn modelId="{742F5412-2884-4724-A5EF-C96392E55E6A}" type="presParOf" srcId="{96CCBD73-FC92-4DA0-89F2-B3AAB7F75CDB}" destId="{2FB06F15-34E7-4BA3-81AA-6D9B6548CC6C}" srcOrd="0" destOrd="0" presId="urn:microsoft.com/office/officeart/2005/8/layout/vList2"/>
    <dgm:cxn modelId="{0D32C406-3ED5-426F-A77A-8F888DBCDA2D}" type="presParOf" srcId="{96CCBD73-FC92-4DA0-89F2-B3AAB7F75CDB}" destId="{A0D1F0C1-76D6-4BD6-AA4B-D33DEE7D766D}" srcOrd="1" destOrd="0" presId="urn:microsoft.com/office/officeart/2005/8/layout/vList2"/>
    <dgm:cxn modelId="{ABD1E6FD-B017-4162-87FD-49EE1F38E3A4}" type="presParOf" srcId="{96CCBD73-FC92-4DA0-89F2-B3AAB7F75CDB}" destId="{72FE583E-2C76-496D-9084-811EE1576715}" srcOrd="2" destOrd="0" presId="urn:microsoft.com/office/officeart/2005/8/layout/vList2"/>
    <dgm:cxn modelId="{0FB9AC69-9F07-42D2-A5D5-20F74AEB1AC0}" type="presParOf" srcId="{96CCBD73-FC92-4DA0-89F2-B3AAB7F75CDB}" destId="{08873B9C-87A0-43A0-9281-4D0168CE188C}" srcOrd="3" destOrd="0" presId="urn:microsoft.com/office/officeart/2005/8/layout/vList2"/>
    <dgm:cxn modelId="{53333920-7192-4D73-9D46-17037AF75860}" type="presParOf" srcId="{96CCBD73-FC92-4DA0-89F2-B3AAB7F75CDB}" destId="{3AC9AFF2-DDBE-4083-B864-CE3E7FD18A71}" srcOrd="4" destOrd="0" presId="urn:microsoft.com/office/officeart/2005/8/layout/vList2"/>
    <dgm:cxn modelId="{D1AB999A-B6CA-42A7-8D09-3B5B305380F7}" type="presParOf" srcId="{96CCBD73-FC92-4DA0-89F2-B3AAB7F75CDB}" destId="{608F248F-A723-4584-A414-89792B122F7C}" srcOrd="5" destOrd="0" presId="urn:microsoft.com/office/officeart/2005/8/layout/vList2"/>
    <dgm:cxn modelId="{268BD3AC-97AB-4982-88AD-D0F74D7CF1F3}" type="presParOf" srcId="{96CCBD73-FC92-4DA0-89F2-B3AAB7F75CDB}" destId="{693947E0-3049-4156-98F6-494EACB4ABA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37A07AF-F27C-4C78-A95D-82E06E24195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73465A7-1AAD-47E5-BFA0-B79D7831DD18}">
      <dgm:prSet/>
      <dgm:spPr/>
      <dgm:t>
        <a:bodyPr/>
        <a:lstStyle/>
        <a:p>
          <a:r>
            <a:rPr lang="en-DE"/>
            <a:t>Halogatás</a:t>
          </a:r>
          <a:endParaRPr lang="en-US"/>
        </a:p>
      </dgm:t>
    </dgm:pt>
    <dgm:pt modelId="{6925FB08-15F2-40FF-BD65-CC4394F7D6C2}" type="parTrans" cxnId="{1021EB8A-7D74-43BE-8181-1DFF2163753F}">
      <dgm:prSet/>
      <dgm:spPr/>
      <dgm:t>
        <a:bodyPr/>
        <a:lstStyle/>
        <a:p>
          <a:endParaRPr lang="en-US"/>
        </a:p>
      </dgm:t>
    </dgm:pt>
    <dgm:pt modelId="{5E63FE24-DD9F-44AA-AC31-BC69C051E085}" type="sibTrans" cxnId="{1021EB8A-7D74-43BE-8181-1DFF2163753F}">
      <dgm:prSet/>
      <dgm:spPr/>
      <dgm:t>
        <a:bodyPr/>
        <a:lstStyle/>
        <a:p>
          <a:endParaRPr lang="en-US"/>
        </a:p>
      </dgm:t>
    </dgm:pt>
    <dgm:pt modelId="{A36EE2E6-E41C-4D91-8D3D-8AE54AFA3E4C}">
      <dgm:prSet/>
      <dgm:spPr/>
      <dgm:t>
        <a:bodyPr/>
        <a:lstStyle/>
        <a:p>
          <a:r>
            <a:rPr lang="en-DE"/>
            <a:t>Közösségi m</a:t>
          </a:r>
          <a:r>
            <a:rPr lang="hu-HU"/>
            <a:t>e</a:t>
          </a:r>
          <a:r>
            <a:rPr lang="en-DE"/>
            <a:t>dia</a:t>
          </a:r>
          <a:endParaRPr lang="en-US"/>
        </a:p>
      </dgm:t>
    </dgm:pt>
    <dgm:pt modelId="{6DD2A2CA-BC25-438F-8A0E-4DD90E75A9C4}" type="parTrans" cxnId="{DD51B1D6-24AB-4D68-877A-1C49AA36462A}">
      <dgm:prSet/>
      <dgm:spPr/>
      <dgm:t>
        <a:bodyPr/>
        <a:lstStyle/>
        <a:p>
          <a:endParaRPr lang="en-US"/>
        </a:p>
      </dgm:t>
    </dgm:pt>
    <dgm:pt modelId="{423070AC-4E53-4033-A375-A40D1E27306E}" type="sibTrans" cxnId="{DD51B1D6-24AB-4D68-877A-1C49AA36462A}">
      <dgm:prSet/>
      <dgm:spPr/>
      <dgm:t>
        <a:bodyPr/>
        <a:lstStyle/>
        <a:p>
          <a:endParaRPr lang="en-US"/>
        </a:p>
      </dgm:t>
    </dgm:pt>
    <dgm:pt modelId="{AF1D39A5-E178-4D44-972B-BE4EFD2FE793}">
      <dgm:prSet/>
      <dgm:spPr/>
      <dgm:t>
        <a:bodyPr/>
        <a:lstStyle/>
        <a:p>
          <a:r>
            <a:rPr lang="en-DE"/>
            <a:t>Rossz tervezés</a:t>
          </a:r>
          <a:endParaRPr lang="en-US"/>
        </a:p>
      </dgm:t>
    </dgm:pt>
    <dgm:pt modelId="{4A9AD102-DF3B-4A37-9B88-29F2CBE78E83}" type="parTrans" cxnId="{CCEA0C2F-CF5C-417E-B5E0-A495F4A5B65D}">
      <dgm:prSet/>
      <dgm:spPr/>
      <dgm:t>
        <a:bodyPr/>
        <a:lstStyle/>
        <a:p>
          <a:endParaRPr lang="en-US"/>
        </a:p>
      </dgm:t>
    </dgm:pt>
    <dgm:pt modelId="{A7B94D74-10B9-4057-AC98-1EBFF0C66E54}" type="sibTrans" cxnId="{CCEA0C2F-CF5C-417E-B5E0-A495F4A5B65D}">
      <dgm:prSet/>
      <dgm:spPr/>
      <dgm:t>
        <a:bodyPr/>
        <a:lstStyle/>
        <a:p>
          <a:endParaRPr lang="en-US"/>
        </a:p>
      </dgm:t>
    </dgm:pt>
    <dgm:pt modelId="{06C24C6B-94F6-446F-8BE2-80E6DCEB4F39}">
      <dgm:prSet/>
      <dgm:spPr/>
      <dgm:t>
        <a:bodyPr/>
        <a:lstStyle/>
        <a:p>
          <a:r>
            <a:rPr lang="en-DE"/>
            <a:t>Fókusz megszakítása</a:t>
          </a:r>
          <a:endParaRPr lang="en-US"/>
        </a:p>
      </dgm:t>
    </dgm:pt>
    <dgm:pt modelId="{34F5A905-6C39-40E7-9D1F-363E2E284904}" type="parTrans" cxnId="{505F598D-CFC4-4D23-AF5E-96EF8B691955}">
      <dgm:prSet/>
      <dgm:spPr/>
      <dgm:t>
        <a:bodyPr/>
        <a:lstStyle/>
        <a:p>
          <a:endParaRPr lang="en-US"/>
        </a:p>
      </dgm:t>
    </dgm:pt>
    <dgm:pt modelId="{969E3FD7-6A29-4D58-9815-F91AFCF54760}" type="sibTrans" cxnId="{505F598D-CFC4-4D23-AF5E-96EF8B691955}">
      <dgm:prSet/>
      <dgm:spPr/>
      <dgm:t>
        <a:bodyPr/>
        <a:lstStyle/>
        <a:p>
          <a:endParaRPr lang="en-US"/>
        </a:p>
      </dgm:t>
    </dgm:pt>
    <dgm:pt modelId="{A707E32E-6022-4F35-A60B-6D3792E60A27}" type="pres">
      <dgm:prSet presAssocID="{A37A07AF-F27C-4C78-A95D-82E06E241952}" presName="linear" presStyleCnt="0">
        <dgm:presLayoutVars>
          <dgm:animLvl val="lvl"/>
          <dgm:resizeHandles val="exact"/>
        </dgm:presLayoutVars>
      </dgm:prSet>
      <dgm:spPr/>
    </dgm:pt>
    <dgm:pt modelId="{598202AC-C065-4310-AB27-CC71191ECE75}" type="pres">
      <dgm:prSet presAssocID="{A73465A7-1AAD-47E5-BFA0-B79D7831DD1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42575C8-0B2A-4EC6-A4C6-F563E027530A}" type="pres">
      <dgm:prSet presAssocID="{5E63FE24-DD9F-44AA-AC31-BC69C051E085}" presName="spacer" presStyleCnt="0"/>
      <dgm:spPr/>
    </dgm:pt>
    <dgm:pt modelId="{873F6066-A33C-418D-8D4D-8F5A8A97DB1E}" type="pres">
      <dgm:prSet presAssocID="{A36EE2E6-E41C-4D91-8D3D-8AE54AFA3E4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7AE7C4C-FEEC-4190-BAA7-ADBD15E2C68D}" type="pres">
      <dgm:prSet presAssocID="{423070AC-4E53-4033-A375-A40D1E27306E}" presName="spacer" presStyleCnt="0"/>
      <dgm:spPr/>
    </dgm:pt>
    <dgm:pt modelId="{FED78753-E7C2-45B3-BC7A-FE48FD716741}" type="pres">
      <dgm:prSet presAssocID="{AF1D39A5-E178-4D44-972B-BE4EFD2FE79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39319C8-18DB-45A0-AAE4-0E60CE853C1F}" type="pres">
      <dgm:prSet presAssocID="{A7B94D74-10B9-4057-AC98-1EBFF0C66E54}" presName="spacer" presStyleCnt="0"/>
      <dgm:spPr/>
    </dgm:pt>
    <dgm:pt modelId="{00AC53B0-9938-41BC-8D07-FDCDD3DBEDCA}" type="pres">
      <dgm:prSet presAssocID="{06C24C6B-94F6-446F-8BE2-80E6DCEB4F3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B3C940D-B8E8-4939-94E5-B0997A103E0A}" type="presOf" srcId="{A36EE2E6-E41C-4D91-8D3D-8AE54AFA3E4C}" destId="{873F6066-A33C-418D-8D4D-8F5A8A97DB1E}" srcOrd="0" destOrd="0" presId="urn:microsoft.com/office/officeart/2005/8/layout/vList2"/>
    <dgm:cxn modelId="{2F5C7924-9C2B-4D12-A6AB-A7AF08728A9D}" type="presOf" srcId="{A73465A7-1AAD-47E5-BFA0-B79D7831DD18}" destId="{598202AC-C065-4310-AB27-CC71191ECE75}" srcOrd="0" destOrd="0" presId="urn:microsoft.com/office/officeart/2005/8/layout/vList2"/>
    <dgm:cxn modelId="{CCEA0C2F-CF5C-417E-B5E0-A495F4A5B65D}" srcId="{A37A07AF-F27C-4C78-A95D-82E06E241952}" destId="{AF1D39A5-E178-4D44-972B-BE4EFD2FE793}" srcOrd="2" destOrd="0" parTransId="{4A9AD102-DF3B-4A37-9B88-29F2CBE78E83}" sibTransId="{A7B94D74-10B9-4057-AC98-1EBFF0C66E54}"/>
    <dgm:cxn modelId="{0D7D8C6F-56A3-46F9-A4DE-5AFAAB2FA07E}" type="presOf" srcId="{A37A07AF-F27C-4C78-A95D-82E06E241952}" destId="{A707E32E-6022-4F35-A60B-6D3792E60A27}" srcOrd="0" destOrd="0" presId="urn:microsoft.com/office/officeart/2005/8/layout/vList2"/>
    <dgm:cxn modelId="{EBDE4B52-24EA-41AD-A17E-FA17E8D6DCA9}" type="presOf" srcId="{AF1D39A5-E178-4D44-972B-BE4EFD2FE793}" destId="{FED78753-E7C2-45B3-BC7A-FE48FD716741}" srcOrd="0" destOrd="0" presId="urn:microsoft.com/office/officeart/2005/8/layout/vList2"/>
    <dgm:cxn modelId="{1021EB8A-7D74-43BE-8181-1DFF2163753F}" srcId="{A37A07AF-F27C-4C78-A95D-82E06E241952}" destId="{A73465A7-1AAD-47E5-BFA0-B79D7831DD18}" srcOrd="0" destOrd="0" parTransId="{6925FB08-15F2-40FF-BD65-CC4394F7D6C2}" sibTransId="{5E63FE24-DD9F-44AA-AC31-BC69C051E085}"/>
    <dgm:cxn modelId="{505F598D-CFC4-4D23-AF5E-96EF8B691955}" srcId="{A37A07AF-F27C-4C78-A95D-82E06E241952}" destId="{06C24C6B-94F6-446F-8BE2-80E6DCEB4F39}" srcOrd="3" destOrd="0" parTransId="{34F5A905-6C39-40E7-9D1F-363E2E284904}" sibTransId="{969E3FD7-6A29-4D58-9815-F91AFCF54760}"/>
    <dgm:cxn modelId="{D3C38FA7-7442-4009-9D15-C830C35B644A}" type="presOf" srcId="{06C24C6B-94F6-446F-8BE2-80E6DCEB4F39}" destId="{00AC53B0-9938-41BC-8D07-FDCDD3DBEDCA}" srcOrd="0" destOrd="0" presId="urn:microsoft.com/office/officeart/2005/8/layout/vList2"/>
    <dgm:cxn modelId="{DD51B1D6-24AB-4D68-877A-1C49AA36462A}" srcId="{A37A07AF-F27C-4C78-A95D-82E06E241952}" destId="{A36EE2E6-E41C-4D91-8D3D-8AE54AFA3E4C}" srcOrd="1" destOrd="0" parTransId="{6DD2A2CA-BC25-438F-8A0E-4DD90E75A9C4}" sibTransId="{423070AC-4E53-4033-A375-A40D1E27306E}"/>
    <dgm:cxn modelId="{EA01894C-4038-4CCA-923A-D2D12AF5F752}" type="presParOf" srcId="{A707E32E-6022-4F35-A60B-6D3792E60A27}" destId="{598202AC-C065-4310-AB27-CC71191ECE75}" srcOrd="0" destOrd="0" presId="urn:microsoft.com/office/officeart/2005/8/layout/vList2"/>
    <dgm:cxn modelId="{75B6AF43-7C7C-4A8E-BB75-0F1AAFAB56E6}" type="presParOf" srcId="{A707E32E-6022-4F35-A60B-6D3792E60A27}" destId="{942575C8-0B2A-4EC6-A4C6-F563E027530A}" srcOrd="1" destOrd="0" presId="urn:microsoft.com/office/officeart/2005/8/layout/vList2"/>
    <dgm:cxn modelId="{8FFF84F0-4E86-43DB-BA7D-D4E2B91E8F7F}" type="presParOf" srcId="{A707E32E-6022-4F35-A60B-6D3792E60A27}" destId="{873F6066-A33C-418D-8D4D-8F5A8A97DB1E}" srcOrd="2" destOrd="0" presId="urn:microsoft.com/office/officeart/2005/8/layout/vList2"/>
    <dgm:cxn modelId="{346FB6F7-038B-4932-BBE5-CE826A826205}" type="presParOf" srcId="{A707E32E-6022-4F35-A60B-6D3792E60A27}" destId="{37AE7C4C-FEEC-4190-BAA7-ADBD15E2C68D}" srcOrd="3" destOrd="0" presId="urn:microsoft.com/office/officeart/2005/8/layout/vList2"/>
    <dgm:cxn modelId="{97075693-5EC1-455E-83E1-5E1BF24FA647}" type="presParOf" srcId="{A707E32E-6022-4F35-A60B-6D3792E60A27}" destId="{FED78753-E7C2-45B3-BC7A-FE48FD716741}" srcOrd="4" destOrd="0" presId="urn:microsoft.com/office/officeart/2005/8/layout/vList2"/>
    <dgm:cxn modelId="{EF816375-47A8-4DF6-91F2-C3C0C116B6FD}" type="presParOf" srcId="{A707E32E-6022-4F35-A60B-6D3792E60A27}" destId="{739319C8-18DB-45A0-AAE4-0E60CE853C1F}" srcOrd="5" destOrd="0" presId="urn:microsoft.com/office/officeart/2005/8/layout/vList2"/>
    <dgm:cxn modelId="{7854867E-93CD-405E-924D-A148B9A8FFEB}" type="presParOf" srcId="{A707E32E-6022-4F35-A60B-6D3792E60A27}" destId="{00AC53B0-9938-41BC-8D07-FDCDD3DBEDC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166ABE0-1CC5-4FA2-9E1D-7A663B92A1A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22FC8D1-C087-4031-8F2C-4E439559934B}">
      <dgm:prSet/>
      <dgm:spPr/>
      <dgm:t>
        <a:bodyPr/>
        <a:lstStyle/>
        <a:p>
          <a:r>
            <a:rPr lang="en-DE"/>
            <a:t>Napi, heti tervek készítése</a:t>
          </a:r>
          <a:endParaRPr lang="en-US"/>
        </a:p>
      </dgm:t>
    </dgm:pt>
    <dgm:pt modelId="{325101B7-E647-4D22-A944-819A4D841536}" type="parTrans" cxnId="{8937C892-9056-4CDB-A9AF-C2FD8FFCF675}">
      <dgm:prSet/>
      <dgm:spPr/>
      <dgm:t>
        <a:bodyPr/>
        <a:lstStyle/>
        <a:p>
          <a:endParaRPr lang="en-US"/>
        </a:p>
      </dgm:t>
    </dgm:pt>
    <dgm:pt modelId="{B9ADD239-AD8E-46AA-B56A-46366AE85CDC}" type="sibTrans" cxnId="{8937C892-9056-4CDB-A9AF-C2FD8FFCF675}">
      <dgm:prSet/>
      <dgm:spPr/>
      <dgm:t>
        <a:bodyPr/>
        <a:lstStyle/>
        <a:p>
          <a:endParaRPr lang="en-US"/>
        </a:p>
      </dgm:t>
    </dgm:pt>
    <dgm:pt modelId="{42A73AF6-FF60-4B7C-9B65-4DAB2E00C62F}">
      <dgm:prSet/>
      <dgm:spPr/>
      <dgm:t>
        <a:bodyPr/>
        <a:lstStyle/>
        <a:p>
          <a:r>
            <a:rPr lang="en-DE"/>
            <a:t>Idősávok kijelölése</a:t>
          </a:r>
          <a:endParaRPr lang="en-US"/>
        </a:p>
      </dgm:t>
    </dgm:pt>
    <dgm:pt modelId="{650E024C-9341-4508-9BB3-C79C3F98AD68}" type="parTrans" cxnId="{53EDA218-22D9-4F6D-BD10-FDCDB10D63C1}">
      <dgm:prSet/>
      <dgm:spPr/>
      <dgm:t>
        <a:bodyPr/>
        <a:lstStyle/>
        <a:p>
          <a:endParaRPr lang="en-US"/>
        </a:p>
      </dgm:t>
    </dgm:pt>
    <dgm:pt modelId="{BB9646C9-1554-4E83-BE9D-03842EC2A139}" type="sibTrans" cxnId="{53EDA218-22D9-4F6D-BD10-FDCDB10D63C1}">
      <dgm:prSet/>
      <dgm:spPr/>
      <dgm:t>
        <a:bodyPr/>
        <a:lstStyle/>
        <a:p>
          <a:endParaRPr lang="en-US"/>
        </a:p>
      </dgm:t>
    </dgm:pt>
    <dgm:pt modelId="{77E71948-9D61-4D16-A42F-16BD1F450A4B}">
      <dgm:prSet/>
      <dgm:spPr/>
      <dgm:t>
        <a:bodyPr/>
        <a:lstStyle/>
        <a:p>
          <a:r>
            <a:rPr lang="en-DE"/>
            <a:t>Szünetek tudatos használata</a:t>
          </a:r>
          <a:endParaRPr lang="en-US"/>
        </a:p>
      </dgm:t>
    </dgm:pt>
    <dgm:pt modelId="{6112ECE2-5779-4536-BB56-00CCCD3C236E}" type="parTrans" cxnId="{81519F7A-8E23-4F56-97BC-1BFA80B646B8}">
      <dgm:prSet/>
      <dgm:spPr/>
      <dgm:t>
        <a:bodyPr/>
        <a:lstStyle/>
        <a:p>
          <a:endParaRPr lang="en-US"/>
        </a:p>
      </dgm:t>
    </dgm:pt>
    <dgm:pt modelId="{E3239875-2E52-4EE7-8F18-FBBB05058E0E}" type="sibTrans" cxnId="{81519F7A-8E23-4F56-97BC-1BFA80B646B8}">
      <dgm:prSet/>
      <dgm:spPr/>
      <dgm:t>
        <a:bodyPr/>
        <a:lstStyle/>
        <a:p>
          <a:endParaRPr lang="en-US"/>
        </a:p>
      </dgm:t>
    </dgm:pt>
    <dgm:pt modelId="{1CD2BE1F-A251-4D9E-B14B-C2938BA872D5}">
      <dgm:prSet/>
      <dgm:spPr/>
      <dgm:t>
        <a:bodyPr/>
        <a:lstStyle/>
        <a:p>
          <a:r>
            <a:rPr lang="en-DE"/>
            <a:t>Feladatok priorizálása</a:t>
          </a:r>
          <a:endParaRPr lang="en-US"/>
        </a:p>
      </dgm:t>
    </dgm:pt>
    <dgm:pt modelId="{D1FB4B9B-7B4C-4123-8920-D2207A68C737}" type="parTrans" cxnId="{64960B63-97BF-4661-AAD2-98B3C7CA8FF4}">
      <dgm:prSet/>
      <dgm:spPr/>
      <dgm:t>
        <a:bodyPr/>
        <a:lstStyle/>
        <a:p>
          <a:endParaRPr lang="en-US"/>
        </a:p>
      </dgm:t>
    </dgm:pt>
    <dgm:pt modelId="{1423F309-324F-4E32-B7BA-56825EBD4271}" type="sibTrans" cxnId="{64960B63-97BF-4661-AAD2-98B3C7CA8FF4}">
      <dgm:prSet/>
      <dgm:spPr/>
      <dgm:t>
        <a:bodyPr/>
        <a:lstStyle/>
        <a:p>
          <a:endParaRPr lang="en-US"/>
        </a:p>
      </dgm:t>
    </dgm:pt>
    <dgm:pt modelId="{BE571CA1-2E87-431B-9787-15F7CBF555F6}" type="pres">
      <dgm:prSet presAssocID="{8166ABE0-1CC5-4FA2-9E1D-7A663B92A1A6}" presName="linear" presStyleCnt="0">
        <dgm:presLayoutVars>
          <dgm:animLvl val="lvl"/>
          <dgm:resizeHandles val="exact"/>
        </dgm:presLayoutVars>
      </dgm:prSet>
      <dgm:spPr/>
    </dgm:pt>
    <dgm:pt modelId="{B0E7C0A7-F1CD-408B-9488-57980FBE1916}" type="pres">
      <dgm:prSet presAssocID="{122FC8D1-C087-4031-8F2C-4E439559934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7EDCF4D-DB13-4761-B20A-51BC178377BD}" type="pres">
      <dgm:prSet presAssocID="{B9ADD239-AD8E-46AA-B56A-46366AE85CDC}" presName="spacer" presStyleCnt="0"/>
      <dgm:spPr/>
    </dgm:pt>
    <dgm:pt modelId="{8F0C370A-ED4D-4179-8A51-5288B39713D8}" type="pres">
      <dgm:prSet presAssocID="{42A73AF6-FF60-4B7C-9B65-4DAB2E00C62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AB8B212-14A8-4FC5-8421-4FF78A5FF238}" type="pres">
      <dgm:prSet presAssocID="{BB9646C9-1554-4E83-BE9D-03842EC2A139}" presName="spacer" presStyleCnt="0"/>
      <dgm:spPr/>
    </dgm:pt>
    <dgm:pt modelId="{BE510E3D-A451-495A-AEF2-66EE4A4B9C87}" type="pres">
      <dgm:prSet presAssocID="{77E71948-9D61-4D16-A42F-16BD1F450A4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DD32B41-7A1A-48ED-AB49-E5431B4CDD07}" type="pres">
      <dgm:prSet presAssocID="{E3239875-2E52-4EE7-8F18-FBBB05058E0E}" presName="spacer" presStyleCnt="0"/>
      <dgm:spPr/>
    </dgm:pt>
    <dgm:pt modelId="{D6A14140-2454-4B53-8EAE-D611E2B6A42B}" type="pres">
      <dgm:prSet presAssocID="{1CD2BE1F-A251-4D9E-B14B-C2938BA872D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3EDA218-22D9-4F6D-BD10-FDCDB10D63C1}" srcId="{8166ABE0-1CC5-4FA2-9E1D-7A663B92A1A6}" destId="{42A73AF6-FF60-4B7C-9B65-4DAB2E00C62F}" srcOrd="1" destOrd="0" parTransId="{650E024C-9341-4508-9BB3-C79C3F98AD68}" sibTransId="{BB9646C9-1554-4E83-BE9D-03842EC2A139}"/>
    <dgm:cxn modelId="{64960B63-97BF-4661-AAD2-98B3C7CA8FF4}" srcId="{8166ABE0-1CC5-4FA2-9E1D-7A663B92A1A6}" destId="{1CD2BE1F-A251-4D9E-B14B-C2938BA872D5}" srcOrd="3" destOrd="0" parTransId="{D1FB4B9B-7B4C-4123-8920-D2207A68C737}" sibTransId="{1423F309-324F-4E32-B7BA-56825EBD4271}"/>
    <dgm:cxn modelId="{81519F7A-8E23-4F56-97BC-1BFA80B646B8}" srcId="{8166ABE0-1CC5-4FA2-9E1D-7A663B92A1A6}" destId="{77E71948-9D61-4D16-A42F-16BD1F450A4B}" srcOrd="2" destOrd="0" parTransId="{6112ECE2-5779-4536-BB56-00CCCD3C236E}" sibTransId="{E3239875-2E52-4EE7-8F18-FBBB05058E0E}"/>
    <dgm:cxn modelId="{8937C892-9056-4CDB-A9AF-C2FD8FFCF675}" srcId="{8166ABE0-1CC5-4FA2-9E1D-7A663B92A1A6}" destId="{122FC8D1-C087-4031-8F2C-4E439559934B}" srcOrd="0" destOrd="0" parTransId="{325101B7-E647-4D22-A944-819A4D841536}" sibTransId="{B9ADD239-AD8E-46AA-B56A-46366AE85CDC}"/>
    <dgm:cxn modelId="{F9136F95-AD14-4290-A3AE-C5D199C1E67C}" type="presOf" srcId="{1CD2BE1F-A251-4D9E-B14B-C2938BA872D5}" destId="{D6A14140-2454-4B53-8EAE-D611E2B6A42B}" srcOrd="0" destOrd="0" presId="urn:microsoft.com/office/officeart/2005/8/layout/vList2"/>
    <dgm:cxn modelId="{090D13B9-6202-42E0-92B8-B5BE164A7AB7}" type="presOf" srcId="{122FC8D1-C087-4031-8F2C-4E439559934B}" destId="{B0E7C0A7-F1CD-408B-9488-57980FBE1916}" srcOrd="0" destOrd="0" presId="urn:microsoft.com/office/officeart/2005/8/layout/vList2"/>
    <dgm:cxn modelId="{80EBB2B9-46CF-4A2C-96D1-4A8F91C79BF2}" type="presOf" srcId="{77E71948-9D61-4D16-A42F-16BD1F450A4B}" destId="{BE510E3D-A451-495A-AEF2-66EE4A4B9C87}" srcOrd="0" destOrd="0" presId="urn:microsoft.com/office/officeart/2005/8/layout/vList2"/>
    <dgm:cxn modelId="{27E147C9-B83D-476A-A7F3-AF07564B5AE4}" type="presOf" srcId="{8166ABE0-1CC5-4FA2-9E1D-7A663B92A1A6}" destId="{BE571CA1-2E87-431B-9787-15F7CBF555F6}" srcOrd="0" destOrd="0" presId="urn:microsoft.com/office/officeart/2005/8/layout/vList2"/>
    <dgm:cxn modelId="{8D55F0D7-6163-4986-AC39-1967ADD74F8F}" type="presOf" srcId="{42A73AF6-FF60-4B7C-9B65-4DAB2E00C62F}" destId="{8F0C370A-ED4D-4179-8A51-5288B39713D8}" srcOrd="0" destOrd="0" presId="urn:microsoft.com/office/officeart/2005/8/layout/vList2"/>
    <dgm:cxn modelId="{89EA0FB1-37A3-4E31-8515-4AE964EFC96A}" type="presParOf" srcId="{BE571CA1-2E87-431B-9787-15F7CBF555F6}" destId="{B0E7C0A7-F1CD-408B-9488-57980FBE1916}" srcOrd="0" destOrd="0" presId="urn:microsoft.com/office/officeart/2005/8/layout/vList2"/>
    <dgm:cxn modelId="{F9AF1A64-F55F-4EE0-AFC9-5A2AFC051774}" type="presParOf" srcId="{BE571CA1-2E87-431B-9787-15F7CBF555F6}" destId="{57EDCF4D-DB13-4761-B20A-51BC178377BD}" srcOrd="1" destOrd="0" presId="urn:microsoft.com/office/officeart/2005/8/layout/vList2"/>
    <dgm:cxn modelId="{D2FCA0A9-18A9-4776-916F-3957770939B0}" type="presParOf" srcId="{BE571CA1-2E87-431B-9787-15F7CBF555F6}" destId="{8F0C370A-ED4D-4179-8A51-5288B39713D8}" srcOrd="2" destOrd="0" presId="urn:microsoft.com/office/officeart/2005/8/layout/vList2"/>
    <dgm:cxn modelId="{2C100321-97AC-48E0-A636-41985882CA21}" type="presParOf" srcId="{BE571CA1-2E87-431B-9787-15F7CBF555F6}" destId="{DAB8B212-14A8-4FC5-8421-4FF78A5FF238}" srcOrd="3" destOrd="0" presId="urn:microsoft.com/office/officeart/2005/8/layout/vList2"/>
    <dgm:cxn modelId="{CB5FEBC0-DBC7-4B4F-ACF8-33BF669612D5}" type="presParOf" srcId="{BE571CA1-2E87-431B-9787-15F7CBF555F6}" destId="{BE510E3D-A451-495A-AEF2-66EE4A4B9C87}" srcOrd="4" destOrd="0" presId="urn:microsoft.com/office/officeart/2005/8/layout/vList2"/>
    <dgm:cxn modelId="{2E541EBE-4AED-4C63-B0D0-E1301D253446}" type="presParOf" srcId="{BE571CA1-2E87-431B-9787-15F7CBF555F6}" destId="{BDD32B41-7A1A-48ED-AB49-E5431B4CDD07}" srcOrd="5" destOrd="0" presId="urn:microsoft.com/office/officeart/2005/8/layout/vList2"/>
    <dgm:cxn modelId="{0A8A22EE-D199-4AAF-9483-3BC2FE84ACAE}" type="presParOf" srcId="{BE571CA1-2E87-431B-9787-15F7CBF555F6}" destId="{D6A14140-2454-4B53-8EAE-D611E2B6A42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B511A00-92CD-4E8A-ABD0-B7247B5EF57E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D70EBC6-63F7-410A-B04A-353747FE7628}">
      <dgm:prSet/>
      <dgm:spPr/>
      <dgm:t>
        <a:bodyPr/>
        <a:lstStyle/>
        <a:p>
          <a:r>
            <a:rPr lang="en-DE"/>
            <a:t>Reális célok kitűzése</a:t>
          </a:r>
          <a:endParaRPr lang="en-US"/>
        </a:p>
      </dgm:t>
    </dgm:pt>
    <dgm:pt modelId="{7D9BD62B-6458-4610-AEFB-6C90CC528C68}" type="parTrans" cxnId="{4EFD5B09-8D9E-4FD7-9381-5FBF16D8CB93}">
      <dgm:prSet/>
      <dgm:spPr/>
      <dgm:t>
        <a:bodyPr/>
        <a:lstStyle/>
        <a:p>
          <a:endParaRPr lang="en-US"/>
        </a:p>
      </dgm:t>
    </dgm:pt>
    <dgm:pt modelId="{C3795771-BA7A-4912-BD9B-0400A6C4E4CB}" type="sibTrans" cxnId="{4EFD5B09-8D9E-4FD7-9381-5FBF16D8CB93}">
      <dgm:prSet/>
      <dgm:spPr/>
      <dgm:t>
        <a:bodyPr/>
        <a:lstStyle/>
        <a:p>
          <a:endParaRPr lang="en-US"/>
        </a:p>
      </dgm:t>
    </dgm:pt>
    <dgm:pt modelId="{6BC56E76-E13F-4E2C-93E7-6688485FFAF7}">
      <dgm:prSet/>
      <dgm:spPr/>
      <dgm:t>
        <a:bodyPr/>
        <a:lstStyle/>
        <a:p>
          <a:r>
            <a:rPr lang="en-DE"/>
            <a:t>Fontos feladatokat először, másokat később</a:t>
          </a:r>
          <a:endParaRPr lang="en-US"/>
        </a:p>
      </dgm:t>
    </dgm:pt>
    <dgm:pt modelId="{A42446C2-F944-45B2-B268-C064E8731000}" type="parTrans" cxnId="{F11D19D4-357F-4313-B13D-D63C80EF7A98}">
      <dgm:prSet/>
      <dgm:spPr/>
      <dgm:t>
        <a:bodyPr/>
        <a:lstStyle/>
        <a:p>
          <a:endParaRPr lang="en-US"/>
        </a:p>
      </dgm:t>
    </dgm:pt>
    <dgm:pt modelId="{7A902F1B-D2E3-48D8-A106-D2C36E43DAAC}" type="sibTrans" cxnId="{F11D19D4-357F-4313-B13D-D63C80EF7A98}">
      <dgm:prSet/>
      <dgm:spPr/>
      <dgm:t>
        <a:bodyPr/>
        <a:lstStyle/>
        <a:p>
          <a:endParaRPr lang="en-US"/>
        </a:p>
      </dgm:t>
    </dgm:pt>
    <dgm:pt modelId="{8DCD25F3-24F6-4C62-9A2E-A75F28977742}">
      <dgm:prSet/>
      <dgm:spPr/>
      <dgm:t>
        <a:bodyPr/>
        <a:lstStyle/>
        <a:p>
          <a:r>
            <a:rPr lang="en-DE"/>
            <a:t>Emlékeztetők használata</a:t>
          </a:r>
          <a:endParaRPr lang="en-US"/>
        </a:p>
      </dgm:t>
    </dgm:pt>
    <dgm:pt modelId="{1DF0B60B-64BF-473E-A6C1-5D5C63BD747E}" type="parTrans" cxnId="{49712A68-BB5E-4AD8-B340-FE3EA5C11BCA}">
      <dgm:prSet/>
      <dgm:spPr/>
      <dgm:t>
        <a:bodyPr/>
        <a:lstStyle/>
        <a:p>
          <a:endParaRPr lang="en-US"/>
        </a:p>
      </dgm:t>
    </dgm:pt>
    <dgm:pt modelId="{B312AE9B-8E94-4465-BFF7-C272E8345AFB}" type="sibTrans" cxnId="{49712A68-BB5E-4AD8-B340-FE3EA5C11BCA}">
      <dgm:prSet/>
      <dgm:spPr/>
      <dgm:t>
        <a:bodyPr/>
        <a:lstStyle/>
        <a:p>
          <a:endParaRPr lang="en-US"/>
        </a:p>
      </dgm:t>
    </dgm:pt>
    <dgm:pt modelId="{761C9B8A-B6C7-4534-BC74-E62AEC3CE190}">
      <dgm:prSet/>
      <dgm:spPr/>
      <dgm:t>
        <a:bodyPr/>
        <a:lstStyle/>
        <a:p>
          <a:r>
            <a:rPr lang="en-DE"/>
            <a:t>Rendszeres önellenőrzés</a:t>
          </a:r>
          <a:endParaRPr lang="en-US"/>
        </a:p>
      </dgm:t>
    </dgm:pt>
    <dgm:pt modelId="{E216F5AB-FD1B-49CB-9A9B-A107F8337BFD}" type="parTrans" cxnId="{3E417D54-9A54-4016-8F09-B67915B5C5BD}">
      <dgm:prSet/>
      <dgm:spPr/>
      <dgm:t>
        <a:bodyPr/>
        <a:lstStyle/>
        <a:p>
          <a:endParaRPr lang="en-US"/>
        </a:p>
      </dgm:t>
    </dgm:pt>
    <dgm:pt modelId="{3A3A0F53-961F-4F22-AF7E-B0ABAEE59191}" type="sibTrans" cxnId="{3E417D54-9A54-4016-8F09-B67915B5C5BD}">
      <dgm:prSet/>
      <dgm:spPr/>
      <dgm:t>
        <a:bodyPr/>
        <a:lstStyle/>
        <a:p>
          <a:endParaRPr lang="en-US"/>
        </a:p>
      </dgm:t>
    </dgm:pt>
    <dgm:pt modelId="{098E08EE-8450-43CA-9BFF-FFCE27BB23A7}" type="pres">
      <dgm:prSet presAssocID="{1B511A00-92CD-4E8A-ABD0-B7247B5EF57E}" presName="vert0" presStyleCnt="0">
        <dgm:presLayoutVars>
          <dgm:dir/>
          <dgm:animOne val="branch"/>
          <dgm:animLvl val="lvl"/>
        </dgm:presLayoutVars>
      </dgm:prSet>
      <dgm:spPr/>
    </dgm:pt>
    <dgm:pt modelId="{A3DCC5B7-DE6A-452A-B15A-888DBE0F6428}" type="pres">
      <dgm:prSet presAssocID="{1D70EBC6-63F7-410A-B04A-353747FE7628}" presName="thickLine" presStyleLbl="alignNode1" presStyleIdx="0" presStyleCnt="4"/>
      <dgm:spPr/>
    </dgm:pt>
    <dgm:pt modelId="{3DF441DA-7529-4134-B3A2-CD9E29C5DF5A}" type="pres">
      <dgm:prSet presAssocID="{1D70EBC6-63F7-410A-B04A-353747FE7628}" presName="horz1" presStyleCnt="0"/>
      <dgm:spPr/>
    </dgm:pt>
    <dgm:pt modelId="{5265833D-BA21-4E7D-9C1A-8A0CC93AA8AE}" type="pres">
      <dgm:prSet presAssocID="{1D70EBC6-63F7-410A-B04A-353747FE7628}" presName="tx1" presStyleLbl="revTx" presStyleIdx="0" presStyleCnt="4"/>
      <dgm:spPr/>
    </dgm:pt>
    <dgm:pt modelId="{541E36AD-18D0-480C-902C-89372A0843AC}" type="pres">
      <dgm:prSet presAssocID="{1D70EBC6-63F7-410A-B04A-353747FE7628}" presName="vert1" presStyleCnt="0"/>
      <dgm:spPr/>
    </dgm:pt>
    <dgm:pt modelId="{E2968156-B62F-4502-A799-5DC9C77D6CC0}" type="pres">
      <dgm:prSet presAssocID="{6BC56E76-E13F-4E2C-93E7-6688485FFAF7}" presName="thickLine" presStyleLbl="alignNode1" presStyleIdx="1" presStyleCnt="4"/>
      <dgm:spPr/>
    </dgm:pt>
    <dgm:pt modelId="{E5A1F2AA-23BB-43DB-8DBF-9D5E6D9C1A18}" type="pres">
      <dgm:prSet presAssocID="{6BC56E76-E13F-4E2C-93E7-6688485FFAF7}" presName="horz1" presStyleCnt="0"/>
      <dgm:spPr/>
    </dgm:pt>
    <dgm:pt modelId="{3C399064-795A-45DF-9A7F-DA664534C399}" type="pres">
      <dgm:prSet presAssocID="{6BC56E76-E13F-4E2C-93E7-6688485FFAF7}" presName="tx1" presStyleLbl="revTx" presStyleIdx="1" presStyleCnt="4"/>
      <dgm:spPr/>
    </dgm:pt>
    <dgm:pt modelId="{CAA13B8F-8C84-499F-B728-9B7ACD196367}" type="pres">
      <dgm:prSet presAssocID="{6BC56E76-E13F-4E2C-93E7-6688485FFAF7}" presName="vert1" presStyleCnt="0"/>
      <dgm:spPr/>
    </dgm:pt>
    <dgm:pt modelId="{4B88B342-E5AB-4E9C-AD9C-056D46FF4414}" type="pres">
      <dgm:prSet presAssocID="{8DCD25F3-24F6-4C62-9A2E-A75F28977742}" presName="thickLine" presStyleLbl="alignNode1" presStyleIdx="2" presStyleCnt="4"/>
      <dgm:spPr/>
    </dgm:pt>
    <dgm:pt modelId="{9596368F-FECC-494D-BCE9-ED1AB04C8D6D}" type="pres">
      <dgm:prSet presAssocID="{8DCD25F3-24F6-4C62-9A2E-A75F28977742}" presName="horz1" presStyleCnt="0"/>
      <dgm:spPr/>
    </dgm:pt>
    <dgm:pt modelId="{A71F1132-BCFF-49A6-9E8A-CB7E956E5ACD}" type="pres">
      <dgm:prSet presAssocID="{8DCD25F3-24F6-4C62-9A2E-A75F28977742}" presName="tx1" presStyleLbl="revTx" presStyleIdx="2" presStyleCnt="4"/>
      <dgm:spPr/>
    </dgm:pt>
    <dgm:pt modelId="{0834A8ED-3AAA-4405-B6A5-917400B10DE3}" type="pres">
      <dgm:prSet presAssocID="{8DCD25F3-24F6-4C62-9A2E-A75F28977742}" presName="vert1" presStyleCnt="0"/>
      <dgm:spPr/>
    </dgm:pt>
    <dgm:pt modelId="{D140D107-17D4-465E-8645-F1EA990F1E14}" type="pres">
      <dgm:prSet presAssocID="{761C9B8A-B6C7-4534-BC74-E62AEC3CE190}" presName="thickLine" presStyleLbl="alignNode1" presStyleIdx="3" presStyleCnt="4"/>
      <dgm:spPr/>
    </dgm:pt>
    <dgm:pt modelId="{37614C49-031B-481B-8DBC-3295DC0412C1}" type="pres">
      <dgm:prSet presAssocID="{761C9B8A-B6C7-4534-BC74-E62AEC3CE190}" presName="horz1" presStyleCnt="0"/>
      <dgm:spPr/>
    </dgm:pt>
    <dgm:pt modelId="{533972FA-4F63-4619-BD16-56B272046B05}" type="pres">
      <dgm:prSet presAssocID="{761C9B8A-B6C7-4534-BC74-E62AEC3CE190}" presName="tx1" presStyleLbl="revTx" presStyleIdx="3" presStyleCnt="4"/>
      <dgm:spPr/>
    </dgm:pt>
    <dgm:pt modelId="{1C93FD20-841D-46B4-8BFB-EAFC302043FD}" type="pres">
      <dgm:prSet presAssocID="{761C9B8A-B6C7-4534-BC74-E62AEC3CE190}" presName="vert1" presStyleCnt="0"/>
      <dgm:spPr/>
    </dgm:pt>
  </dgm:ptLst>
  <dgm:cxnLst>
    <dgm:cxn modelId="{4EFD5B09-8D9E-4FD7-9381-5FBF16D8CB93}" srcId="{1B511A00-92CD-4E8A-ABD0-B7247B5EF57E}" destId="{1D70EBC6-63F7-410A-B04A-353747FE7628}" srcOrd="0" destOrd="0" parTransId="{7D9BD62B-6458-4610-AEFB-6C90CC528C68}" sibTransId="{C3795771-BA7A-4912-BD9B-0400A6C4E4CB}"/>
    <dgm:cxn modelId="{74C5B022-C282-4E26-977E-97FD33715EAD}" type="presOf" srcId="{1B511A00-92CD-4E8A-ABD0-B7247B5EF57E}" destId="{098E08EE-8450-43CA-9BFF-FFCE27BB23A7}" srcOrd="0" destOrd="0" presId="urn:microsoft.com/office/officeart/2008/layout/LinedList"/>
    <dgm:cxn modelId="{49712A68-BB5E-4AD8-B340-FE3EA5C11BCA}" srcId="{1B511A00-92CD-4E8A-ABD0-B7247B5EF57E}" destId="{8DCD25F3-24F6-4C62-9A2E-A75F28977742}" srcOrd="2" destOrd="0" parTransId="{1DF0B60B-64BF-473E-A6C1-5D5C63BD747E}" sibTransId="{B312AE9B-8E94-4465-BFF7-C272E8345AFB}"/>
    <dgm:cxn modelId="{8E4D9C4B-1434-4B0B-B7AC-B20407CCB89D}" type="presOf" srcId="{8DCD25F3-24F6-4C62-9A2E-A75F28977742}" destId="{A71F1132-BCFF-49A6-9E8A-CB7E956E5ACD}" srcOrd="0" destOrd="0" presId="urn:microsoft.com/office/officeart/2008/layout/LinedList"/>
    <dgm:cxn modelId="{3E417D54-9A54-4016-8F09-B67915B5C5BD}" srcId="{1B511A00-92CD-4E8A-ABD0-B7247B5EF57E}" destId="{761C9B8A-B6C7-4534-BC74-E62AEC3CE190}" srcOrd="3" destOrd="0" parTransId="{E216F5AB-FD1B-49CB-9A9B-A107F8337BFD}" sibTransId="{3A3A0F53-961F-4F22-AF7E-B0ABAEE59191}"/>
    <dgm:cxn modelId="{F51538BA-F896-4F74-A317-F8DDDC2C1471}" type="presOf" srcId="{1D70EBC6-63F7-410A-B04A-353747FE7628}" destId="{5265833D-BA21-4E7D-9C1A-8A0CC93AA8AE}" srcOrd="0" destOrd="0" presId="urn:microsoft.com/office/officeart/2008/layout/LinedList"/>
    <dgm:cxn modelId="{6BF74CC8-DFF1-4F24-8B0E-97BAF139A24C}" type="presOf" srcId="{761C9B8A-B6C7-4534-BC74-E62AEC3CE190}" destId="{533972FA-4F63-4619-BD16-56B272046B05}" srcOrd="0" destOrd="0" presId="urn:microsoft.com/office/officeart/2008/layout/LinedList"/>
    <dgm:cxn modelId="{F11D19D4-357F-4313-B13D-D63C80EF7A98}" srcId="{1B511A00-92CD-4E8A-ABD0-B7247B5EF57E}" destId="{6BC56E76-E13F-4E2C-93E7-6688485FFAF7}" srcOrd="1" destOrd="0" parTransId="{A42446C2-F944-45B2-B268-C064E8731000}" sibTransId="{7A902F1B-D2E3-48D8-A106-D2C36E43DAAC}"/>
    <dgm:cxn modelId="{7453F0F0-F434-46F2-8342-36F86121B2DF}" type="presOf" srcId="{6BC56E76-E13F-4E2C-93E7-6688485FFAF7}" destId="{3C399064-795A-45DF-9A7F-DA664534C399}" srcOrd="0" destOrd="0" presId="urn:microsoft.com/office/officeart/2008/layout/LinedList"/>
    <dgm:cxn modelId="{61E9C6A9-36A7-4B7D-B201-129EE28F865C}" type="presParOf" srcId="{098E08EE-8450-43CA-9BFF-FFCE27BB23A7}" destId="{A3DCC5B7-DE6A-452A-B15A-888DBE0F6428}" srcOrd="0" destOrd="0" presId="urn:microsoft.com/office/officeart/2008/layout/LinedList"/>
    <dgm:cxn modelId="{53B64B6B-09BD-4CD1-86D6-7132C8E88BB0}" type="presParOf" srcId="{098E08EE-8450-43CA-9BFF-FFCE27BB23A7}" destId="{3DF441DA-7529-4134-B3A2-CD9E29C5DF5A}" srcOrd="1" destOrd="0" presId="urn:microsoft.com/office/officeart/2008/layout/LinedList"/>
    <dgm:cxn modelId="{E35F87FB-64A4-4355-AD9C-400CC27E78EF}" type="presParOf" srcId="{3DF441DA-7529-4134-B3A2-CD9E29C5DF5A}" destId="{5265833D-BA21-4E7D-9C1A-8A0CC93AA8AE}" srcOrd="0" destOrd="0" presId="urn:microsoft.com/office/officeart/2008/layout/LinedList"/>
    <dgm:cxn modelId="{3CF60DEF-A83E-44F7-83DA-BF7D179BA5E9}" type="presParOf" srcId="{3DF441DA-7529-4134-B3A2-CD9E29C5DF5A}" destId="{541E36AD-18D0-480C-902C-89372A0843AC}" srcOrd="1" destOrd="0" presId="urn:microsoft.com/office/officeart/2008/layout/LinedList"/>
    <dgm:cxn modelId="{F52E1E35-65E3-47A0-9717-02F7F50A5664}" type="presParOf" srcId="{098E08EE-8450-43CA-9BFF-FFCE27BB23A7}" destId="{E2968156-B62F-4502-A799-5DC9C77D6CC0}" srcOrd="2" destOrd="0" presId="urn:microsoft.com/office/officeart/2008/layout/LinedList"/>
    <dgm:cxn modelId="{F2B33559-E5F3-4179-9E9D-B57614884953}" type="presParOf" srcId="{098E08EE-8450-43CA-9BFF-FFCE27BB23A7}" destId="{E5A1F2AA-23BB-43DB-8DBF-9D5E6D9C1A18}" srcOrd="3" destOrd="0" presId="urn:microsoft.com/office/officeart/2008/layout/LinedList"/>
    <dgm:cxn modelId="{35D2B45E-13B2-47DA-8BB6-80CC353DB438}" type="presParOf" srcId="{E5A1F2AA-23BB-43DB-8DBF-9D5E6D9C1A18}" destId="{3C399064-795A-45DF-9A7F-DA664534C399}" srcOrd="0" destOrd="0" presId="urn:microsoft.com/office/officeart/2008/layout/LinedList"/>
    <dgm:cxn modelId="{6C1A7226-1C9E-4DD0-9932-0914433550AE}" type="presParOf" srcId="{E5A1F2AA-23BB-43DB-8DBF-9D5E6D9C1A18}" destId="{CAA13B8F-8C84-499F-B728-9B7ACD196367}" srcOrd="1" destOrd="0" presId="urn:microsoft.com/office/officeart/2008/layout/LinedList"/>
    <dgm:cxn modelId="{0034D770-AC98-4F9A-943F-B6E2F087076F}" type="presParOf" srcId="{098E08EE-8450-43CA-9BFF-FFCE27BB23A7}" destId="{4B88B342-E5AB-4E9C-AD9C-056D46FF4414}" srcOrd="4" destOrd="0" presId="urn:microsoft.com/office/officeart/2008/layout/LinedList"/>
    <dgm:cxn modelId="{F90395B4-E2F7-4A7D-ABEF-B6DE40BA5934}" type="presParOf" srcId="{098E08EE-8450-43CA-9BFF-FFCE27BB23A7}" destId="{9596368F-FECC-494D-BCE9-ED1AB04C8D6D}" srcOrd="5" destOrd="0" presId="urn:microsoft.com/office/officeart/2008/layout/LinedList"/>
    <dgm:cxn modelId="{C361991E-2381-4F3A-A1F9-04EC9E5FD2DD}" type="presParOf" srcId="{9596368F-FECC-494D-BCE9-ED1AB04C8D6D}" destId="{A71F1132-BCFF-49A6-9E8A-CB7E956E5ACD}" srcOrd="0" destOrd="0" presId="urn:microsoft.com/office/officeart/2008/layout/LinedList"/>
    <dgm:cxn modelId="{CD4F4220-DDCE-4D62-8B4A-544A8C48FF61}" type="presParOf" srcId="{9596368F-FECC-494D-BCE9-ED1AB04C8D6D}" destId="{0834A8ED-3AAA-4405-B6A5-917400B10DE3}" srcOrd="1" destOrd="0" presId="urn:microsoft.com/office/officeart/2008/layout/LinedList"/>
    <dgm:cxn modelId="{AC94D1A9-B2BF-441D-8DC0-8DC5284D31D8}" type="presParOf" srcId="{098E08EE-8450-43CA-9BFF-FFCE27BB23A7}" destId="{D140D107-17D4-465E-8645-F1EA990F1E14}" srcOrd="6" destOrd="0" presId="urn:microsoft.com/office/officeart/2008/layout/LinedList"/>
    <dgm:cxn modelId="{C27BE557-752E-420F-A365-F700FFF7A344}" type="presParOf" srcId="{098E08EE-8450-43CA-9BFF-FFCE27BB23A7}" destId="{37614C49-031B-481B-8DBC-3295DC0412C1}" srcOrd="7" destOrd="0" presId="urn:microsoft.com/office/officeart/2008/layout/LinedList"/>
    <dgm:cxn modelId="{E54C611B-33F0-463F-A2AA-3EF474A42ED5}" type="presParOf" srcId="{37614C49-031B-481B-8DBC-3295DC0412C1}" destId="{533972FA-4F63-4619-BD16-56B272046B05}" srcOrd="0" destOrd="0" presId="urn:microsoft.com/office/officeart/2008/layout/LinedList"/>
    <dgm:cxn modelId="{E6FAA0DA-F9A1-4CBF-BE30-CB0A2B5AC709}" type="presParOf" srcId="{37614C49-031B-481B-8DBC-3295DC0412C1}" destId="{1C93FD20-841D-46B4-8BFB-EAFC302043F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33C666-798D-42EB-91E7-FDED5B228CFC}">
      <dsp:nvSpPr>
        <dsp:cNvPr id="0" name=""/>
        <dsp:cNvSpPr/>
      </dsp:nvSpPr>
      <dsp:spPr>
        <a:xfrm>
          <a:off x="0" y="956885"/>
          <a:ext cx="2906817" cy="18458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780C7-9E59-4105-8B31-8F2EB6D3631B}">
      <dsp:nvSpPr>
        <dsp:cNvPr id="0" name=""/>
        <dsp:cNvSpPr/>
      </dsp:nvSpPr>
      <dsp:spPr>
        <a:xfrm>
          <a:off x="322979" y="1263716"/>
          <a:ext cx="2906817" cy="1845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400" kern="1200"/>
            <a:t>Időnk tudatos beosztása</a:t>
          </a:r>
          <a:endParaRPr lang="en-US" sz="3400" kern="1200"/>
        </a:p>
      </dsp:txBody>
      <dsp:txXfrm>
        <a:off x="377041" y="1317778"/>
        <a:ext cx="2798693" cy="1737704"/>
      </dsp:txXfrm>
    </dsp:sp>
    <dsp:sp modelId="{49613A84-8962-4B9C-84CB-9F05E4ED3430}">
      <dsp:nvSpPr>
        <dsp:cNvPr id="0" name=""/>
        <dsp:cNvSpPr/>
      </dsp:nvSpPr>
      <dsp:spPr>
        <a:xfrm>
          <a:off x="3552776" y="956885"/>
          <a:ext cx="2906817" cy="18458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14540-033E-44C3-B01F-6A5EE167D828}">
      <dsp:nvSpPr>
        <dsp:cNvPr id="0" name=""/>
        <dsp:cNvSpPr/>
      </dsp:nvSpPr>
      <dsp:spPr>
        <a:xfrm>
          <a:off x="3875756" y="1263716"/>
          <a:ext cx="2906817" cy="1845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400" kern="1200"/>
            <a:t>Feladatok hatékony elvégzése</a:t>
          </a:r>
          <a:endParaRPr lang="en-US" sz="3400" kern="1200"/>
        </a:p>
      </dsp:txBody>
      <dsp:txXfrm>
        <a:off x="3929818" y="1317778"/>
        <a:ext cx="2798693" cy="1737704"/>
      </dsp:txXfrm>
    </dsp:sp>
    <dsp:sp modelId="{B9ADAC34-A4A7-43D9-9B41-A5A7F36DD3FD}">
      <dsp:nvSpPr>
        <dsp:cNvPr id="0" name=""/>
        <dsp:cNvSpPr/>
      </dsp:nvSpPr>
      <dsp:spPr>
        <a:xfrm>
          <a:off x="7105553" y="956885"/>
          <a:ext cx="2906817" cy="18458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EDB55D-571E-48C3-AD9C-82225BFF3674}">
      <dsp:nvSpPr>
        <dsp:cNvPr id="0" name=""/>
        <dsp:cNvSpPr/>
      </dsp:nvSpPr>
      <dsp:spPr>
        <a:xfrm>
          <a:off x="7428532" y="1263716"/>
          <a:ext cx="2906817" cy="1845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400" kern="1200"/>
            <a:t>Teendők rendezésére</a:t>
          </a:r>
          <a:endParaRPr lang="en-US" sz="3400" kern="1200"/>
        </a:p>
      </dsp:txBody>
      <dsp:txXfrm>
        <a:off x="7482594" y="1317778"/>
        <a:ext cx="2798693" cy="17377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B06F15-34E7-4BA3-81AA-6D9B6548CC6C}">
      <dsp:nvSpPr>
        <dsp:cNvPr id="0" name=""/>
        <dsp:cNvSpPr/>
      </dsp:nvSpPr>
      <dsp:spPr>
        <a:xfrm>
          <a:off x="0" y="48444"/>
          <a:ext cx="10653579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4300" kern="1200"/>
            <a:t>Stressz csökkentése</a:t>
          </a:r>
          <a:endParaRPr lang="en-US" sz="4300" kern="1200"/>
        </a:p>
      </dsp:txBody>
      <dsp:txXfrm>
        <a:off x="50347" y="98791"/>
        <a:ext cx="10552885" cy="930660"/>
      </dsp:txXfrm>
    </dsp:sp>
    <dsp:sp modelId="{72FE583E-2C76-496D-9084-811EE1576715}">
      <dsp:nvSpPr>
        <dsp:cNvPr id="0" name=""/>
        <dsp:cNvSpPr/>
      </dsp:nvSpPr>
      <dsp:spPr>
        <a:xfrm>
          <a:off x="0" y="1203639"/>
          <a:ext cx="10653579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4300" kern="1200"/>
            <a:t>Jobb teljesítmény</a:t>
          </a:r>
          <a:endParaRPr lang="en-US" sz="4300" kern="1200"/>
        </a:p>
      </dsp:txBody>
      <dsp:txXfrm>
        <a:off x="50347" y="1253986"/>
        <a:ext cx="10552885" cy="930660"/>
      </dsp:txXfrm>
    </dsp:sp>
    <dsp:sp modelId="{3AC9AFF2-DDBE-4083-B864-CE3E7FD18A71}">
      <dsp:nvSpPr>
        <dsp:cNvPr id="0" name=""/>
        <dsp:cNvSpPr/>
      </dsp:nvSpPr>
      <dsp:spPr>
        <a:xfrm>
          <a:off x="0" y="2358834"/>
          <a:ext cx="10653579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4300" kern="1200"/>
            <a:t>Határidők betartása</a:t>
          </a:r>
          <a:endParaRPr lang="en-US" sz="4300" kern="1200"/>
        </a:p>
      </dsp:txBody>
      <dsp:txXfrm>
        <a:off x="50347" y="2409181"/>
        <a:ext cx="10552885" cy="930660"/>
      </dsp:txXfrm>
    </dsp:sp>
    <dsp:sp modelId="{693947E0-3049-4156-98F6-494EACB4ABA1}">
      <dsp:nvSpPr>
        <dsp:cNvPr id="0" name=""/>
        <dsp:cNvSpPr/>
      </dsp:nvSpPr>
      <dsp:spPr>
        <a:xfrm>
          <a:off x="0" y="3514029"/>
          <a:ext cx="10653579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4300" kern="1200"/>
            <a:t>Több szabadidő</a:t>
          </a:r>
          <a:endParaRPr lang="en-US" sz="4300" kern="1200"/>
        </a:p>
      </dsp:txBody>
      <dsp:txXfrm>
        <a:off x="50347" y="3564376"/>
        <a:ext cx="10552885" cy="9306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8202AC-C065-4310-AB27-CC71191ECE75}">
      <dsp:nvSpPr>
        <dsp:cNvPr id="0" name=""/>
        <dsp:cNvSpPr/>
      </dsp:nvSpPr>
      <dsp:spPr>
        <a:xfrm>
          <a:off x="0" y="278818"/>
          <a:ext cx="6949440" cy="11992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5000" kern="1200"/>
            <a:t>Halogatás</a:t>
          </a:r>
          <a:endParaRPr lang="en-US" sz="5000" kern="1200"/>
        </a:p>
      </dsp:txBody>
      <dsp:txXfrm>
        <a:off x="58543" y="337361"/>
        <a:ext cx="6832354" cy="1082164"/>
      </dsp:txXfrm>
    </dsp:sp>
    <dsp:sp modelId="{873F6066-A33C-418D-8D4D-8F5A8A97DB1E}">
      <dsp:nvSpPr>
        <dsp:cNvPr id="0" name=""/>
        <dsp:cNvSpPr/>
      </dsp:nvSpPr>
      <dsp:spPr>
        <a:xfrm>
          <a:off x="0" y="1622068"/>
          <a:ext cx="6949440" cy="1199250"/>
        </a:xfrm>
        <a:prstGeom prst="roundRect">
          <a:avLst/>
        </a:prstGeom>
        <a:solidFill>
          <a:schemeClr val="accent2">
            <a:hueOff val="-347110"/>
            <a:satOff val="-7210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5000" kern="1200"/>
            <a:t>Közösségi m</a:t>
          </a:r>
          <a:r>
            <a:rPr lang="hu-HU" sz="5000" kern="1200"/>
            <a:t>e</a:t>
          </a:r>
          <a:r>
            <a:rPr lang="en-DE" sz="5000" kern="1200"/>
            <a:t>dia</a:t>
          </a:r>
          <a:endParaRPr lang="en-US" sz="5000" kern="1200"/>
        </a:p>
      </dsp:txBody>
      <dsp:txXfrm>
        <a:off x="58543" y="1680611"/>
        <a:ext cx="6832354" cy="1082164"/>
      </dsp:txXfrm>
    </dsp:sp>
    <dsp:sp modelId="{FED78753-E7C2-45B3-BC7A-FE48FD716741}">
      <dsp:nvSpPr>
        <dsp:cNvPr id="0" name=""/>
        <dsp:cNvSpPr/>
      </dsp:nvSpPr>
      <dsp:spPr>
        <a:xfrm>
          <a:off x="0" y="2965318"/>
          <a:ext cx="6949440" cy="1199250"/>
        </a:xfrm>
        <a:prstGeom prst="roundRect">
          <a:avLst/>
        </a:prstGeom>
        <a:solidFill>
          <a:schemeClr val="accent2">
            <a:hueOff val="-694219"/>
            <a:satOff val="-14421"/>
            <a:lumOff val="-39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5000" kern="1200"/>
            <a:t>Rossz tervezés</a:t>
          </a:r>
          <a:endParaRPr lang="en-US" sz="5000" kern="1200"/>
        </a:p>
      </dsp:txBody>
      <dsp:txXfrm>
        <a:off x="58543" y="3023861"/>
        <a:ext cx="6832354" cy="1082164"/>
      </dsp:txXfrm>
    </dsp:sp>
    <dsp:sp modelId="{00AC53B0-9938-41BC-8D07-FDCDD3DBEDCA}">
      <dsp:nvSpPr>
        <dsp:cNvPr id="0" name=""/>
        <dsp:cNvSpPr/>
      </dsp:nvSpPr>
      <dsp:spPr>
        <a:xfrm>
          <a:off x="0" y="4308569"/>
          <a:ext cx="6949440" cy="1199250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5000" kern="1200"/>
            <a:t>Fókusz megszakítása</a:t>
          </a:r>
          <a:endParaRPr lang="en-US" sz="5000" kern="1200"/>
        </a:p>
      </dsp:txBody>
      <dsp:txXfrm>
        <a:off x="58543" y="4367112"/>
        <a:ext cx="6832354" cy="10821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E7C0A7-F1CD-408B-9488-57980FBE1916}">
      <dsp:nvSpPr>
        <dsp:cNvPr id="0" name=""/>
        <dsp:cNvSpPr/>
      </dsp:nvSpPr>
      <dsp:spPr>
        <a:xfrm>
          <a:off x="0" y="906298"/>
          <a:ext cx="6949440" cy="9114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800" kern="1200"/>
            <a:t>Napi, heti tervek készítése</a:t>
          </a:r>
          <a:endParaRPr lang="en-US" sz="3800" kern="1200"/>
        </a:p>
      </dsp:txBody>
      <dsp:txXfrm>
        <a:off x="44492" y="950790"/>
        <a:ext cx="6860456" cy="822446"/>
      </dsp:txXfrm>
    </dsp:sp>
    <dsp:sp modelId="{8F0C370A-ED4D-4179-8A51-5288B39713D8}">
      <dsp:nvSpPr>
        <dsp:cNvPr id="0" name=""/>
        <dsp:cNvSpPr/>
      </dsp:nvSpPr>
      <dsp:spPr>
        <a:xfrm>
          <a:off x="0" y="1927168"/>
          <a:ext cx="6949440" cy="911430"/>
        </a:xfrm>
        <a:prstGeom prst="roundRect">
          <a:avLst/>
        </a:prstGeom>
        <a:solidFill>
          <a:schemeClr val="accent2">
            <a:hueOff val="-347110"/>
            <a:satOff val="-7210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800" kern="1200"/>
            <a:t>Idősávok kijelölése</a:t>
          </a:r>
          <a:endParaRPr lang="en-US" sz="3800" kern="1200"/>
        </a:p>
      </dsp:txBody>
      <dsp:txXfrm>
        <a:off x="44492" y="1971660"/>
        <a:ext cx="6860456" cy="822446"/>
      </dsp:txXfrm>
    </dsp:sp>
    <dsp:sp modelId="{BE510E3D-A451-495A-AEF2-66EE4A4B9C87}">
      <dsp:nvSpPr>
        <dsp:cNvPr id="0" name=""/>
        <dsp:cNvSpPr/>
      </dsp:nvSpPr>
      <dsp:spPr>
        <a:xfrm>
          <a:off x="0" y="2948038"/>
          <a:ext cx="6949440" cy="911430"/>
        </a:xfrm>
        <a:prstGeom prst="roundRect">
          <a:avLst/>
        </a:prstGeom>
        <a:solidFill>
          <a:schemeClr val="accent2">
            <a:hueOff val="-694219"/>
            <a:satOff val="-14421"/>
            <a:lumOff val="-39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800" kern="1200"/>
            <a:t>Szünetek tudatos használata</a:t>
          </a:r>
          <a:endParaRPr lang="en-US" sz="3800" kern="1200"/>
        </a:p>
      </dsp:txBody>
      <dsp:txXfrm>
        <a:off x="44492" y="2992530"/>
        <a:ext cx="6860456" cy="822446"/>
      </dsp:txXfrm>
    </dsp:sp>
    <dsp:sp modelId="{D6A14140-2454-4B53-8EAE-D611E2B6A42B}">
      <dsp:nvSpPr>
        <dsp:cNvPr id="0" name=""/>
        <dsp:cNvSpPr/>
      </dsp:nvSpPr>
      <dsp:spPr>
        <a:xfrm>
          <a:off x="0" y="3968909"/>
          <a:ext cx="6949440" cy="911430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800" kern="1200"/>
            <a:t>Feladatok priorizálása</a:t>
          </a:r>
          <a:endParaRPr lang="en-US" sz="3800" kern="1200"/>
        </a:p>
      </dsp:txBody>
      <dsp:txXfrm>
        <a:off x="44492" y="4013401"/>
        <a:ext cx="6860456" cy="8224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DCC5B7-DE6A-452A-B15A-888DBE0F6428}">
      <dsp:nvSpPr>
        <dsp:cNvPr id="0" name=""/>
        <dsp:cNvSpPr/>
      </dsp:nvSpPr>
      <dsp:spPr>
        <a:xfrm>
          <a:off x="0" y="0"/>
          <a:ext cx="69494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65833D-BA21-4E7D-9C1A-8A0CC93AA8AE}">
      <dsp:nvSpPr>
        <dsp:cNvPr id="0" name=""/>
        <dsp:cNvSpPr/>
      </dsp:nvSpPr>
      <dsp:spPr>
        <a:xfrm>
          <a:off x="0" y="0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4000" kern="1200"/>
            <a:t>Reális célok kitűzése</a:t>
          </a:r>
          <a:endParaRPr lang="en-US" sz="4000" kern="1200"/>
        </a:p>
      </dsp:txBody>
      <dsp:txXfrm>
        <a:off x="0" y="0"/>
        <a:ext cx="6949440" cy="1446659"/>
      </dsp:txXfrm>
    </dsp:sp>
    <dsp:sp modelId="{E2968156-B62F-4502-A799-5DC9C77D6CC0}">
      <dsp:nvSpPr>
        <dsp:cNvPr id="0" name=""/>
        <dsp:cNvSpPr/>
      </dsp:nvSpPr>
      <dsp:spPr>
        <a:xfrm>
          <a:off x="0" y="1446659"/>
          <a:ext cx="6949440" cy="0"/>
        </a:xfrm>
        <a:prstGeom prst="line">
          <a:avLst/>
        </a:prstGeom>
        <a:solidFill>
          <a:schemeClr val="accent2">
            <a:hueOff val="-347110"/>
            <a:satOff val="-7210"/>
            <a:lumOff val="-1961"/>
            <a:alphaOff val="0"/>
          </a:schemeClr>
        </a:solidFill>
        <a:ln w="12700" cap="flat" cmpd="sng" algn="ctr">
          <a:solidFill>
            <a:schemeClr val="accent2">
              <a:hueOff val="-347110"/>
              <a:satOff val="-7210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399064-795A-45DF-9A7F-DA664534C399}">
      <dsp:nvSpPr>
        <dsp:cNvPr id="0" name=""/>
        <dsp:cNvSpPr/>
      </dsp:nvSpPr>
      <dsp:spPr>
        <a:xfrm>
          <a:off x="0" y="1446659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4000" kern="1200"/>
            <a:t>Fontos feladatokat először, másokat később</a:t>
          </a:r>
          <a:endParaRPr lang="en-US" sz="4000" kern="1200"/>
        </a:p>
      </dsp:txBody>
      <dsp:txXfrm>
        <a:off x="0" y="1446659"/>
        <a:ext cx="6949440" cy="1446659"/>
      </dsp:txXfrm>
    </dsp:sp>
    <dsp:sp modelId="{4B88B342-E5AB-4E9C-AD9C-056D46FF4414}">
      <dsp:nvSpPr>
        <dsp:cNvPr id="0" name=""/>
        <dsp:cNvSpPr/>
      </dsp:nvSpPr>
      <dsp:spPr>
        <a:xfrm>
          <a:off x="0" y="2893318"/>
          <a:ext cx="6949440" cy="0"/>
        </a:xfrm>
        <a:prstGeom prst="line">
          <a:avLst/>
        </a:prstGeom>
        <a:solidFill>
          <a:schemeClr val="accent2">
            <a:hueOff val="-694219"/>
            <a:satOff val="-14421"/>
            <a:lumOff val="-3921"/>
            <a:alphaOff val="0"/>
          </a:schemeClr>
        </a:solidFill>
        <a:ln w="12700" cap="flat" cmpd="sng" algn="ctr">
          <a:solidFill>
            <a:schemeClr val="accent2">
              <a:hueOff val="-694219"/>
              <a:satOff val="-14421"/>
              <a:lumOff val="-39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1F1132-BCFF-49A6-9E8A-CB7E956E5ACD}">
      <dsp:nvSpPr>
        <dsp:cNvPr id="0" name=""/>
        <dsp:cNvSpPr/>
      </dsp:nvSpPr>
      <dsp:spPr>
        <a:xfrm>
          <a:off x="0" y="2893318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4000" kern="1200"/>
            <a:t>Emlékeztetők használata</a:t>
          </a:r>
          <a:endParaRPr lang="en-US" sz="4000" kern="1200"/>
        </a:p>
      </dsp:txBody>
      <dsp:txXfrm>
        <a:off x="0" y="2893318"/>
        <a:ext cx="6949440" cy="1446659"/>
      </dsp:txXfrm>
    </dsp:sp>
    <dsp:sp modelId="{D140D107-17D4-465E-8645-F1EA990F1E14}">
      <dsp:nvSpPr>
        <dsp:cNvPr id="0" name=""/>
        <dsp:cNvSpPr/>
      </dsp:nvSpPr>
      <dsp:spPr>
        <a:xfrm>
          <a:off x="0" y="4339978"/>
          <a:ext cx="6949440" cy="0"/>
        </a:xfrm>
        <a:prstGeom prst="line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3972FA-4F63-4619-BD16-56B272046B05}">
      <dsp:nvSpPr>
        <dsp:cNvPr id="0" name=""/>
        <dsp:cNvSpPr/>
      </dsp:nvSpPr>
      <dsp:spPr>
        <a:xfrm>
          <a:off x="0" y="4339978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4000" kern="1200"/>
            <a:t>Rendszeres önellenőrzés</a:t>
          </a:r>
          <a:endParaRPr lang="en-US" sz="4000" kern="1200"/>
        </a:p>
      </dsp:txBody>
      <dsp:txXfrm>
        <a:off x="0" y="4339978"/>
        <a:ext cx="6949440" cy="14466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242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08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88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281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131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80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66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18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13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306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036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221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openai.com/" TargetMode="External"/><Relationship Id="rId2" Type="http://schemas.openxmlformats.org/officeDocument/2006/relationships/hyperlink" Target="https://hu.wikipedia.org/wiki/Id&#337;gazd&#225;lkod&#225;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eladatok.hu/#mi-az-idogazdalkodas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F7FE20-7E59-1BE6-3D7C-7EF3FA3B9E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F15DF8A-891A-1965-E372-1BA1F3B9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67E7BC7-86BA-6962-6D2B-9329EA865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73219" y="898373"/>
            <a:ext cx="4470544" cy="3474720"/>
          </a:xfrm>
        </p:spPr>
        <p:txBody>
          <a:bodyPr anchor="b">
            <a:normAutofit/>
          </a:bodyPr>
          <a:lstStyle/>
          <a:p>
            <a:pPr algn="l"/>
            <a:r>
              <a:rPr lang="en-DE" sz="4100"/>
              <a:t>Időgazdálkodás</a:t>
            </a:r>
            <a:endParaRPr lang="hu-HU" sz="410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8A22474-3F69-7F05-B904-CF5855F5DE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82646" y="4495013"/>
            <a:ext cx="4116410" cy="1386840"/>
          </a:xfrm>
        </p:spPr>
        <p:txBody>
          <a:bodyPr anchor="t">
            <a:normAutofit/>
          </a:bodyPr>
          <a:lstStyle/>
          <a:p>
            <a:pPr algn="l"/>
            <a:r>
              <a:rPr lang="en-DE" sz="2200" dirty="0"/>
              <a:t>Molek Tamás Sándor</a:t>
            </a:r>
          </a:p>
          <a:p>
            <a:pPr algn="l"/>
            <a:r>
              <a:rPr lang="en-DE" sz="2200" dirty="0"/>
              <a:t>12.E</a:t>
            </a:r>
            <a:endParaRPr lang="hu-HU" sz="2200" dirty="0"/>
          </a:p>
        </p:txBody>
      </p:sp>
    </p:spTree>
    <p:extLst>
      <p:ext uri="{BB962C8B-B14F-4D97-AF65-F5344CB8AC3E}">
        <p14:creationId xmlns:p14="http://schemas.microsoft.com/office/powerpoint/2010/main" val="3468775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AE69837-2BAC-31FA-E411-EA2126E91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DE" dirty="0"/>
              <a:t>Mi </a:t>
            </a:r>
            <a:r>
              <a:rPr lang="en-DE" dirty="0" err="1"/>
              <a:t>az</a:t>
            </a:r>
            <a:r>
              <a:rPr lang="en-DE" dirty="0"/>
              <a:t> </a:t>
            </a:r>
            <a:r>
              <a:rPr lang="en-DE" dirty="0" err="1"/>
              <a:t>az</a:t>
            </a:r>
            <a:r>
              <a:rPr lang="en-DE" dirty="0"/>
              <a:t> </a:t>
            </a:r>
            <a:r>
              <a:rPr lang="en-DE" dirty="0" err="1"/>
              <a:t>időgazdálkodás</a:t>
            </a:r>
            <a:r>
              <a:rPr lang="en-DE" dirty="0"/>
              <a:t>?</a:t>
            </a:r>
            <a:endParaRPr lang="hu-HU"/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9F3B42AF-2A4C-F5FF-75D5-41B1CBA63D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3092803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0352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FBFE2A-7CAD-E343-F071-FD29F3A45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 err="1"/>
              <a:t>Miért</a:t>
            </a:r>
            <a:r>
              <a:rPr lang="en-DE" dirty="0"/>
              <a:t> </a:t>
            </a:r>
            <a:r>
              <a:rPr lang="en-DE" dirty="0" err="1"/>
              <a:t>fontos</a:t>
            </a:r>
            <a:r>
              <a:rPr lang="en-DE" dirty="0"/>
              <a:t>?</a:t>
            </a:r>
            <a:endParaRPr lang="hu-HU" dirty="0"/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1653B2AC-A864-28A4-E0B5-AF27EC73863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7934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2C99483-4ECE-BD92-C701-D47BA44F3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DE" sz="4000"/>
              <a:t>Gyakori időrablók</a:t>
            </a:r>
            <a:endParaRPr lang="hu-HU" sz="4000"/>
          </a:p>
        </p:txBody>
      </p:sp>
      <p:graphicFrame>
        <p:nvGraphicFramePr>
          <p:cNvPr id="12" name="Tartalom helye 2">
            <a:extLst>
              <a:ext uri="{FF2B5EF4-FFF2-40B4-BE49-F238E27FC236}">
                <a16:creationId xmlns:a16="http://schemas.microsoft.com/office/drawing/2014/main" id="{88E60C43-BC61-9163-F288-ADCF9CD64D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5568629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170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2B29DC6-7A07-B47B-FA7B-2FCE2C993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DE" sz="4000"/>
              <a:t>Módszerek</a:t>
            </a:r>
            <a:endParaRPr lang="hu-HU" sz="4000"/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2EE1F964-98DF-F72F-1EF7-EA5872D7C5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3635764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5071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CAC37E9-0942-DA29-671E-299AEB4A3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DE" sz="4000"/>
              <a:t>Tippek</a:t>
            </a:r>
            <a:endParaRPr lang="hu-HU" sz="4000"/>
          </a:p>
        </p:txBody>
      </p:sp>
      <p:graphicFrame>
        <p:nvGraphicFramePr>
          <p:cNvPr id="7" name="Tartalom helye 2">
            <a:extLst>
              <a:ext uri="{FF2B5EF4-FFF2-40B4-BE49-F238E27FC236}">
                <a16:creationId xmlns:a16="http://schemas.microsoft.com/office/drawing/2014/main" id="{8CD5401D-349B-0B7B-B6BA-68FF58944F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2968458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4273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5DB7438-E4E1-A305-8ABF-2CCDF2B72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 err="1"/>
              <a:t>Források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425B00E-FE4B-BD03-DF1E-AFC8CB868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hlinkClick r:id="rId2"/>
              </a:rPr>
              <a:t>https://hu.wikipedia.org/wiki/Időgazdálkodás</a:t>
            </a:r>
            <a:r>
              <a:rPr lang="en-DE" dirty="0"/>
              <a:t> </a:t>
            </a:r>
          </a:p>
          <a:p>
            <a:r>
              <a:rPr lang="en-DE" dirty="0">
                <a:hlinkClick r:id="rId3"/>
              </a:rPr>
              <a:t>https://chat.openai.com/</a:t>
            </a:r>
            <a:r>
              <a:rPr lang="en-DE" dirty="0"/>
              <a:t> </a:t>
            </a:r>
          </a:p>
          <a:p>
            <a:r>
              <a:rPr lang="hu-HU" dirty="0">
                <a:hlinkClick r:id="rId4"/>
              </a:rPr>
              <a:t>https://feladatok.hu/#mi-az-idogazdalkodas</a:t>
            </a:r>
            <a:r>
              <a:rPr lang="en-DE"/>
              <a:t> 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14427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B0E11C-5A0A-4F25-202F-22E0BDF5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E" dirty="0" err="1"/>
              <a:t>Köszönöm</a:t>
            </a:r>
            <a:r>
              <a:rPr lang="en-DE" dirty="0"/>
              <a:t> a </a:t>
            </a:r>
            <a:r>
              <a:rPr lang="en-DE" dirty="0" err="1"/>
              <a:t>figyelmet</a:t>
            </a:r>
            <a:r>
              <a:rPr lang="en-DE" dirty="0"/>
              <a:t>!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D0C0F6A-F70B-4CBD-2E4D-E90D2491A9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1266818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100</Words>
  <Application>Microsoft Office PowerPoint</Application>
  <PresentationFormat>Szélesvásznú</PresentationFormat>
  <Paragraphs>32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1" baseType="lpstr">
      <vt:lpstr>Arial</vt:lpstr>
      <vt:lpstr>Neue Haas Grotesk Text Pro</vt:lpstr>
      <vt:lpstr>VanillaVTI</vt:lpstr>
      <vt:lpstr>Időgazdálkodás</vt:lpstr>
      <vt:lpstr>Mi az az időgazdálkodás?</vt:lpstr>
      <vt:lpstr>Miért fontos?</vt:lpstr>
      <vt:lpstr>Gyakori időrablók</vt:lpstr>
      <vt:lpstr>Módszerek</vt:lpstr>
      <vt:lpstr>Tippek</vt:lpstr>
      <vt:lpstr>Források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1</cp:revision>
  <dcterms:created xsi:type="dcterms:W3CDTF">2026-01-24T20:19:18Z</dcterms:created>
  <dcterms:modified xsi:type="dcterms:W3CDTF">2026-01-24T20:32:42Z</dcterms:modified>
</cp:coreProperties>
</file>