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DCC241-01B2-4D7B-B6A4-B2CEAB91A46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7236CEC-54A8-412F-A013-D1DED3BFFA99}">
      <dgm:prSet/>
      <dgm:spPr/>
      <dgm:t>
        <a:bodyPr/>
        <a:lstStyle/>
        <a:p>
          <a:r>
            <a:rPr lang="hu-HU"/>
            <a:t>Alacsony szintű: </a:t>
          </a:r>
          <a:endParaRPr lang="en-US"/>
        </a:p>
      </dgm:t>
    </dgm:pt>
    <dgm:pt modelId="{77AB21E3-2886-45FC-A348-BB1640B56611}" type="parTrans" cxnId="{6ABD74B0-F205-4520-86C5-87559E8AAFD9}">
      <dgm:prSet/>
      <dgm:spPr/>
      <dgm:t>
        <a:bodyPr/>
        <a:lstStyle/>
        <a:p>
          <a:endParaRPr lang="en-US"/>
        </a:p>
      </dgm:t>
    </dgm:pt>
    <dgm:pt modelId="{95FD7664-4EF1-4F70-9DAB-76E95AD8D609}" type="sibTrans" cxnId="{6ABD74B0-F205-4520-86C5-87559E8AAFD9}">
      <dgm:prSet/>
      <dgm:spPr/>
      <dgm:t>
        <a:bodyPr/>
        <a:lstStyle/>
        <a:p>
          <a:endParaRPr lang="en-US"/>
        </a:p>
      </dgm:t>
    </dgm:pt>
    <dgm:pt modelId="{156E2B46-B064-4C79-B365-0AF2B8ACBA3E}">
      <dgm:prSet/>
      <dgm:spPr/>
      <dgm:t>
        <a:bodyPr/>
        <a:lstStyle/>
        <a:p>
          <a:r>
            <a:rPr lang="en-DE"/>
            <a:t>G</a:t>
          </a:r>
          <a:r>
            <a:rPr lang="hu-HU"/>
            <a:t>épközeli működés</a:t>
          </a:r>
          <a:endParaRPr lang="en-US"/>
        </a:p>
      </dgm:t>
    </dgm:pt>
    <dgm:pt modelId="{39C320A4-4D8F-4DF3-9A71-944CAD785775}" type="parTrans" cxnId="{761878FC-F0E8-4B46-BB38-489C9BDA562E}">
      <dgm:prSet/>
      <dgm:spPr/>
      <dgm:t>
        <a:bodyPr/>
        <a:lstStyle/>
        <a:p>
          <a:endParaRPr lang="en-US"/>
        </a:p>
      </dgm:t>
    </dgm:pt>
    <dgm:pt modelId="{7D9EE0D8-59A7-45C3-9126-547BA22F883C}" type="sibTrans" cxnId="{761878FC-F0E8-4B46-BB38-489C9BDA562E}">
      <dgm:prSet/>
      <dgm:spPr/>
      <dgm:t>
        <a:bodyPr/>
        <a:lstStyle/>
        <a:p>
          <a:endParaRPr lang="en-US"/>
        </a:p>
      </dgm:t>
    </dgm:pt>
    <dgm:pt modelId="{418E30FC-CA7A-4937-8776-DDA6E5DCEAB9}">
      <dgm:prSet/>
      <dgm:spPr/>
      <dgm:t>
        <a:bodyPr/>
        <a:lstStyle/>
        <a:p>
          <a:r>
            <a:rPr lang="en-DE"/>
            <a:t>Gyors és erőforrás-hatékony</a:t>
          </a:r>
          <a:endParaRPr lang="en-US"/>
        </a:p>
      </dgm:t>
    </dgm:pt>
    <dgm:pt modelId="{04CD701F-F75B-4619-BA4F-E06595A39BFE}" type="parTrans" cxnId="{61D2B15B-9486-40FA-9FDD-CF4F7D1927BD}">
      <dgm:prSet/>
      <dgm:spPr/>
      <dgm:t>
        <a:bodyPr/>
        <a:lstStyle/>
        <a:p>
          <a:endParaRPr lang="en-US"/>
        </a:p>
      </dgm:t>
    </dgm:pt>
    <dgm:pt modelId="{42F6CE8B-2FB5-44F1-84A7-467AB88B1CE1}" type="sibTrans" cxnId="{61D2B15B-9486-40FA-9FDD-CF4F7D1927BD}">
      <dgm:prSet/>
      <dgm:spPr/>
      <dgm:t>
        <a:bodyPr/>
        <a:lstStyle/>
        <a:p>
          <a:endParaRPr lang="en-US"/>
        </a:p>
      </dgm:t>
    </dgm:pt>
    <dgm:pt modelId="{5D0220E1-B712-429A-93FD-3E083E38EC37}">
      <dgm:prSet/>
      <dgm:spPr/>
      <dgm:t>
        <a:bodyPr/>
        <a:lstStyle/>
        <a:p>
          <a:r>
            <a:rPr lang="en-DE"/>
            <a:t>Magas szint</a:t>
          </a:r>
          <a:endParaRPr lang="en-US"/>
        </a:p>
      </dgm:t>
    </dgm:pt>
    <dgm:pt modelId="{02EBC2BD-FBC1-488C-B4A9-62848FB96A95}" type="parTrans" cxnId="{D6E403E9-9D2E-41E2-BA6A-7BFBBEC9A557}">
      <dgm:prSet/>
      <dgm:spPr/>
      <dgm:t>
        <a:bodyPr/>
        <a:lstStyle/>
        <a:p>
          <a:endParaRPr lang="en-US"/>
        </a:p>
      </dgm:t>
    </dgm:pt>
    <dgm:pt modelId="{6DD91468-5654-4A5C-9273-2FB3D9CDE1F5}" type="sibTrans" cxnId="{D6E403E9-9D2E-41E2-BA6A-7BFBBEC9A557}">
      <dgm:prSet/>
      <dgm:spPr/>
      <dgm:t>
        <a:bodyPr/>
        <a:lstStyle/>
        <a:p>
          <a:endParaRPr lang="en-US"/>
        </a:p>
      </dgm:t>
    </dgm:pt>
    <dgm:pt modelId="{BF04E8C8-C90A-4153-8790-59734E2DDD8C}">
      <dgm:prSet/>
      <dgm:spPr/>
      <dgm:t>
        <a:bodyPr/>
        <a:lstStyle/>
        <a:p>
          <a:r>
            <a:rPr lang="en-DE"/>
            <a:t>Közelebb az emberi nyelvhez</a:t>
          </a:r>
          <a:endParaRPr lang="en-US"/>
        </a:p>
      </dgm:t>
    </dgm:pt>
    <dgm:pt modelId="{629FA0EA-C32B-4B10-B1BD-4DC25CC5D0C7}" type="parTrans" cxnId="{A77F5C0E-4636-4364-AD98-29DCAFC09925}">
      <dgm:prSet/>
      <dgm:spPr/>
      <dgm:t>
        <a:bodyPr/>
        <a:lstStyle/>
        <a:p>
          <a:endParaRPr lang="en-US"/>
        </a:p>
      </dgm:t>
    </dgm:pt>
    <dgm:pt modelId="{5A4EF253-2E2B-4DE9-8E29-D23CECAAB12C}" type="sibTrans" cxnId="{A77F5C0E-4636-4364-AD98-29DCAFC09925}">
      <dgm:prSet/>
      <dgm:spPr/>
      <dgm:t>
        <a:bodyPr/>
        <a:lstStyle/>
        <a:p>
          <a:endParaRPr lang="en-US"/>
        </a:p>
      </dgm:t>
    </dgm:pt>
    <dgm:pt modelId="{399BF96A-EC52-4B9A-AF1D-B4A84ED565B8}">
      <dgm:prSet/>
      <dgm:spPr/>
      <dgm:t>
        <a:bodyPr/>
        <a:lstStyle/>
        <a:p>
          <a:r>
            <a:rPr lang="en-DE"/>
            <a:t>Könnyebb olvasni</a:t>
          </a:r>
          <a:endParaRPr lang="en-US"/>
        </a:p>
      </dgm:t>
    </dgm:pt>
    <dgm:pt modelId="{845BF9CD-B64D-4EFB-8709-713691E36185}" type="parTrans" cxnId="{1C658202-4889-4B20-88D4-DBD4FD69503C}">
      <dgm:prSet/>
      <dgm:spPr/>
      <dgm:t>
        <a:bodyPr/>
        <a:lstStyle/>
        <a:p>
          <a:endParaRPr lang="en-US"/>
        </a:p>
      </dgm:t>
    </dgm:pt>
    <dgm:pt modelId="{1335CBCA-0FAA-4F9D-9B99-B171650C896F}" type="sibTrans" cxnId="{1C658202-4889-4B20-88D4-DBD4FD69503C}">
      <dgm:prSet/>
      <dgm:spPr/>
      <dgm:t>
        <a:bodyPr/>
        <a:lstStyle/>
        <a:p>
          <a:endParaRPr lang="en-US"/>
        </a:p>
      </dgm:t>
    </dgm:pt>
    <dgm:pt modelId="{A4E1911C-655B-4E61-9D9F-94459187C00D}" type="pres">
      <dgm:prSet presAssocID="{2ADCC241-01B2-4D7B-B6A4-B2CEAB91A463}" presName="linear" presStyleCnt="0">
        <dgm:presLayoutVars>
          <dgm:animLvl val="lvl"/>
          <dgm:resizeHandles val="exact"/>
        </dgm:presLayoutVars>
      </dgm:prSet>
      <dgm:spPr/>
    </dgm:pt>
    <dgm:pt modelId="{4C624533-43E6-49DC-8399-F471EE8F5C32}" type="pres">
      <dgm:prSet presAssocID="{37236CEC-54A8-412F-A013-D1DED3BFFA9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F74344B-CF53-4FA6-85AC-1117F908D2FE}" type="pres">
      <dgm:prSet presAssocID="{37236CEC-54A8-412F-A013-D1DED3BFFA99}" presName="childText" presStyleLbl="revTx" presStyleIdx="0" presStyleCnt="2">
        <dgm:presLayoutVars>
          <dgm:bulletEnabled val="1"/>
        </dgm:presLayoutVars>
      </dgm:prSet>
      <dgm:spPr/>
    </dgm:pt>
    <dgm:pt modelId="{BCB0CA88-E595-4206-96E6-FE67A5120370}" type="pres">
      <dgm:prSet presAssocID="{5D0220E1-B712-429A-93FD-3E083E38EC3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6C7EF3A-E1A3-4A48-B71F-BBFA73D4854D}" type="pres">
      <dgm:prSet presAssocID="{5D0220E1-B712-429A-93FD-3E083E38EC3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C658202-4889-4B20-88D4-DBD4FD69503C}" srcId="{5D0220E1-B712-429A-93FD-3E083E38EC37}" destId="{399BF96A-EC52-4B9A-AF1D-B4A84ED565B8}" srcOrd="1" destOrd="0" parTransId="{845BF9CD-B64D-4EFB-8709-713691E36185}" sibTransId="{1335CBCA-0FAA-4F9D-9B99-B171650C896F}"/>
    <dgm:cxn modelId="{E5678005-79D8-4843-BE38-BCD19DFC9B0A}" type="presOf" srcId="{2ADCC241-01B2-4D7B-B6A4-B2CEAB91A463}" destId="{A4E1911C-655B-4E61-9D9F-94459187C00D}" srcOrd="0" destOrd="0" presId="urn:microsoft.com/office/officeart/2005/8/layout/vList2"/>
    <dgm:cxn modelId="{A77F5C0E-4636-4364-AD98-29DCAFC09925}" srcId="{5D0220E1-B712-429A-93FD-3E083E38EC37}" destId="{BF04E8C8-C90A-4153-8790-59734E2DDD8C}" srcOrd="0" destOrd="0" parTransId="{629FA0EA-C32B-4B10-B1BD-4DC25CC5D0C7}" sibTransId="{5A4EF253-2E2B-4DE9-8E29-D23CECAAB12C}"/>
    <dgm:cxn modelId="{9B2E1B29-F23F-4B23-8CDB-373D4F7ECD41}" type="presOf" srcId="{5D0220E1-B712-429A-93FD-3E083E38EC37}" destId="{BCB0CA88-E595-4206-96E6-FE67A5120370}" srcOrd="0" destOrd="0" presId="urn:microsoft.com/office/officeart/2005/8/layout/vList2"/>
    <dgm:cxn modelId="{61D2B15B-9486-40FA-9FDD-CF4F7D1927BD}" srcId="{37236CEC-54A8-412F-A013-D1DED3BFFA99}" destId="{418E30FC-CA7A-4937-8776-DDA6E5DCEAB9}" srcOrd="1" destOrd="0" parTransId="{04CD701F-F75B-4619-BA4F-E06595A39BFE}" sibTransId="{42F6CE8B-2FB5-44F1-84A7-467AB88B1CE1}"/>
    <dgm:cxn modelId="{1A59B2A3-C3E2-46E0-82DC-366AB1372289}" type="presOf" srcId="{418E30FC-CA7A-4937-8776-DDA6E5DCEAB9}" destId="{9F74344B-CF53-4FA6-85AC-1117F908D2FE}" srcOrd="0" destOrd="1" presId="urn:microsoft.com/office/officeart/2005/8/layout/vList2"/>
    <dgm:cxn modelId="{C33370A8-26B0-46AF-8428-632B1D30B716}" type="presOf" srcId="{BF04E8C8-C90A-4153-8790-59734E2DDD8C}" destId="{26C7EF3A-E1A3-4A48-B71F-BBFA73D4854D}" srcOrd="0" destOrd="0" presId="urn:microsoft.com/office/officeart/2005/8/layout/vList2"/>
    <dgm:cxn modelId="{6ABD74B0-F205-4520-86C5-87559E8AAFD9}" srcId="{2ADCC241-01B2-4D7B-B6A4-B2CEAB91A463}" destId="{37236CEC-54A8-412F-A013-D1DED3BFFA99}" srcOrd="0" destOrd="0" parTransId="{77AB21E3-2886-45FC-A348-BB1640B56611}" sibTransId="{95FD7664-4EF1-4F70-9DAB-76E95AD8D609}"/>
    <dgm:cxn modelId="{6BA89DBD-E170-4854-8D4E-3E9470D2FCB8}" type="presOf" srcId="{37236CEC-54A8-412F-A013-D1DED3BFFA99}" destId="{4C624533-43E6-49DC-8399-F471EE8F5C32}" srcOrd="0" destOrd="0" presId="urn:microsoft.com/office/officeart/2005/8/layout/vList2"/>
    <dgm:cxn modelId="{8BB479C1-C44F-43D5-BEA1-A7DA5775CADC}" type="presOf" srcId="{156E2B46-B064-4C79-B365-0AF2B8ACBA3E}" destId="{9F74344B-CF53-4FA6-85AC-1117F908D2FE}" srcOrd="0" destOrd="0" presId="urn:microsoft.com/office/officeart/2005/8/layout/vList2"/>
    <dgm:cxn modelId="{D6E403E9-9D2E-41E2-BA6A-7BFBBEC9A557}" srcId="{2ADCC241-01B2-4D7B-B6A4-B2CEAB91A463}" destId="{5D0220E1-B712-429A-93FD-3E083E38EC37}" srcOrd="1" destOrd="0" parTransId="{02EBC2BD-FBC1-488C-B4A9-62848FB96A95}" sibTransId="{6DD91468-5654-4A5C-9273-2FB3D9CDE1F5}"/>
    <dgm:cxn modelId="{B0F0D2F4-B73B-4020-B13D-04D918FEC184}" type="presOf" srcId="{399BF96A-EC52-4B9A-AF1D-B4A84ED565B8}" destId="{26C7EF3A-E1A3-4A48-B71F-BBFA73D4854D}" srcOrd="0" destOrd="1" presId="urn:microsoft.com/office/officeart/2005/8/layout/vList2"/>
    <dgm:cxn modelId="{761878FC-F0E8-4B46-BB38-489C9BDA562E}" srcId="{37236CEC-54A8-412F-A013-D1DED3BFFA99}" destId="{156E2B46-B064-4C79-B365-0AF2B8ACBA3E}" srcOrd="0" destOrd="0" parTransId="{39C320A4-4D8F-4DF3-9A71-944CAD785775}" sibTransId="{7D9EE0D8-59A7-45C3-9126-547BA22F883C}"/>
    <dgm:cxn modelId="{EDBA7E81-632E-4F79-94B0-C90D7223CAE9}" type="presParOf" srcId="{A4E1911C-655B-4E61-9D9F-94459187C00D}" destId="{4C624533-43E6-49DC-8399-F471EE8F5C32}" srcOrd="0" destOrd="0" presId="urn:microsoft.com/office/officeart/2005/8/layout/vList2"/>
    <dgm:cxn modelId="{9114370F-162F-429A-A96D-D0008B924499}" type="presParOf" srcId="{A4E1911C-655B-4E61-9D9F-94459187C00D}" destId="{9F74344B-CF53-4FA6-85AC-1117F908D2FE}" srcOrd="1" destOrd="0" presId="urn:microsoft.com/office/officeart/2005/8/layout/vList2"/>
    <dgm:cxn modelId="{069EA82E-E300-41F4-9762-E1D8841378F3}" type="presParOf" srcId="{A4E1911C-655B-4E61-9D9F-94459187C00D}" destId="{BCB0CA88-E595-4206-96E6-FE67A5120370}" srcOrd="2" destOrd="0" presId="urn:microsoft.com/office/officeart/2005/8/layout/vList2"/>
    <dgm:cxn modelId="{459A6EEF-04A8-4774-8CA7-1A1274933D5D}" type="presParOf" srcId="{A4E1911C-655B-4E61-9D9F-94459187C00D}" destId="{26C7EF3A-E1A3-4A48-B71F-BBFA73D4854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D4448D-0186-4FAE-9367-2AB6A1722F48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B02A190-7661-4806-A53F-B85A5E1F6DED}">
      <dgm:prSet/>
      <dgm:spPr/>
      <dgm:t>
        <a:bodyPr/>
        <a:lstStyle/>
        <a:p>
          <a:r>
            <a:rPr lang="en-DE"/>
            <a:t>Fordított</a:t>
          </a:r>
          <a:endParaRPr lang="en-US"/>
        </a:p>
      </dgm:t>
    </dgm:pt>
    <dgm:pt modelId="{A3214CE6-5762-43DF-A865-9E8666E611BA}" type="parTrans" cxnId="{A5CF71B6-3491-48C7-BEDB-23629008E3B4}">
      <dgm:prSet/>
      <dgm:spPr/>
      <dgm:t>
        <a:bodyPr/>
        <a:lstStyle/>
        <a:p>
          <a:endParaRPr lang="en-US"/>
        </a:p>
      </dgm:t>
    </dgm:pt>
    <dgm:pt modelId="{426A8469-8DE4-4B08-9975-AAA1C81325B5}" type="sibTrans" cxnId="{A5CF71B6-3491-48C7-BEDB-23629008E3B4}">
      <dgm:prSet/>
      <dgm:spPr/>
      <dgm:t>
        <a:bodyPr/>
        <a:lstStyle/>
        <a:p>
          <a:endParaRPr lang="en-US"/>
        </a:p>
      </dgm:t>
    </dgm:pt>
    <dgm:pt modelId="{7B3ED638-51F9-4C3A-95C9-ADC32D2FBB88}">
      <dgm:prSet/>
      <dgm:spPr/>
      <dgm:t>
        <a:bodyPr/>
        <a:lstStyle/>
        <a:p>
          <a:r>
            <a:rPr lang="en-DE"/>
            <a:t>Előre lefordított program</a:t>
          </a:r>
          <a:endParaRPr lang="en-US"/>
        </a:p>
      </dgm:t>
    </dgm:pt>
    <dgm:pt modelId="{DA0C3DCD-EC18-434D-AEB9-58EA1294D845}" type="parTrans" cxnId="{F3788924-B9DB-4E36-A5B7-333A4BE4DFF6}">
      <dgm:prSet/>
      <dgm:spPr/>
      <dgm:t>
        <a:bodyPr/>
        <a:lstStyle/>
        <a:p>
          <a:endParaRPr lang="en-US"/>
        </a:p>
      </dgm:t>
    </dgm:pt>
    <dgm:pt modelId="{A8B69470-959F-4ABA-AF3E-7CC4A7763079}" type="sibTrans" cxnId="{F3788924-B9DB-4E36-A5B7-333A4BE4DFF6}">
      <dgm:prSet/>
      <dgm:spPr/>
      <dgm:t>
        <a:bodyPr/>
        <a:lstStyle/>
        <a:p>
          <a:endParaRPr lang="en-US"/>
        </a:p>
      </dgm:t>
    </dgm:pt>
    <dgm:pt modelId="{8A5A978C-D1CD-4E2F-837E-840DCAEABC6F}">
      <dgm:prSet/>
      <dgm:spPr/>
      <dgm:t>
        <a:bodyPr/>
        <a:lstStyle/>
        <a:p>
          <a:r>
            <a:rPr lang="en-DE"/>
            <a:t>Gyors futási sebesség</a:t>
          </a:r>
          <a:endParaRPr lang="en-US"/>
        </a:p>
      </dgm:t>
    </dgm:pt>
    <dgm:pt modelId="{1660427E-C63C-40B5-955B-F4ED8FD7C240}" type="parTrans" cxnId="{661B256F-7843-4834-BC3D-F4C3376DD4AE}">
      <dgm:prSet/>
      <dgm:spPr/>
      <dgm:t>
        <a:bodyPr/>
        <a:lstStyle/>
        <a:p>
          <a:endParaRPr lang="en-US"/>
        </a:p>
      </dgm:t>
    </dgm:pt>
    <dgm:pt modelId="{FCBAA74D-A34C-466D-8A84-A00B7F4038C9}" type="sibTrans" cxnId="{661B256F-7843-4834-BC3D-F4C3376DD4AE}">
      <dgm:prSet/>
      <dgm:spPr/>
      <dgm:t>
        <a:bodyPr/>
        <a:lstStyle/>
        <a:p>
          <a:endParaRPr lang="en-US"/>
        </a:p>
      </dgm:t>
    </dgm:pt>
    <dgm:pt modelId="{37DEE1EC-243C-40A1-9217-2E6982DAA9E4}">
      <dgm:prSet/>
      <dgm:spPr/>
      <dgm:t>
        <a:bodyPr/>
        <a:lstStyle/>
        <a:p>
          <a:r>
            <a:rPr lang="en-DE"/>
            <a:t>Értelmezett</a:t>
          </a:r>
          <a:endParaRPr lang="en-US"/>
        </a:p>
      </dgm:t>
    </dgm:pt>
    <dgm:pt modelId="{50776A55-1493-4863-B5AF-ECC6291B7349}" type="parTrans" cxnId="{912BAE27-D80F-4873-B1CF-23CD191ABA84}">
      <dgm:prSet/>
      <dgm:spPr/>
      <dgm:t>
        <a:bodyPr/>
        <a:lstStyle/>
        <a:p>
          <a:endParaRPr lang="en-US"/>
        </a:p>
      </dgm:t>
    </dgm:pt>
    <dgm:pt modelId="{4289B1F4-E71B-4B7F-B9EA-17C7E85B410E}" type="sibTrans" cxnId="{912BAE27-D80F-4873-B1CF-23CD191ABA84}">
      <dgm:prSet/>
      <dgm:spPr/>
      <dgm:t>
        <a:bodyPr/>
        <a:lstStyle/>
        <a:p>
          <a:endParaRPr lang="en-US"/>
        </a:p>
      </dgm:t>
    </dgm:pt>
    <dgm:pt modelId="{41288867-905A-4478-9339-1F77082ED468}">
      <dgm:prSet/>
      <dgm:spPr/>
      <dgm:t>
        <a:bodyPr/>
        <a:lstStyle/>
        <a:p>
          <a:r>
            <a:rPr lang="en-DE"/>
            <a:t>Futás közben értelmezett</a:t>
          </a:r>
          <a:endParaRPr lang="en-US"/>
        </a:p>
      </dgm:t>
    </dgm:pt>
    <dgm:pt modelId="{F7C96A80-A3B9-4B33-A582-1B78BDCB8A5B}" type="parTrans" cxnId="{252FD20F-509C-41DC-AA07-41CF8B5FBBEE}">
      <dgm:prSet/>
      <dgm:spPr/>
      <dgm:t>
        <a:bodyPr/>
        <a:lstStyle/>
        <a:p>
          <a:endParaRPr lang="en-US"/>
        </a:p>
      </dgm:t>
    </dgm:pt>
    <dgm:pt modelId="{F932DB77-7A17-4109-A87A-694C4B3BE477}" type="sibTrans" cxnId="{252FD20F-509C-41DC-AA07-41CF8B5FBBEE}">
      <dgm:prSet/>
      <dgm:spPr/>
      <dgm:t>
        <a:bodyPr/>
        <a:lstStyle/>
        <a:p>
          <a:endParaRPr lang="en-US"/>
        </a:p>
      </dgm:t>
    </dgm:pt>
    <dgm:pt modelId="{FE3AEA5F-9492-43AE-AC05-CEE6517E22EE}">
      <dgm:prSet/>
      <dgm:spPr/>
      <dgm:t>
        <a:bodyPr/>
        <a:lstStyle/>
        <a:p>
          <a:r>
            <a:rPr lang="en-DE"/>
            <a:t>Könnyebb hibakeresés</a:t>
          </a:r>
          <a:endParaRPr lang="en-US"/>
        </a:p>
      </dgm:t>
    </dgm:pt>
    <dgm:pt modelId="{F23E8478-2534-4AC2-835D-B5CF7E9472F2}" type="parTrans" cxnId="{4C0E90AA-D94B-478E-90FD-C6F1D0D86C44}">
      <dgm:prSet/>
      <dgm:spPr/>
      <dgm:t>
        <a:bodyPr/>
        <a:lstStyle/>
        <a:p>
          <a:endParaRPr lang="en-US"/>
        </a:p>
      </dgm:t>
    </dgm:pt>
    <dgm:pt modelId="{A7291E40-E58F-4BA8-8327-9B4885241F8A}" type="sibTrans" cxnId="{4C0E90AA-D94B-478E-90FD-C6F1D0D86C44}">
      <dgm:prSet/>
      <dgm:spPr/>
      <dgm:t>
        <a:bodyPr/>
        <a:lstStyle/>
        <a:p>
          <a:endParaRPr lang="en-US"/>
        </a:p>
      </dgm:t>
    </dgm:pt>
    <dgm:pt modelId="{1E2A3BAA-188A-45D2-BBF5-1753DA0A6046}" type="pres">
      <dgm:prSet presAssocID="{7FD4448D-0186-4FAE-9367-2AB6A1722F48}" presName="Name0" presStyleCnt="0">
        <dgm:presLayoutVars>
          <dgm:dir/>
          <dgm:animLvl val="lvl"/>
          <dgm:resizeHandles val="exact"/>
        </dgm:presLayoutVars>
      </dgm:prSet>
      <dgm:spPr/>
    </dgm:pt>
    <dgm:pt modelId="{6B61D0FD-4C3F-48BC-996D-9622A1640230}" type="pres">
      <dgm:prSet presAssocID="{9B02A190-7661-4806-A53F-B85A5E1F6DED}" presName="linNode" presStyleCnt="0"/>
      <dgm:spPr/>
    </dgm:pt>
    <dgm:pt modelId="{51D8131B-AAA0-4616-8DC5-4008008D724D}" type="pres">
      <dgm:prSet presAssocID="{9B02A190-7661-4806-A53F-B85A5E1F6DED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83483A22-C3E2-4A6A-8339-82E56AA36D0C}" type="pres">
      <dgm:prSet presAssocID="{9B02A190-7661-4806-A53F-B85A5E1F6DED}" presName="descendantText" presStyleLbl="alignAccFollowNode1" presStyleIdx="0" presStyleCnt="2">
        <dgm:presLayoutVars>
          <dgm:bulletEnabled val="1"/>
        </dgm:presLayoutVars>
      </dgm:prSet>
      <dgm:spPr/>
    </dgm:pt>
    <dgm:pt modelId="{8783F597-058D-496C-A39D-B12D3FEED897}" type="pres">
      <dgm:prSet presAssocID="{426A8469-8DE4-4B08-9975-AAA1C81325B5}" presName="sp" presStyleCnt="0"/>
      <dgm:spPr/>
    </dgm:pt>
    <dgm:pt modelId="{71075C0B-AE00-4C47-9926-84106ACCFEC5}" type="pres">
      <dgm:prSet presAssocID="{37DEE1EC-243C-40A1-9217-2E6982DAA9E4}" presName="linNode" presStyleCnt="0"/>
      <dgm:spPr/>
    </dgm:pt>
    <dgm:pt modelId="{EF547235-ABF1-494D-895F-185727BBEB01}" type="pres">
      <dgm:prSet presAssocID="{37DEE1EC-243C-40A1-9217-2E6982DAA9E4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ECF0D29A-12E6-41A0-906E-E6AA8EE39D4E}" type="pres">
      <dgm:prSet presAssocID="{37DEE1EC-243C-40A1-9217-2E6982DAA9E4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252FD20F-509C-41DC-AA07-41CF8B5FBBEE}" srcId="{37DEE1EC-243C-40A1-9217-2E6982DAA9E4}" destId="{41288867-905A-4478-9339-1F77082ED468}" srcOrd="0" destOrd="0" parTransId="{F7C96A80-A3B9-4B33-A582-1B78BDCB8A5B}" sibTransId="{F932DB77-7A17-4109-A87A-694C4B3BE477}"/>
    <dgm:cxn modelId="{C0265623-8007-4C92-B455-527FEF8D84D3}" type="presOf" srcId="{8A5A978C-D1CD-4E2F-837E-840DCAEABC6F}" destId="{83483A22-C3E2-4A6A-8339-82E56AA36D0C}" srcOrd="0" destOrd="1" presId="urn:microsoft.com/office/officeart/2005/8/layout/vList5"/>
    <dgm:cxn modelId="{F3788924-B9DB-4E36-A5B7-333A4BE4DFF6}" srcId="{9B02A190-7661-4806-A53F-B85A5E1F6DED}" destId="{7B3ED638-51F9-4C3A-95C9-ADC32D2FBB88}" srcOrd="0" destOrd="0" parTransId="{DA0C3DCD-EC18-434D-AEB9-58EA1294D845}" sibTransId="{A8B69470-959F-4ABA-AF3E-7CC4A7763079}"/>
    <dgm:cxn modelId="{912BAE27-D80F-4873-B1CF-23CD191ABA84}" srcId="{7FD4448D-0186-4FAE-9367-2AB6A1722F48}" destId="{37DEE1EC-243C-40A1-9217-2E6982DAA9E4}" srcOrd="1" destOrd="0" parTransId="{50776A55-1493-4863-B5AF-ECC6291B7349}" sibTransId="{4289B1F4-E71B-4B7F-B9EA-17C7E85B410E}"/>
    <dgm:cxn modelId="{B26EA838-0C78-4D9C-9C09-FAF811E4B686}" type="presOf" srcId="{41288867-905A-4478-9339-1F77082ED468}" destId="{ECF0D29A-12E6-41A0-906E-E6AA8EE39D4E}" srcOrd="0" destOrd="0" presId="urn:microsoft.com/office/officeart/2005/8/layout/vList5"/>
    <dgm:cxn modelId="{128FE148-8317-4500-8B46-6A83F5B1062D}" type="presOf" srcId="{7B3ED638-51F9-4C3A-95C9-ADC32D2FBB88}" destId="{83483A22-C3E2-4A6A-8339-82E56AA36D0C}" srcOrd="0" destOrd="0" presId="urn:microsoft.com/office/officeart/2005/8/layout/vList5"/>
    <dgm:cxn modelId="{661B256F-7843-4834-BC3D-F4C3376DD4AE}" srcId="{9B02A190-7661-4806-A53F-B85A5E1F6DED}" destId="{8A5A978C-D1CD-4E2F-837E-840DCAEABC6F}" srcOrd="1" destOrd="0" parTransId="{1660427E-C63C-40B5-955B-F4ED8FD7C240}" sibTransId="{FCBAA74D-A34C-466D-8A84-A00B7F4038C9}"/>
    <dgm:cxn modelId="{5589038E-091C-40D7-A648-4B60C7B8B483}" type="presOf" srcId="{7FD4448D-0186-4FAE-9367-2AB6A1722F48}" destId="{1E2A3BAA-188A-45D2-BBF5-1753DA0A6046}" srcOrd="0" destOrd="0" presId="urn:microsoft.com/office/officeart/2005/8/layout/vList5"/>
    <dgm:cxn modelId="{21F518A7-210F-4BDC-B4F2-9BDE1C2F74A9}" type="presOf" srcId="{9B02A190-7661-4806-A53F-B85A5E1F6DED}" destId="{51D8131B-AAA0-4616-8DC5-4008008D724D}" srcOrd="0" destOrd="0" presId="urn:microsoft.com/office/officeart/2005/8/layout/vList5"/>
    <dgm:cxn modelId="{4C0E90AA-D94B-478E-90FD-C6F1D0D86C44}" srcId="{37DEE1EC-243C-40A1-9217-2E6982DAA9E4}" destId="{FE3AEA5F-9492-43AE-AC05-CEE6517E22EE}" srcOrd="1" destOrd="0" parTransId="{F23E8478-2534-4AC2-835D-B5CF7E9472F2}" sibTransId="{A7291E40-E58F-4BA8-8327-9B4885241F8A}"/>
    <dgm:cxn modelId="{3FB2FCAD-FCDD-4829-8845-A998AD4F35F1}" type="presOf" srcId="{37DEE1EC-243C-40A1-9217-2E6982DAA9E4}" destId="{EF547235-ABF1-494D-895F-185727BBEB01}" srcOrd="0" destOrd="0" presId="urn:microsoft.com/office/officeart/2005/8/layout/vList5"/>
    <dgm:cxn modelId="{A5CF71B6-3491-48C7-BEDB-23629008E3B4}" srcId="{7FD4448D-0186-4FAE-9367-2AB6A1722F48}" destId="{9B02A190-7661-4806-A53F-B85A5E1F6DED}" srcOrd="0" destOrd="0" parTransId="{A3214CE6-5762-43DF-A865-9E8666E611BA}" sibTransId="{426A8469-8DE4-4B08-9975-AAA1C81325B5}"/>
    <dgm:cxn modelId="{083638EB-8891-4C06-966F-5F8679CFD4AD}" type="presOf" srcId="{FE3AEA5F-9492-43AE-AC05-CEE6517E22EE}" destId="{ECF0D29A-12E6-41A0-906E-E6AA8EE39D4E}" srcOrd="0" destOrd="1" presId="urn:microsoft.com/office/officeart/2005/8/layout/vList5"/>
    <dgm:cxn modelId="{0F05825C-97BE-46F6-9E93-C494DFBCFEDA}" type="presParOf" srcId="{1E2A3BAA-188A-45D2-BBF5-1753DA0A6046}" destId="{6B61D0FD-4C3F-48BC-996D-9622A1640230}" srcOrd="0" destOrd="0" presId="urn:microsoft.com/office/officeart/2005/8/layout/vList5"/>
    <dgm:cxn modelId="{A691A35D-278E-4360-A35F-88468FBE9E0D}" type="presParOf" srcId="{6B61D0FD-4C3F-48BC-996D-9622A1640230}" destId="{51D8131B-AAA0-4616-8DC5-4008008D724D}" srcOrd="0" destOrd="0" presId="urn:microsoft.com/office/officeart/2005/8/layout/vList5"/>
    <dgm:cxn modelId="{8D8AB110-9F4A-442F-88DD-F8132675C9DA}" type="presParOf" srcId="{6B61D0FD-4C3F-48BC-996D-9622A1640230}" destId="{83483A22-C3E2-4A6A-8339-82E56AA36D0C}" srcOrd="1" destOrd="0" presId="urn:microsoft.com/office/officeart/2005/8/layout/vList5"/>
    <dgm:cxn modelId="{2F846B3B-3C9E-4A1B-B219-AD593562170D}" type="presParOf" srcId="{1E2A3BAA-188A-45D2-BBF5-1753DA0A6046}" destId="{8783F597-058D-496C-A39D-B12D3FEED897}" srcOrd="1" destOrd="0" presId="urn:microsoft.com/office/officeart/2005/8/layout/vList5"/>
    <dgm:cxn modelId="{5B67EF79-D533-48DD-AA9C-1220D52CAA1D}" type="presParOf" srcId="{1E2A3BAA-188A-45D2-BBF5-1753DA0A6046}" destId="{71075C0B-AE00-4C47-9926-84106ACCFEC5}" srcOrd="2" destOrd="0" presId="urn:microsoft.com/office/officeart/2005/8/layout/vList5"/>
    <dgm:cxn modelId="{13869559-AF5D-4FCC-83B3-7E8C876CFCE0}" type="presParOf" srcId="{71075C0B-AE00-4C47-9926-84106ACCFEC5}" destId="{EF547235-ABF1-494D-895F-185727BBEB01}" srcOrd="0" destOrd="0" presId="urn:microsoft.com/office/officeart/2005/8/layout/vList5"/>
    <dgm:cxn modelId="{4083F866-6659-4374-8FF8-F3B8CA2EBA02}" type="presParOf" srcId="{71075C0B-AE00-4C47-9926-84106ACCFEC5}" destId="{ECF0D29A-12E6-41A0-906E-E6AA8EE39D4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6ABEAE-89B1-45C0-8C26-149575DB2A8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D9F088E-68C6-4C21-9CE7-048694F7DD52}">
      <dgm:prSet/>
      <dgm:spPr/>
      <dgm:t>
        <a:bodyPr/>
        <a:lstStyle/>
        <a:p>
          <a:r>
            <a:rPr lang="en-DE"/>
            <a:t>Objektumorientált</a:t>
          </a:r>
          <a:endParaRPr lang="en-US"/>
        </a:p>
      </dgm:t>
    </dgm:pt>
    <dgm:pt modelId="{0259BCBD-465A-4756-AA0A-51325D84A298}" type="parTrans" cxnId="{90916E68-5BD4-4B7C-B10F-1AEB03A04477}">
      <dgm:prSet/>
      <dgm:spPr/>
      <dgm:t>
        <a:bodyPr/>
        <a:lstStyle/>
        <a:p>
          <a:endParaRPr lang="en-US"/>
        </a:p>
      </dgm:t>
    </dgm:pt>
    <dgm:pt modelId="{E016566F-940D-4EEA-AEB5-BE0613E2354F}" type="sibTrans" cxnId="{90916E68-5BD4-4B7C-B10F-1AEB03A04477}">
      <dgm:prSet/>
      <dgm:spPr/>
      <dgm:t>
        <a:bodyPr/>
        <a:lstStyle/>
        <a:p>
          <a:endParaRPr lang="en-US"/>
        </a:p>
      </dgm:t>
    </dgm:pt>
    <dgm:pt modelId="{6C721958-3F88-4E0C-9F7D-120EE0B62BDD}">
      <dgm:prSet/>
      <dgm:spPr/>
      <dgm:t>
        <a:bodyPr/>
        <a:lstStyle/>
        <a:p>
          <a:r>
            <a:rPr lang="en-DE"/>
            <a:t>Osztályok és objektumok</a:t>
          </a:r>
          <a:endParaRPr lang="en-US"/>
        </a:p>
      </dgm:t>
    </dgm:pt>
    <dgm:pt modelId="{5941554D-8494-40D1-A9BD-2156A578EA63}" type="parTrans" cxnId="{F62F3665-A6B8-4F58-BB7A-050E2195BECE}">
      <dgm:prSet/>
      <dgm:spPr/>
      <dgm:t>
        <a:bodyPr/>
        <a:lstStyle/>
        <a:p>
          <a:endParaRPr lang="en-US"/>
        </a:p>
      </dgm:t>
    </dgm:pt>
    <dgm:pt modelId="{16EDC453-E8E5-41D7-A74A-D9F865EB4B98}" type="sibTrans" cxnId="{F62F3665-A6B8-4F58-BB7A-050E2195BECE}">
      <dgm:prSet/>
      <dgm:spPr/>
      <dgm:t>
        <a:bodyPr/>
        <a:lstStyle/>
        <a:p>
          <a:endParaRPr lang="en-US"/>
        </a:p>
      </dgm:t>
    </dgm:pt>
    <dgm:pt modelId="{283B9997-AE28-4F37-9517-7198D93D8DD4}">
      <dgm:prSet/>
      <dgm:spPr/>
      <dgm:t>
        <a:bodyPr/>
        <a:lstStyle/>
        <a:p>
          <a:r>
            <a:rPr lang="hu-HU"/>
            <a:t>K</a:t>
          </a:r>
          <a:r>
            <a:rPr lang="en-DE"/>
            <a:t>ód újrafelhasználhatósága</a:t>
          </a:r>
          <a:endParaRPr lang="en-US"/>
        </a:p>
      </dgm:t>
    </dgm:pt>
    <dgm:pt modelId="{82551B6C-579F-488A-944E-96A03713A754}" type="parTrans" cxnId="{A25D0622-19CB-4225-8385-EDDDCE28CD23}">
      <dgm:prSet/>
      <dgm:spPr/>
      <dgm:t>
        <a:bodyPr/>
        <a:lstStyle/>
        <a:p>
          <a:endParaRPr lang="en-US"/>
        </a:p>
      </dgm:t>
    </dgm:pt>
    <dgm:pt modelId="{3D767FDF-197F-44FC-9DAD-08C3E498AC0C}" type="sibTrans" cxnId="{A25D0622-19CB-4225-8385-EDDDCE28CD23}">
      <dgm:prSet/>
      <dgm:spPr/>
      <dgm:t>
        <a:bodyPr/>
        <a:lstStyle/>
        <a:p>
          <a:endParaRPr lang="en-US"/>
        </a:p>
      </dgm:t>
    </dgm:pt>
    <dgm:pt modelId="{4EAF77CD-F144-41E0-BE20-0860AE7E0428}">
      <dgm:prSet/>
      <dgm:spPr/>
      <dgm:t>
        <a:bodyPr/>
        <a:lstStyle/>
        <a:p>
          <a:r>
            <a:rPr lang="en-DE"/>
            <a:t>Procedurális</a:t>
          </a:r>
          <a:endParaRPr lang="en-US"/>
        </a:p>
      </dgm:t>
    </dgm:pt>
    <dgm:pt modelId="{8186CEEB-27DA-4889-86E2-615D58648A40}" type="parTrans" cxnId="{A0EEF8E2-65E5-4BF2-80D4-A15E75BA73B6}">
      <dgm:prSet/>
      <dgm:spPr/>
      <dgm:t>
        <a:bodyPr/>
        <a:lstStyle/>
        <a:p>
          <a:endParaRPr lang="en-US"/>
        </a:p>
      </dgm:t>
    </dgm:pt>
    <dgm:pt modelId="{8734CBAA-5A79-4FEF-978E-202A8F677094}" type="sibTrans" cxnId="{A0EEF8E2-65E5-4BF2-80D4-A15E75BA73B6}">
      <dgm:prSet/>
      <dgm:spPr/>
      <dgm:t>
        <a:bodyPr/>
        <a:lstStyle/>
        <a:p>
          <a:endParaRPr lang="en-US"/>
        </a:p>
      </dgm:t>
    </dgm:pt>
    <dgm:pt modelId="{BACC074E-16CA-47ED-85AF-E3E0EDCE2E81}">
      <dgm:prSet/>
      <dgm:spPr/>
      <dgm:t>
        <a:bodyPr/>
        <a:lstStyle/>
        <a:p>
          <a:r>
            <a:rPr lang="en-DE"/>
            <a:t>Utasítások sorozata</a:t>
          </a:r>
          <a:endParaRPr lang="en-US"/>
        </a:p>
      </dgm:t>
    </dgm:pt>
    <dgm:pt modelId="{36D6BF7F-7ACD-43CC-906C-B5CA04292147}" type="parTrans" cxnId="{1A51EA4F-C756-4579-B71C-80EB0DD0720F}">
      <dgm:prSet/>
      <dgm:spPr/>
      <dgm:t>
        <a:bodyPr/>
        <a:lstStyle/>
        <a:p>
          <a:endParaRPr lang="en-US"/>
        </a:p>
      </dgm:t>
    </dgm:pt>
    <dgm:pt modelId="{0592E5A4-7B4F-4101-B46A-E2DC58C77B3A}" type="sibTrans" cxnId="{1A51EA4F-C756-4579-B71C-80EB0DD0720F}">
      <dgm:prSet/>
      <dgm:spPr/>
      <dgm:t>
        <a:bodyPr/>
        <a:lstStyle/>
        <a:p>
          <a:endParaRPr lang="en-US"/>
        </a:p>
      </dgm:t>
    </dgm:pt>
    <dgm:pt modelId="{5F269E5B-23B7-4E8B-B470-B1E95E5FE56B}">
      <dgm:prSet/>
      <dgm:spPr/>
      <dgm:t>
        <a:bodyPr/>
        <a:lstStyle/>
        <a:p>
          <a:r>
            <a:rPr lang="en-DE"/>
            <a:t>Egyszerűbb felépítés</a:t>
          </a:r>
          <a:endParaRPr lang="en-US"/>
        </a:p>
      </dgm:t>
    </dgm:pt>
    <dgm:pt modelId="{DB2C33E0-4017-4579-A2F8-9D4897EFBB32}" type="parTrans" cxnId="{CAE1DA49-5D07-4E03-9102-C36A0E349FD7}">
      <dgm:prSet/>
      <dgm:spPr/>
      <dgm:t>
        <a:bodyPr/>
        <a:lstStyle/>
        <a:p>
          <a:endParaRPr lang="en-US"/>
        </a:p>
      </dgm:t>
    </dgm:pt>
    <dgm:pt modelId="{9BF3702F-B946-435F-A44F-B7A4429E757A}" type="sibTrans" cxnId="{CAE1DA49-5D07-4E03-9102-C36A0E349FD7}">
      <dgm:prSet/>
      <dgm:spPr/>
      <dgm:t>
        <a:bodyPr/>
        <a:lstStyle/>
        <a:p>
          <a:endParaRPr lang="en-US"/>
        </a:p>
      </dgm:t>
    </dgm:pt>
    <dgm:pt modelId="{24713BF5-6062-47DB-B55F-C23129E86159}" type="pres">
      <dgm:prSet presAssocID="{736ABEAE-89B1-45C0-8C26-149575DB2A8F}" presName="Name0" presStyleCnt="0">
        <dgm:presLayoutVars>
          <dgm:dir/>
          <dgm:animLvl val="lvl"/>
          <dgm:resizeHandles val="exact"/>
        </dgm:presLayoutVars>
      </dgm:prSet>
      <dgm:spPr/>
    </dgm:pt>
    <dgm:pt modelId="{40CD0FE7-B70E-46E4-BF32-0171477BC532}" type="pres">
      <dgm:prSet presAssocID="{1D9F088E-68C6-4C21-9CE7-048694F7DD52}" presName="linNode" presStyleCnt="0"/>
      <dgm:spPr/>
    </dgm:pt>
    <dgm:pt modelId="{104CCC9F-BDF6-4A36-9B48-81D83D011B56}" type="pres">
      <dgm:prSet presAssocID="{1D9F088E-68C6-4C21-9CE7-048694F7DD52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13C6C1E8-FA71-4958-A82A-7CFADC03C73E}" type="pres">
      <dgm:prSet presAssocID="{1D9F088E-68C6-4C21-9CE7-048694F7DD52}" presName="descendantText" presStyleLbl="alignAccFollowNode1" presStyleIdx="0" presStyleCnt="2">
        <dgm:presLayoutVars>
          <dgm:bulletEnabled val="1"/>
        </dgm:presLayoutVars>
      </dgm:prSet>
      <dgm:spPr/>
    </dgm:pt>
    <dgm:pt modelId="{695E9894-3A1D-40BC-A904-D6B61ED67CFA}" type="pres">
      <dgm:prSet presAssocID="{E016566F-940D-4EEA-AEB5-BE0613E2354F}" presName="sp" presStyleCnt="0"/>
      <dgm:spPr/>
    </dgm:pt>
    <dgm:pt modelId="{3CD8F0F9-AEA4-49B0-9A4A-42C802B042DC}" type="pres">
      <dgm:prSet presAssocID="{4EAF77CD-F144-41E0-BE20-0860AE7E0428}" presName="linNode" presStyleCnt="0"/>
      <dgm:spPr/>
    </dgm:pt>
    <dgm:pt modelId="{78D64988-165C-4B2E-9CB1-F9CB75F75850}" type="pres">
      <dgm:prSet presAssocID="{4EAF77CD-F144-41E0-BE20-0860AE7E0428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2141BDC6-3B84-4FDA-A6FC-9359D9866A53}" type="pres">
      <dgm:prSet presAssocID="{4EAF77CD-F144-41E0-BE20-0860AE7E0428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603FF421-716F-4064-99F9-6ACE77E20277}" type="presOf" srcId="{283B9997-AE28-4F37-9517-7198D93D8DD4}" destId="{13C6C1E8-FA71-4958-A82A-7CFADC03C73E}" srcOrd="0" destOrd="1" presId="urn:microsoft.com/office/officeart/2005/8/layout/vList5"/>
    <dgm:cxn modelId="{A25D0622-19CB-4225-8385-EDDDCE28CD23}" srcId="{1D9F088E-68C6-4C21-9CE7-048694F7DD52}" destId="{283B9997-AE28-4F37-9517-7198D93D8DD4}" srcOrd="1" destOrd="0" parTransId="{82551B6C-579F-488A-944E-96A03713A754}" sibTransId="{3D767FDF-197F-44FC-9DAD-08C3E498AC0C}"/>
    <dgm:cxn modelId="{86D70F33-4F98-4DBA-823B-2693AEC923F3}" type="presOf" srcId="{6C721958-3F88-4E0C-9F7D-120EE0B62BDD}" destId="{13C6C1E8-FA71-4958-A82A-7CFADC03C73E}" srcOrd="0" destOrd="0" presId="urn:microsoft.com/office/officeart/2005/8/layout/vList5"/>
    <dgm:cxn modelId="{F62F3665-A6B8-4F58-BB7A-050E2195BECE}" srcId="{1D9F088E-68C6-4C21-9CE7-048694F7DD52}" destId="{6C721958-3F88-4E0C-9F7D-120EE0B62BDD}" srcOrd="0" destOrd="0" parTransId="{5941554D-8494-40D1-A9BD-2156A578EA63}" sibTransId="{16EDC453-E8E5-41D7-A74A-D9F865EB4B98}"/>
    <dgm:cxn modelId="{39530068-6A13-4C5A-A25F-0ED8D6B7BDDC}" type="presOf" srcId="{736ABEAE-89B1-45C0-8C26-149575DB2A8F}" destId="{24713BF5-6062-47DB-B55F-C23129E86159}" srcOrd="0" destOrd="0" presId="urn:microsoft.com/office/officeart/2005/8/layout/vList5"/>
    <dgm:cxn modelId="{90916E68-5BD4-4B7C-B10F-1AEB03A04477}" srcId="{736ABEAE-89B1-45C0-8C26-149575DB2A8F}" destId="{1D9F088E-68C6-4C21-9CE7-048694F7DD52}" srcOrd="0" destOrd="0" parTransId="{0259BCBD-465A-4756-AA0A-51325D84A298}" sibTransId="{E016566F-940D-4EEA-AEB5-BE0613E2354F}"/>
    <dgm:cxn modelId="{CAE1DA49-5D07-4E03-9102-C36A0E349FD7}" srcId="{4EAF77CD-F144-41E0-BE20-0860AE7E0428}" destId="{5F269E5B-23B7-4E8B-B470-B1E95E5FE56B}" srcOrd="1" destOrd="0" parTransId="{DB2C33E0-4017-4579-A2F8-9D4897EFBB32}" sibTransId="{9BF3702F-B946-435F-A44F-B7A4429E757A}"/>
    <dgm:cxn modelId="{1A51EA4F-C756-4579-B71C-80EB0DD0720F}" srcId="{4EAF77CD-F144-41E0-BE20-0860AE7E0428}" destId="{BACC074E-16CA-47ED-85AF-E3E0EDCE2E81}" srcOrd="0" destOrd="0" parTransId="{36D6BF7F-7ACD-43CC-906C-B5CA04292147}" sibTransId="{0592E5A4-7B4F-4101-B46A-E2DC58C77B3A}"/>
    <dgm:cxn modelId="{17EEA587-061C-4AB4-A898-1444D99934DD}" type="presOf" srcId="{BACC074E-16CA-47ED-85AF-E3E0EDCE2E81}" destId="{2141BDC6-3B84-4FDA-A6FC-9359D9866A53}" srcOrd="0" destOrd="0" presId="urn:microsoft.com/office/officeart/2005/8/layout/vList5"/>
    <dgm:cxn modelId="{728A85A3-BCFE-4992-AC74-48BA4D813532}" type="presOf" srcId="{5F269E5B-23B7-4E8B-B470-B1E95E5FE56B}" destId="{2141BDC6-3B84-4FDA-A6FC-9359D9866A53}" srcOrd="0" destOrd="1" presId="urn:microsoft.com/office/officeart/2005/8/layout/vList5"/>
    <dgm:cxn modelId="{ACB08CC3-EC9B-4B35-8644-AE146D35CFEE}" type="presOf" srcId="{4EAF77CD-F144-41E0-BE20-0860AE7E0428}" destId="{78D64988-165C-4B2E-9CB1-F9CB75F75850}" srcOrd="0" destOrd="0" presId="urn:microsoft.com/office/officeart/2005/8/layout/vList5"/>
    <dgm:cxn modelId="{A0EEF8E2-65E5-4BF2-80D4-A15E75BA73B6}" srcId="{736ABEAE-89B1-45C0-8C26-149575DB2A8F}" destId="{4EAF77CD-F144-41E0-BE20-0860AE7E0428}" srcOrd="1" destOrd="0" parTransId="{8186CEEB-27DA-4889-86E2-615D58648A40}" sibTransId="{8734CBAA-5A79-4FEF-978E-202A8F677094}"/>
    <dgm:cxn modelId="{E0D169E4-D8E2-4297-9EAB-3D468E421E2A}" type="presOf" srcId="{1D9F088E-68C6-4C21-9CE7-048694F7DD52}" destId="{104CCC9F-BDF6-4A36-9B48-81D83D011B56}" srcOrd="0" destOrd="0" presId="urn:microsoft.com/office/officeart/2005/8/layout/vList5"/>
    <dgm:cxn modelId="{477A372D-25F7-4BA1-A213-6B3212251CB9}" type="presParOf" srcId="{24713BF5-6062-47DB-B55F-C23129E86159}" destId="{40CD0FE7-B70E-46E4-BF32-0171477BC532}" srcOrd="0" destOrd="0" presId="urn:microsoft.com/office/officeart/2005/8/layout/vList5"/>
    <dgm:cxn modelId="{AABB98A1-06F2-4474-9BF5-4AFBBF2D6610}" type="presParOf" srcId="{40CD0FE7-B70E-46E4-BF32-0171477BC532}" destId="{104CCC9F-BDF6-4A36-9B48-81D83D011B56}" srcOrd="0" destOrd="0" presId="urn:microsoft.com/office/officeart/2005/8/layout/vList5"/>
    <dgm:cxn modelId="{525DAEBC-787E-446B-B907-48DE5E910A3F}" type="presParOf" srcId="{40CD0FE7-B70E-46E4-BF32-0171477BC532}" destId="{13C6C1E8-FA71-4958-A82A-7CFADC03C73E}" srcOrd="1" destOrd="0" presId="urn:microsoft.com/office/officeart/2005/8/layout/vList5"/>
    <dgm:cxn modelId="{9AFB929C-E8EE-4186-A264-2C415B82CD1A}" type="presParOf" srcId="{24713BF5-6062-47DB-B55F-C23129E86159}" destId="{695E9894-3A1D-40BC-A904-D6B61ED67CFA}" srcOrd="1" destOrd="0" presId="urn:microsoft.com/office/officeart/2005/8/layout/vList5"/>
    <dgm:cxn modelId="{F249D551-69A6-42A3-ABE3-5AB147D85248}" type="presParOf" srcId="{24713BF5-6062-47DB-B55F-C23129E86159}" destId="{3CD8F0F9-AEA4-49B0-9A4A-42C802B042DC}" srcOrd="2" destOrd="0" presId="urn:microsoft.com/office/officeart/2005/8/layout/vList5"/>
    <dgm:cxn modelId="{80E1FCFC-2719-4C02-BB16-CCB33E7D153B}" type="presParOf" srcId="{3CD8F0F9-AEA4-49B0-9A4A-42C802B042DC}" destId="{78D64988-165C-4B2E-9CB1-F9CB75F75850}" srcOrd="0" destOrd="0" presId="urn:microsoft.com/office/officeart/2005/8/layout/vList5"/>
    <dgm:cxn modelId="{8BD9901F-7BAD-43AA-BB0F-153DDBE15FBD}" type="presParOf" srcId="{3CD8F0F9-AEA4-49B0-9A4A-42C802B042DC}" destId="{2141BDC6-3B84-4FDA-A6FC-9359D9866A5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624533-43E6-49DC-8399-F471EE8F5C32}">
      <dsp:nvSpPr>
        <dsp:cNvPr id="0" name=""/>
        <dsp:cNvSpPr/>
      </dsp:nvSpPr>
      <dsp:spPr>
        <a:xfrm>
          <a:off x="0" y="64989"/>
          <a:ext cx="10515600" cy="1007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100" kern="1200"/>
            <a:t>Alacsony szintű: </a:t>
          </a:r>
          <a:endParaRPr lang="en-US" sz="4100" kern="1200"/>
        </a:p>
      </dsp:txBody>
      <dsp:txXfrm>
        <a:off x="49176" y="114165"/>
        <a:ext cx="10417248" cy="909018"/>
      </dsp:txXfrm>
    </dsp:sp>
    <dsp:sp modelId="{9F74344B-CF53-4FA6-85AC-1117F908D2FE}">
      <dsp:nvSpPr>
        <dsp:cNvPr id="0" name=""/>
        <dsp:cNvSpPr/>
      </dsp:nvSpPr>
      <dsp:spPr>
        <a:xfrm>
          <a:off x="0" y="1072359"/>
          <a:ext cx="10515600" cy="1103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DE" sz="3200" kern="1200"/>
            <a:t>G</a:t>
          </a:r>
          <a:r>
            <a:rPr lang="hu-HU" sz="3200" kern="1200"/>
            <a:t>épközeli működés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DE" sz="3200" kern="1200"/>
            <a:t>Gyors és erőforrás-hatékony</a:t>
          </a:r>
          <a:endParaRPr lang="en-US" sz="3200" kern="1200"/>
        </a:p>
      </dsp:txBody>
      <dsp:txXfrm>
        <a:off x="0" y="1072359"/>
        <a:ext cx="10515600" cy="1103309"/>
      </dsp:txXfrm>
    </dsp:sp>
    <dsp:sp modelId="{BCB0CA88-E595-4206-96E6-FE67A5120370}">
      <dsp:nvSpPr>
        <dsp:cNvPr id="0" name=""/>
        <dsp:cNvSpPr/>
      </dsp:nvSpPr>
      <dsp:spPr>
        <a:xfrm>
          <a:off x="0" y="2175669"/>
          <a:ext cx="10515600" cy="1007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100" kern="1200"/>
            <a:t>Magas szint</a:t>
          </a:r>
          <a:endParaRPr lang="en-US" sz="4100" kern="1200"/>
        </a:p>
      </dsp:txBody>
      <dsp:txXfrm>
        <a:off x="49176" y="2224845"/>
        <a:ext cx="10417248" cy="909018"/>
      </dsp:txXfrm>
    </dsp:sp>
    <dsp:sp modelId="{26C7EF3A-E1A3-4A48-B71F-BBFA73D4854D}">
      <dsp:nvSpPr>
        <dsp:cNvPr id="0" name=""/>
        <dsp:cNvSpPr/>
      </dsp:nvSpPr>
      <dsp:spPr>
        <a:xfrm>
          <a:off x="0" y="3183039"/>
          <a:ext cx="10515600" cy="1103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DE" sz="3200" kern="1200"/>
            <a:t>Közelebb az emberi nyelvhez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DE" sz="3200" kern="1200"/>
            <a:t>Könnyebb olvasni</a:t>
          </a:r>
          <a:endParaRPr lang="en-US" sz="3200" kern="1200"/>
        </a:p>
      </dsp:txBody>
      <dsp:txXfrm>
        <a:off x="0" y="3183039"/>
        <a:ext cx="10515600" cy="11033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83A22-C3E2-4A6A-8339-82E56AA36D0C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E" sz="4300" kern="1200"/>
            <a:t>Előre lefordított program</a:t>
          </a:r>
          <a:endParaRPr lang="en-US" sz="4300" kern="1200"/>
        </a:p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E" sz="4300" kern="1200"/>
            <a:t>Gyors futási sebesség</a:t>
          </a:r>
          <a:endParaRPr lang="en-US" sz="4300" kern="1200"/>
        </a:p>
      </dsp:txBody>
      <dsp:txXfrm rot="-5400000">
        <a:off x="3785616" y="295201"/>
        <a:ext cx="6647092" cy="1532257"/>
      </dsp:txXfrm>
    </dsp:sp>
    <dsp:sp modelId="{51D8131B-AAA0-4616-8DC5-4008008D724D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800" kern="1200"/>
            <a:t>Fordított</a:t>
          </a:r>
          <a:endParaRPr lang="en-US" sz="4800" kern="1200"/>
        </a:p>
      </dsp:txBody>
      <dsp:txXfrm>
        <a:off x="103614" y="103667"/>
        <a:ext cx="3578388" cy="1915324"/>
      </dsp:txXfrm>
    </dsp:sp>
    <dsp:sp modelId="{ECF0D29A-12E6-41A0-906E-E6AA8EE39D4E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E" sz="4300" kern="1200"/>
            <a:t>Futás közben értelmezett</a:t>
          </a:r>
          <a:endParaRPr lang="en-US" sz="4300" kern="1200"/>
        </a:p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E" sz="4300" kern="1200"/>
            <a:t>Könnyebb hibakeresés</a:t>
          </a:r>
          <a:endParaRPr lang="en-US" sz="4300" kern="1200"/>
        </a:p>
      </dsp:txBody>
      <dsp:txXfrm rot="-5400000">
        <a:off x="3785616" y="2523880"/>
        <a:ext cx="6647092" cy="1532257"/>
      </dsp:txXfrm>
    </dsp:sp>
    <dsp:sp modelId="{EF547235-ABF1-494D-895F-185727BBEB01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800" kern="1200"/>
            <a:t>Értelmezett</a:t>
          </a:r>
          <a:endParaRPr lang="en-US" sz="4800" kern="1200"/>
        </a:p>
      </dsp:txBody>
      <dsp:txXfrm>
        <a:off x="103614" y="2332346"/>
        <a:ext cx="3578388" cy="19153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C6C1E8-FA71-4958-A82A-7CFADC03C73E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E" sz="4000" kern="1200"/>
            <a:t>Osztályok és objektumok</a:t>
          </a:r>
          <a:endParaRPr lang="en-US" sz="4000" kern="120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4000" kern="1200"/>
            <a:t>K</a:t>
          </a:r>
          <a:r>
            <a:rPr lang="en-DE" sz="4000" kern="1200"/>
            <a:t>ód újrafelhasználhatósága</a:t>
          </a:r>
          <a:endParaRPr lang="en-US" sz="4000" kern="1200"/>
        </a:p>
      </dsp:txBody>
      <dsp:txXfrm rot="-5400000">
        <a:off x="3785616" y="295201"/>
        <a:ext cx="6647092" cy="1532257"/>
      </dsp:txXfrm>
    </dsp:sp>
    <dsp:sp modelId="{104CCC9F-BDF6-4A36-9B48-81D83D011B56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100" kern="1200"/>
            <a:t>Objektumorientált</a:t>
          </a:r>
          <a:endParaRPr lang="en-US" sz="3100" kern="1200"/>
        </a:p>
      </dsp:txBody>
      <dsp:txXfrm>
        <a:off x="103614" y="103667"/>
        <a:ext cx="3578388" cy="1915324"/>
      </dsp:txXfrm>
    </dsp:sp>
    <dsp:sp modelId="{2141BDC6-3B84-4FDA-A6FC-9359D9866A53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E" sz="4000" kern="1200"/>
            <a:t>Utasítások sorozata</a:t>
          </a:r>
          <a:endParaRPr lang="en-US" sz="4000" kern="120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E" sz="4000" kern="1200"/>
            <a:t>Egyszerűbb felépítés</a:t>
          </a:r>
          <a:endParaRPr lang="en-US" sz="4000" kern="1200"/>
        </a:p>
      </dsp:txBody>
      <dsp:txXfrm rot="-5400000">
        <a:off x="3785616" y="2523880"/>
        <a:ext cx="6647092" cy="1532257"/>
      </dsp:txXfrm>
    </dsp:sp>
    <dsp:sp modelId="{78D64988-165C-4B2E-9CB1-F9CB75F75850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100" kern="1200"/>
            <a:t>Procedurális</a:t>
          </a:r>
          <a:endParaRPr lang="en-US" sz="3100" kern="1200"/>
        </a:p>
      </dsp:txBody>
      <dsp:txXfrm>
        <a:off x="103614" y="2332346"/>
        <a:ext cx="3578388" cy="1915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9CBE74-2CB2-AE95-C227-47EC33DEF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5E85E31-2807-C3F6-453F-D1BD4CCA3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9250C23-EE9B-309A-5991-15D500196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D50C-16F1-4544-9E7D-04850684FAC0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004B875-A9A5-3330-8316-7D8664C27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807CFAF-019F-A2F9-0450-8CE212A92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3B522-CF5F-413A-A729-5F2C0FFBF6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2833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32332E-3023-BB0A-B054-D44C110DE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9FDB86-3B11-50BE-4E13-F4C476A22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74FB0F1-D97F-88ED-D65C-724F1DE84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D50C-16F1-4544-9E7D-04850684FAC0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172D89-6F1A-DC44-6A2E-87DCD9510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40336C3-70C2-8C20-471D-2FD2D8A5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3B522-CF5F-413A-A729-5F2C0FFBF6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4210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0DFD00-CD7A-998D-DD85-D39AE1B1D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82E5E4E-1A7C-D05F-A229-FDD5B52AF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35E2F35-661A-6C91-5CE1-0D4A3EA08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D50C-16F1-4544-9E7D-04850684FAC0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6CE4C48-9D9D-100B-9277-6D8E6A6E9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9CEF66B-D61C-7860-A961-254F0130E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3B522-CF5F-413A-A729-5F2C0FFBF6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3989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17750A-BA71-66E7-C25B-E415E8E5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9DC00B3-0914-C21B-7143-25752B9F4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F74E993-A21B-977A-A2DA-E61B20FF8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6D34056-5ACE-EE0A-53AE-ABD2FC0B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D50C-16F1-4544-9E7D-04850684FAC0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7D8B3E0-0547-A6FE-0930-3E76822A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22F65F8-807B-41B3-020C-5991CDF2A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3B522-CF5F-413A-A729-5F2C0FFBF6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2434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24E3A3-CB66-1F27-27DC-C1D88462B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69868C0-E6D2-4F1D-E4EF-52B6E00F4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C23F513-E270-DEEA-236E-00F993455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F0031A3-28B2-CECD-7541-09A9390A8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9698EE4-5D76-6846-A808-BE096CD976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513D637-3A5A-4C24-F8EC-EEDABDDDF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D50C-16F1-4544-9E7D-04850684FAC0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2FB13C0-0B2B-704C-35ED-9117B5E38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98567ED3-5000-39FD-339B-B5D7944A8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3B522-CF5F-413A-A729-5F2C0FFBF6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0603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575421-09DD-CA50-C894-271001B4E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B54F770F-F839-C1DB-853A-899B1DE14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D50C-16F1-4544-9E7D-04850684FAC0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6C1834A-C17B-1457-83C3-0B552033B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F02DAA6-FDB2-9D35-40B2-3ED7D2E18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3B522-CF5F-413A-A729-5F2C0FFBF6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7430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42C47B4-752C-74DC-D864-E2C37CBA7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D50C-16F1-4544-9E7D-04850684FAC0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41EABE1-59DE-922C-F8D1-0A9E4CD9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D9710E4-4DC0-4E42-28DF-B9C440C8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3B522-CF5F-413A-A729-5F2C0FFBF6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6089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0BB49E-B313-DDBC-EC5F-E7318C51D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0DF5C84-6ADB-CC98-252C-9E827AEBB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39A44B2-2E31-58B7-34E7-687AE09BC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42CF382-7585-D704-7760-163401A78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D50C-16F1-4544-9E7D-04850684FAC0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23C09A8-A761-311C-879A-F1B309D2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367C9A2-2F1D-75A8-6CD0-846C4954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3B522-CF5F-413A-A729-5F2C0FFBF6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4505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D504D3-13ED-AD3C-A287-565D5D56E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17A9A76F-627E-1237-3723-176E0FD77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BCEC9F3-0304-157F-00F7-E208DC6BA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EB54804-E5F3-D42A-69D7-26E97291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D50C-16F1-4544-9E7D-04850684FAC0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C74677B-AAC9-C148-8EAA-720136C5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6312804-6B01-5441-3193-76CED5E7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3B522-CF5F-413A-A729-5F2C0FFBF6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3501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6163CF-F4AD-A49F-6564-FA76D279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23C58F5-8370-E285-02B1-CA0F4F901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21C795A-B330-34FC-1421-F7E5A8239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D50C-16F1-4544-9E7D-04850684FAC0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7730DFB-E49D-5D81-1A7C-B5633DB2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D6CE123-5C6A-E61B-DE1F-95DD0F382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3B522-CF5F-413A-A729-5F2C0FFBF6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35056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169C2C5D-D64C-D025-7FB2-473E63176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C0B533D-ED35-C99E-0B7E-722A8B3D5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4A75D4E-986A-72DE-55E4-ABB3CEBF0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D50C-16F1-4544-9E7D-04850684FAC0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5994AC3-15AF-9F53-2D19-A1EA7425A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0184ABC-E1BD-4A54-084C-A0C8EFE0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3B522-CF5F-413A-A729-5F2C0FFBF6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9425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81DA83D-404A-B77E-502D-1EFC76955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809BBDC-6A05-7077-FA6E-D20D12CE7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F0B3158-DA18-9007-5F4D-9838ABD3B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AD50C-16F1-4544-9E7D-04850684FAC0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F82E083-F223-6760-B6FC-D696CE9C6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86B7F40-EB6D-DE3A-B91E-7F0636C9B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3B522-CF5F-413A-A729-5F2C0FFBF6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866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booklm.google.com/" TargetMode="External"/><Relationship Id="rId7" Type="http://schemas.openxmlformats.org/officeDocument/2006/relationships/hyperlink" Target="https://hu.wikipedia.org/wiki/Programoz&#225;si_paradigma" TargetMode="External"/><Relationship Id="rId2" Type="http://schemas.openxmlformats.org/officeDocument/2006/relationships/hyperlink" Target="https://chat.openai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.wikipedia.org/wiki/Programoz&#225;si_nyelvek_kateg&#243;ri&#225;k_szerint" TargetMode="External"/><Relationship Id="rId5" Type="http://schemas.openxmlformats.org/officeDocument/2006/relationships/hyperlink" Target="http://www.gyoremihaly.hu/2019/12/11/programozasi-nyelvek-csoportositasa-2/" TargetMode="External"/><Relationship Id="rId4" Type="http://schemas.openxmlformats.org/officeDocument/2006/relationships/hyperlink" Target="https://hu.wikipedia.org/wiki/Alacsony_szint&#369;_programoz&#225;si_nyelv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CB9015B-E803-BF8A-9666-2A89472AE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DE" sz="4800">
                <a:solidFill>
                  <a:srgbClr val="FFFFFF"/>
                </a:solidFill>
              </a:rPr>
              <a:t>Programnyelvek osztályozása</a:t>
            </a:r>
            <a:endParaRPr lang="hu-HU" sz="480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261A9BE-5619-20E6-8F22-F1241D152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DE" dirty="0"/>
              <a:t>Molek Tamás Sándor</a:t>
            </a:r>
            <a:endParaRPr lang="en-DE"/>
          </a:p>
          <a:p>
            <a:pPr algn="l"/>
            <a:r>
              <a:rPr lang="en-DE" dirty="0"/>
              <a:t>12.E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05491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6EA159B-53EB-8EE9-3565-9CB643454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hu-HU" sz="4000">
                <a:solidFill>
                  <a:srgbClr val="FFFFFF"/>
                </a:solidFill>
              </a:rPr>
              <a:t>Mi a programnyelv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FE2DDA-9C67-7D5B-2171-D44E9E764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lvl="1"/>
            <a:r>
              <a:rPr lang="hu-HU" sz="2000"/>
              <a:t>Számítógép számára írt utasítások rendszere</a:t>
            </a:r>
            <a:endParaRPr lang="en-DE" sz="2000"/>
          </a:p>
          <a:p>
            <a:pPr lvl="1"/>
            <a:r>
              <a:rPr lang="hu-HU" sz="2000"/>
              <a:t>Algoritmusok megvalósítására szolgál</a:t>
            </a:r>
            <a:endParaRPr lang="en-DE" sz="2000"/>
          </a:p>
          <a:p>
            <a:pPr lvl="1"/>
            <a:r>
              <a:rPr lang="hu-HU" sz="2000"/>
              <a:t>Meghatározott szintaxissal rendelkezik</a:t>
            </a:r>
            <a:endParaRPr lang="en-DE" sz="2000"/>
          </a:p>
          <a:p>
            <a:pPr lvl="1"/>
            <a:r>
              <a:rPr lang="hu-HU" sz="2000"/>
              <a:t>Problémák megoldását segíti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7CC915A-C592-175E-BEE2-6AE01F50F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" y="-361637"/>
            <a:ext cx="4137671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Algoritmusok megvalósítására szolgál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hu-HU" altLang="hu-H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144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41869B-3859-0C94-7437-98EC5B332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Alacsony és magas szintű nyelvek</a:t>
            </a:r>
          </a:p>
        </p:txBody>
      </p:sp>
      <p:graphicFrame>
        <p:nvGraphicFramePr>
          <p:cNvPr id="7" name="Tartalom helye 2">
            <a:extLst>
              <a:ext uri="{FF2B5EF4-FFF2-40B4-BE49-F238E27FC236}">
                <a16:creationId xmlns:a16="http://schemas.microsoft.com/office/drawing/2014/main" id="{7CACCEF7-A0E7-C78E-7972-EF9D45473B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C28E9151-5B3B-5BD0-0946-4884B6409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Gyors és erőforrás-hatékony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025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9B4B3BA-61F1-EB75-764A-F5768F3C937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79" b="1225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98B2655-D387-C40E-1D11-2A0F360E5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dirty="0"/>
              <a:t>Fordított és értelmezett nyelvek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0E40556E-AFD8-74F7-B387-FDAD498FFD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723489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85567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6A1B3D-9CCF-E031-44A1-7BE8320A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 err="1"/>
              <a:t>Objektumorientált</a:t>
            </a:r>
            <a:r>
              <a:rPr lang="en-DE" dirty="0"/>
              <a:t> </a:t>
            </a:r>
            <a:r>
              <a:rPr lang="en-DE" dirty="0" err="1"/>
              <a:t>és</a:t>
            </a:r>
            <a:r>
              <a:rPr lang="en-DE" dirty="0"/>
              <a:t> </a:t>
            </a:r>
            <a:r>
              <a:rPr lang="en-DE" dirty="0" err="1"/>
              <a:t>procedurális</a:t>
            </a:r>
            <a:r>
              <a:rPr lang="en-DE" dirty="0"/>
              <a:t> </a:t>
            </a:r>
            <a:r>
              <a:rPr lang="en-DE" dirty="0" err="1"/>
              <a:t>nyelvek</a:t>
            </a:r>
            <a:endParaRPr lang="hu-HU" dirty="0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3D2C5017-776B-34B5-3624-C4B62CBA8A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6194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0ACF90-538A-D377-D28C-053A9C8DD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Forrás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748A086-FB35-189D-2918-8848B3022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>
                <a:hlinkClick r:id="rId2"/>
              </a:rPr>
              <a:t>https://chat.openai.com/</a:t>
            </a:r>
            <a:r>
              <a:rPr lang="en-DE" dirty="0"/>
              <a:t> </a:t>
            </a:r>
          </a:p>
          <a:p>
            <a:r>
              <a:rPr lang="hu-HU" dirty="0">
                <a:hlinkClick r:id="rId3"/>
              </a:rPr>
              <a:t>https://notebooklm.google.com</a:t>
            </a:r>
            <a:r>
              <a:rPr lang="en-DE" dirty="0"/>
              <a:t> </a:t>
            </a:r>
          </a:p>
          <a:p>
            <a:pPr lvl="1"/>
            <a:r>
              <a:rPr lang="hu-HU" dirty="0">
                <a:hlinkClick r:id="rId4"/>
              </a:rPr>
              <a:t>https://hu.wikipedia.org/wiki/</a:t>
            </a:r>
            <a:r>
              <a:rPr lang="hu-HU" dirty="0" err="1">
                <a:hlinkClick r:id="rId4"/>
              </a:rPr>
              <a:t>Alacsony_szintű_programozási_nyelv</a:t>
            </a:r>
            <a:endParaRPr lang="en-DE" dirty="0"/>
          </a:p>
          <a:p>
            <a:pPr lvl="1"/>
            <a:r>
              <a:rPr lang="hu-HU" dirty="0">
                <a:hlinkClick r:id="rId5"/>
              </a:rPr>
              <a:t>http://www.gyoremihaly.hu/2019/12/11/programozasi-nyelvek-csoportositasa-2/</a:t>
            </a:r>
            <a:r>
              <a:rPr lang="en-DE" dirty="0"/>
              <a:t> </a:t>
            </a:r>
          </a:p>
          <a:p>
            <a:pPr lvl="1"/>
            <a:r>
              <a:rPr lang="hu-HU" dirty="0">
                <a:hlinkClick r:id="rId6"/>
              </a:rPr>
              <a:t>https://hu.wikipedia.org/wiki/</a:t>
            </a:r>
            <a:r>
              <a:rPr lang="hu-HU" dirty="0" err="1">
                <a:hlinkClick r:id="rId6"/>
              </a:rPr>
              <a:t>Programozási_nyelvek_kategóriák_szerint</a:t>
            </a:r>
            <a:r>
              <a:rPr lang="en-DE" dirty="0"/>
              <a:t> </a:t>
            </a:r>
          </a:p>
          <a:p>
            <a:pPr lvl="1"/>
            <a:r>
              <a:rPr lang="hu-HU" dirty="0">
                <a:hlinkClick r:id="rId7"/>
              </a:rPr>
              <a:t>https://hu.wikipedia.org/wiki/</a:t>
            </a:r>
            <a:r>
              <a:rPr lang="hu-HU" dirty="0" err="1">
                <a:hlinkClick r:id="rId7"/>
              </a:rPr>
              <a:t>Programozási_paradigma</a:t>
            </a:r>
            <a:r>
              <a:rPr lang="en-DE" dirty="0"/>
              <a:t> 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69063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95CD09E-0A11-6615-F7E7-ECFAD9FCB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DE" sz="4800">
                <a:solidFill>
                  <a:srgbClr val="FFFFFF"/>
                </a:solidFill>
              </a:rPr>
              <a:t>Köszönöm a figyelmet!</a:t>
            </a:r>
            <a:endParaRPr lang="hu-HU" sz="480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1721EEE-C69C-86F0-B803-29050DC0A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9590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165</Words>
  <Application>Microsoft Office PowerPoint</Application>
  <PresentationFormat>Szélesvásznú</PresentationFormat>
  <Paragraphs>39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Office-téma</vt:lpstr>
      <vt:lpstr>Programnyelvek osztályozása</vt:lpstr>
      <vt:lpstr>Mi a programnyelv</vt:lpstr>
      <vt:lpstr>Alacsony és magas szintű nyelvek</vt:lpstr>
      <vt:lpstr>Fordított és értelmezett nyelvek</vt:lpstr>
      <vt:lpstr>Objektumorientált és procedurális nyelvek</vt:lpstr>
      <vt:lpstr>Forrás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5</cp:revision>
  <dcterms:created xsi:type="dcterms:W3CDTF">2026-02-26T18:55:06Z</dcterms:created>
  <dcterms:modified xsi:type="dcterms:W3CDTF">2026-02-26T20:33:49Z</dcterms:modified>
</cp:coreProperties>
</file>