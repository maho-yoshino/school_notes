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3B1EDC-5CE8-418A-9BC0-839290EFF486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BAE3CFF-1F48-4E0D-B5C9-3C5561B224E6}">
      <dgm:prSet/>
      <dgm:spPr/>
      <dgm:t>
        <a:bodyPr/>
        <a:lstStyle/>
        <a:p>
          <a:r>
            <a:rPr lang="hu-HU"/>
            <a:t>A proje</a:t>
          </a:r>
          <a:r>
            <a:rPr lang="en-DE"/>
            <a:t>kt teljes folyamata</a:t>
          </a:r>
          <a:endParaRPr lang="en-US"/>
        </a:p>
      </dgm:t>
    </dgm:pt>
    <dgm:pt modelId="{D3B52F46-46CF-4968-B638-0C55747799D9}" type="parTrans" cxnId="{33774E22-758E-4656-A48E-BFB420C161E6}">
      <dgm:prSet/>
      <dgm:spPr/>
      <dgm:t>
        <a:bodyPr/>
        <a:lstStyle/>
        <a:p>
          <a:endParaRPr lang="en-US"/>
        </a:p>
      </dgm:t>
    </dgm:pt>
    <dgm:pt modelId="{73077753-54B4-46D9-BB3E-631D47FC6553}" type="sibTrans" cxnId="{33774E22-758E-4656-A48E-BFB420C161E6}">
      <dgm:prSet/>
      <dgm:spPr/>
      <dgm:t>
        <a:bodyPr/>
        <a:lstStyle/>
        <a:p>
          <a:endParaRPr lang="en-US"/>
        </a:p>
      </dgm:t>
    </dgm:pt>
    <dgm:pt modelId="{A07C6CAF-4F22-4F82-A34A-1DB9E31216D8}">
      <dgm:prSet/>
      <dgm:spPr/>
      <dgm:t>
        <a:bodyPr/>
        <a:lstStyle/>
        <a:p>
          <a:r>
            <a:rPr lang="en-DE"/>
            <a:t>Kezdéstől a lezárásig</a:t>
          </a:r>
          <a:endParaRPr lang="en-US"/>
        </a:p>
      </dgm:t>
    </dgm:pt>
    <dgm:pt modelId="{A05AA361-E3EB-4A4F-91D8-7586BBCB2455}" type="parTrans" cxnId="{912C19C7-76E2-4CE5-90EE-98BF9A1F09C0}">
      <dgm:prSet/>
      <dgm:spPr/>
      <dgm:t>
        <a:bodyPr/>
        <a:lstStyle/>
        <a:p>
          <a:endParaRPr lang="en-US"/>
        </a:p>
      </dgm:t>
    </dgm:pt>
    <dgm:pt modelId="{B41DD212-081D-46AC-A3C8-F45751861149}" type="sibTrans" cxnId="{912C19C7-76E2-4CE5-90EE-98BF9A1F09C0}">
      <dgm:prSet/>
      <dgm:spPr/>
      <dgm:t>
        <a:bodyPr/>
        <a:lstStyle/>
        <a:p>
          <a:endParaRPr lang="en-US"/>
        </a:p>
      </dgm:t>
    </dgm:pt>
    <dgm:pt modelId="{E4AB115C-FF80-45DA-B2F3-3302B75F1CB3}">
      <dgm:prSet/>
      <dgm:spPr/>
      <dgm:t>
        <a:bodyPr/>
        <a:lstStyle/>
        <a:p>
          <a:r>
            <a:rPr lang="en-DE"/>
            <a:t>Több egymást követő szakasz</a:t>
          </a:r>
          <a:endParaRPr lang="en-US"/>
        </a:p>
      </dgm:t>
    </dgm:pt>
    <dgm:pt modelId="{DF6AC0FB-08CF-4415-8AB0-8E366B6026EE}" type="parTrans" cxnId="{B35F618E-2FD2-4E53-AF66-509212E49FE5}">
      <dgm:prSet/>
      <dgm:spPr/>
      <dgm:t>
        <a:bodyPr/>
        <a:lstStyle/>
        <a:p>
          <a:endParaRPr lang="en-US"/>
        </a:p>
      </dgm:t>
    </dgm:pt>
    <dgm:pt modelId="{6EC6B83B-FE28-4D59-8A57-F7989886E708}" type="sibTrans" cxnId="{B35F618E-2FD2-4E53-AF66-509212E49FE5}">
      <dgm:prSet/>
      <dgm:spPr/>
      <dgm:t>
        <a:bodyPr/>
        <a:lstStyle/>
        <a:p>
          <a:endParaRPr lang="en-US"/>
        </a:p>
      </dgm:t>
    </dgm:pt>
    <dgm:pt modelId="{61DAF4F0-D53D-444A-ABF5-565A4AC24018}" type="pres">
      <dgm:prSet presAssocID="{BC3B1EDC-5CE8-418A-9BC0-839290EFF48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4C8C969-7F63-4D5E-87B0-BEF9F1F165C7}" type="pres">
      <dgm:prSet presAssocID="{0BAE3CFF-1F48-4E0D-B5C9-3C5561B224E6}" presName="hierRoot1" presStyleCnt="0"/>
      <dgm:spPr/>
    </dgm:pt>
    <dgm:pt modelId="{18036309-45BE-423A-8C54-04933CA113DF}" type="pres">
      <dgm:prSet presAssocID="{0BAE3CFF-1F48-4E0D-B5C9-3C5561B224E6}" presName="composite" presStyleCnt="0"/>
      <dgm:spPr/>
    </dgm:pt>
    <dgm:pt modelId="{2D8D1998-EADD-40AB-9D7B-F6466DEE9322}" type="pres">
      <dgm:prSet presAssocID="{0BAE3CFF-1F48-4E0D-B5C9-3C5561B224E6}" presName="background" presStyleLbl="node0" presStyleIdx="0" presStyleCnt="3"/>
      <dgm:spPr/>
    </dgm:pt>
    <dgm:pt modelId="{33C2BD44-BF2A-4C1F-BDA0-F8875ED0420D}" type="pres">
      <dgm:prSet presAssocID="{0BAE3CFF-1F48-4E0D-B5C9-3C5561B224E6}" presName="text" presStyleLbl="fgAcc0" presStyleIdx="0" presStyleCnt="3">
        <dgm:presLayoutVars>
          <dgm:chPref val="3"/>
        </dgm:presLayoutVars>
      </dgm:prSet>
      <dgm:spPr/>
    </dgm:pt>
    <dgm:pt modelId="{2B11EBEE-4FCD-423E-A62C-E3F283F7B941}" type="pres">
      <dgm:prSet presAssocID="{0BAE3CFF-1F48-4E0D-B5C9-3C5561B224E6}" presName="hierChild2" presStyleCnt="0"/>
      <dgm:spPr/>
    </dgm:pt>
    <dgm:pt modelId="{F1E556F7-B4FC-4155-B2CD-76629AA43402}" type="pres">
      <dgm:prSet presAssocID="{A07C6CAF-4F22-4F82-A34A-1DB9E31216D8}" presName="hierRoot1" presStyleCnt="0"/>
      <dgm:spPr/>
    </dgm:pt>
    <dgm:pt modelId="{C4D353B2-915B-4F07-8EA7-CCC274A5FA60}" type="pres">
      <dgm:prSet presAssocID="{A07C6CAF-4F22-4F82-A34A-1DB9E31216D8}" presName="composite" presStyleCnt="0"/>
      <dgm:spPr/>
    </dgm:pt>
    <dgm:pt modelId="{7B9A4F5A-F269-40A7-8555-6859739ACFDB}" type="pres">
      <dgm:prSet presAssocID="{A07C6CAF-4F22-4F82-A34A-1DB9E31216D8}" presName="background" presStyleLbl="node0" presStyleIdx="1" presStyleCnt="3"/>
      <dgm:spPr/>
    </dgm:pt>
    <dgm:pt modelId="{C3449B78-C6B9-457E-A6B5-7148A21FE3DC}" type="pres">
      <dgm:prSet presAssocID="{A07C6CAF-4F22-4F82-A34A-1DB9E31216D8}" presName="text" presStyleLbl="fgAcc0" presStyleIdx="1" presStyleCnt="3">
        <dgm:presLayoutVars>
          <dgm:chPref val="3"/>
        </dgm:presLayoutVars>
      </dgm:prSet>
      <dgm:spPr/>
    </dgm:pt>
    <dgm:pt modelId="{9C43B463-03D3-44AD-98A7-BCBA26BBE4A4}" type="pres">
      <dgm:prSet presAssocID="{A07C6CAF-4F22-4F82-A34A-1DB9E31216D8}" presName="hierChild2" presStyleCnt="0"/>
      <dgm:spPr/>
    </dgm:pt>
    <dgm:pt modelId="{03383D1E-E782-406C-9069-BDE81500A577}" type="pres">
      <dgm:prSet presAssocID="{E4AB115C-FF80-45DA-B2F3-3302B75F1CB3}" presName="hierRoot1" presStyleCnt="0"/>
      <dgm:spPr/>
    </dgm:pt>
    <dgm:pt modelId="{36AE7D4C-C8D3-4C91-AB04-E67A584BEDAD}" type="pres">
      <dgm:prSet presAssocID="{E4AB115C-FF80-45DA-B2F3-3302B75F1CB3}" presName="composite" presStyleCnt="0"/>
      <dgm:spPr/>
    </dgm:pt>
    <dgm:pt modelId="{220EED54-DDF6-4B36-A083-8770D3462295}" type="pres">
      <dgm:prSet presAssocID="{E4AB115C-FF80-45DA-B2F3-3302B75F1CB3}" presName="background" presStyleLbl="node0" presStyleIdx="2" presStyleCnt="3"/>
      <dgm:spPr/>
    </dgm:pt>
    <dgm:pt modelId="{3745DF06-5F4E-4BEF-BA09-BDF2C8A641E2}" type="pres">
      <dgm:prSet presAssocID="{E4AB115C-FF80-45DA-B2F3-3302B75F1CB3}" presName="text" presStyleLbl="fgAcc0" presStyleIdx="2" presStyleCnt="3">
        <dgm:presLayoutVars>
          <dgm:chPref val="3"/>
        </dgm:presLayoutVars>
      </dgm:prSet>
      <dgm:spPr/>
    </dgm:pt>
    <dgm:pt modelId="{CEB7DD25-62A6-4FF5-95E0-87FB5E12DBA5}" type="pres">
      <dgm:prSet presAssocID="{E4AB115C-FF80-45DA-B2F3-3302B75F1CB3}" presName="hierChild2" presStyleCnt="0"/>
      <dgm:spPr/>
    </dgm:pt>
  </dgm:ptLst>
  <dgm:cxnLst>
    <dgm:cxn modelId="{2D6A0418-CBC5-4628-8D24-5952F6AFAFB1}" type="presOf" srcId="{0BAE3CFF-1F48-4E0D-B5C9-3C5561B224E6}" destId="{33C2BD44-BF2A-4C1F-BDA0-F8875ED0420D}" srcOrd="0" destOrd="0" presId="urn:microsoft.com/office/officeart/2005/8/layout/hierarchy1"/>
    <dgm:cxn modelId="{33774E22-758E-4656-A48E-BFB420C161E6}" srcId="{BC3B1EDC-5CE8-418A-9BC0-839290EFF486}" destId="{0BAE3CFF-1F48-4E0D-B5C9-3C5561B224E6}" srcOrd="0" destOrd="0" parTransId="{D3B52F46-46CF-4968-B638-0C55747799D9}" sibTransId="{73077753-54B4-46D9-BB3E-631D47FC6553}"/>
    <dgm:cxn modelId="{C857E135-65A3-4AA5-B887-7076EFF50B9E}" type="presOf" srcId="{E4AB115C-FF80-45DA-B2F3-3302B75F1CB3}" destId="{3745DF06-5F4E-4BEF-BA09-BDF2C8A641E2}" srcOrd="0" destOrd="0" presId="urn:microsoft.com/office/officeart/2005/8/layout/hierarchy1"/>
    <dgm:cxn modelId="{B35F618E-2FD2-4E53-AF66-509212E49FE5}" srcId="{BC3B1EDC-5CE8-418A-9BC0-839290EFF486}" destId="{E4AB115C-FF80-45DA-B2F3-3302B75F1CB3}" srcOrd="2" destOrd="0" parTransId="{DF6AC0FB-08CF-4415-8AB0-8E366B6026EE}" sibTransId="{6EC6B83B-FE28-4D59-8A57-F7989886E708}"/>
    <dgm:cxn modelId="{4072D9B6-9549-4BB4-BC6E-E6F7AA14B60A}" type="presOf" srcId="{A07C6CAF-4F22-4F82-A34A-1DB9E31216D8}" destId="{C3449B78-C6B9-457E-A6B5-7148A21FE3DC}" srcOrd="0" destOrd="0" presId="urn:microsoft.com/office/officeart/2005/8/layout/hierarchy1"/>
    <dgm:cxn modelId="{912C19C7-76E2-4CE5-90EE-98BF9A1F09C0}" srcId="{BC3B1EDC-5CE8-418A-9BC0-839290EFF486}" destId="{A07C6CAF-4F22-4F82-A34A-1DB9E31216D8}" srcOrd="1" destOrd="0" parTransId="{A05AA361-E3EB-4A4F-91D8-7586BBCB2455}" sibTransId="{B41DD212-081D-46AC-A3C8-F45751861149}"/>
    <dgm:cxn modelId="{FF1210D5-E1DA-451F-A9DE-12C193DFA87E}" type="presOf" srcId="{BC3B1EDC-5CE8-418A-9BC0-839290EFF486}" destId="{61DAF4F0-D53D-444A-ABF5-565A4AC24018}" srcOrd="0" destOrd="0" presId="urn:microsoft.com/office/officeart/2005/8/layout/hierarchy1"/>
    <dgm:cxn modelId="{52AFB813-53F9-4C82-9A01-753A2D5CDDB4}" type="presParOf" srcId="{61DAF4F0-D53D-444A-ABF5-565A4AC24018}" destId="{14C8C969-7F63-4D5E-87B0-BEF9F1F165C7}" srcOrd="0" destOrd="0" presId="urn:microsoft.com/office/officeart/2005/8/layout/hierarchy1"/>
    <dgm:cxn modelId="{5B8F7721-D814-40B5-B112-2873794A8EC6}" type="presParOf" srcId="{14C8C969-7F63-4D5E-87B0-BEF9F1F165C7}" destId="{18036309-45BE-423A-8C54-04933CA113DF}" srcOrd="0" destOrd="0" presId="urn:microsoft.com/office/officeart/2005/8/layout/hierarchy1"/>
    <dgm:cxn modelId="{A57A4B7E-43E5-4919-B21F-EC0A50201C93}" type="presParOf" srcId="{18036309-45BE-423A-8C54-04933CA113DF}" destId="{2D8D1998-EADD-40AB-9D7B-F6466DEE9322}" srcOrd="0" destOrd="0" presId="urn:microsoft.com/office/officeart/2005/8/layout/hierarchy1"/>
    <dgm:cxn modelId="{E3E340A5-C2FF-4A70-8595-975949BDD465}" type="presParOf" srcId="{18036309-45BE-423A-8C54-04933CA113DF}" destId="{33C2BD44-BF2A-4C1F-BDA0-F8875ED0420D}" srcOrd="1" destOrd="0" presId="urn:microsoft.com/office/officeart/2005/8/layout/hierarchy1"/>
    <dgm:cxn modelId="{791F82A4-C40A-47B4-8A4D-91C4161AFE86}" type="presParOf" srcId="{14C8C969-7F63-4D5E-87B0-BEF9F1F165C7}" destId="{2B11EBEE-4FCD-423E-A62C-E3F283F7B941}" srcOrd="1" destOrd="0" presId="urn:microsoft.com/office/officeart/2005/8/layout/hierarchy1"/>
    <dgm:cxn modelId="{AF741AD0-893A-4B00-B21B-2A88674290EA}" type="presParOf" srcId="{61DAF4F0-D53D-444A-ABF5-565A4AC24018}" destId="{F1E556F7-B4FC-4155-B2CD-76629AA43402}" srcOrd="1" destOrd="0" presId="urn:microsoft.com/office/officeart/2005/8/layout/hierarchy1"/>
    <dgm:cxn modelId="{7163ACF4-791A-4722-AFBC-F56A169C48AA}" type="presParOf" srcId="{F1E556F7-B4FC-4155-B2CD-76629AA43402}" destId="{C4D353B2-915B-4F07-8EA7-CCC274A5FA60}" srcOrd="0" destOrd="0" presId="urn:microsoft.com/office/officeart/2005/8/layout/hierarchy1"/>
    <dgm:cxn modelId="{88121071-10FE-442A-A17F-E7830EAFA564}" type="presParOf" srcId="{C4D353B2-915B-4F07-8EA7-CCC274A5FA60}" destId="{7B9A4F5A-F269-40A7-8555-6859739ACFDB}" srcOrd="0" destOrd="0" presId="urn:microsoft.com/office/officeart/2005/8/layout/hierarchy1"/>
    <dgm:cxn modelId="{3E7D8B61-DDC8-4773-9FB8-BD213991E726}" type="presParOf" srcId="{C4D353B2-915B-4F07-8EA7-CCC274A5FA60}" destId="{C3449B78-C6B9-457E-A6B5-7148A21FE3DC}" srcOrd="1" destOrd="0" presId="urn:microsoft.com/office/officeart/2005/8/layout/hierarchy1"/>
    <dgm:cxn modelId="{72F20434-8FA0-4F97-BB71-BEA505C48FB4}" type="presParOf" srcId="{F1E556F7-B4FC-4155-B2CD-76629AA43402}" destId="{9C43B463-03D3-44AD-98A7-BCBA26BBE4A4}" srcOrd="1" destOrd="0" presId="urn:microsoft.com/office/officeart/2005/8/layout/hierarchy1"/>
    <dgm:cxn modelId="{769FC9FB-2892-4979-B34D-D42C53713C49}" type="presParOf" srcId="{61DAF4F0-D53D-444A-ABF5-565A4AC24018}" destId="{03383D1E-E782-406C-9069-BDE81500A577}" srcOrd="2" destOrd="0" presId="urn:microsoft.com/office/officeart/2005/8/layout/hierarchy1"/>
    <dgm:cxn modelId="{45718057-DB4B-42AB-86CB-70AC81949F93}" type="presParOf" srcId="{03383D1E-E782-406C-9069-BDE81500A577}" destId="{36AE7D4C-C8D3-4C91-AB04-E67A584BEDAD}" srcOrd="0" destOrd="0" presId="urn:microsoft.com/office/officeart/2005/8/layout/hierarchy1"/>
    <dgm:cxn modelId="{9D61C8CC-D751-4BFF-A941-45AEBBD645BD}" type="presParOf" srcId="{36AE7D4C-C8D3-4C91-AB04-E67A584BEDAD}" destId="{220EED54-DDF6-4B36-A083-8770D3462295}" srcOrd="0" destOrd="0" presId="urn:microsoft.com/office/officeart/2005/8/layout/hierarchy1"/>
    <dgm:cxn modelId="{26DB73CA-5BDF-4362-9C34-87E0DE50959A}" type="presParOf" srcId="{36AE7D4C-C8D3-4C91-AB04-E67A584BEDAD}" destId="{3745DF06-5F4E-4BEF-BA09-BDF2C8A641E2}" srcOrd="1" destOrd="0" presId="urn:microsoft.com/office/officeart/2005/8/layout/hierarchy1"/>
    <dgm:cxn modelId="{5E91E437-10FC-493D-8748-B66C10F6BA06}" type="presParOf" srcId="{03383D1E-E782-406C-9069-BDE81500A577}" destId="{CEB7DD25-62A6-4FF5-95E0-87FB5E12DBA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B8025E-F262-4313-BC8B-0E69582BE3D1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756227E7-9744-4C60-A218-EC3A2FA95E66}">
      <dgm:prSet/>
      <dgm:spPr/>
      <dgm:t>
        <a:bodyPr/>
        <a:lstStyle/>
        <a:p>
          <a:r>
            <a:rPr lang="en-DE"/>
            <a:t>Cél meghatározása</a:t>
          </a:r>
          <a:endParaRPr lang="en-US"/>
        </a:p>
      </dgm:t>
    </dgm:pt>
    <dgm:pt modelId="{110C568B-D833-4F8D-A0F3-171D52E3B8B7}" type="parTrans" cxnId="{B1B5119D-F49C-4FE2-BB72-C570299FEA0C}">
      <dgm:prSet/>
      <dgm:spPr/>
      <dgm:t>
        <a:bodyPr/>
        <a:lstStyle/>
        <a:p>
          <a:endParaRPr lang="en-US"/>
        </a:p>
      </dgm:t>
    </dgm:pt>
    <dgm:pt modelId="{BFD4334B-D265-48BC-8D5F-5E44F810928F}" type="sibTrans" cxnId="{B1B5119D-F49C-4FE2-BB72-C570299FEA0C}">
      <dgm:prSet/>
      <dgm:spPr/>
      <dgm:t>
        <a:bodyPr/>
        <a:lstStyle/>
        <a:p>
          <a:endParaRPr lang="en-US"/>
        </a:p>
      </dgm:t>
    </dgm:pt>
    <dgm:pt modelId="{1A418BA1-06CD-42B4-A18B-A02532C7F045}">
      <dgm:prSet/>
      <dgm:spPr/>
      <dgm:t>
        <a:bodyPr/>
        <a:lstStyle/>
        <a:p>
          <a:r>
            <a:rPr lang="en-DE"/>
            <a:t>Probléma vagy igény felismerése</a:t>
          </a:r>
          <a:endParaRPr lang="en-US"/>
        </a:p>
      </dgm:t>
    </dgm:pt>
    <dgm:pt modelId="{632C2C63-6CA3-4034-9033-54ABD85D1765}" type="parTrans" cxnId="{3742FB46-A09F-45B9-BB40-A3DAAE0AE078}">
      <dgm:prSet/>
      <dgm:spPr/>
      <dgm:t>
        <a:bodyPr/>
        <a:lstStyle/>
        <a:p>
          <a:endParaRPr lang="en-US"/>
        </a:p>
      </dgm:t>
    </dgm:pt>
    <dgm:pt modelId="{19E1C895-965A-4DDF-858E-EF2A1C2B7B8F}" type="sibTrans" cxnId="{3742FB46-A09F-45B9-BB40-A3DAAE0AE078}">
      <dgm:prSet/>
      <dgm:spPr/>
      <dgm:t>
        <a:bodyPr/>
        <a:lstStyle/>
        <a:p>
          <a:endParaRPr lang="en-US"/>
        </a:p>
      </dgm:t>
    </dgm:pt>
    <dgm:pt modelId="{07E6BA47-C07F-46E6-821D-0081139E226E}">
      <dgm:prSet/>
      <dgm:spPr/>
      <dgm:t>
        <a:bodyPr/>
        <a:lstStyle/>
        <a:p>
          <a:r>
            <a:rPr lang="en-DE"/>
            <a:t>Alapvető feltételek felmérése</a:t>
          </a:r>
          <a:endParaRPr lang="en-US"/>
        </a:p>
      </dgm:t>
    </dgm:pt>
    <dgm:pt modelId="{84AE8690-06E2-4704-A039-9F75E658A99A}" type="parTrans" cxnId="{274B5EC7-D17E-4706-9395-A15DB3623C16}">
      <dgm:prSet/>
      <dgm:spPr/>
      <dgm:t>
        <a:bodyPr/>
        <a:lstStyle/>
        <a:p>
          <a:endParaRPr lang="en-US"/>
        </a:p>
      </dgm:t>
    </dgm:pt>
    <dgm:pt modelId="{0E46DCFF-D11C-48FF-BC16-7F8A21FF12CB}" type="sibTrans" cxnId="{274B5EC7-D17E-4706-9395-A15DB3623C16}">
      <dgm:prSet/>
      <dgm:spPr/>
      <dgm:t>
        <a:bodyPr/>
        <a:lstStyle/>
        <a:p>
          <a:endParaRPr lang="en-US"/>
        </a:p>
      </dgm:t>
    </dgm:pt>
    <dgm:pt modelId="{7E6E9993-5EAF-405B-9850-632474F12A4B}">
      <dgm:prSet/>
      <dgm:spPr/>
      <dgm:t>
        <a:bodyPr/>
        <a:lstStyle/>
        <a:p>
          <a:r>
            <a:rPr lang="en-DE"/>
            <a:t>Projekt indításának eldöntése</a:t>
          </a:r>
          <a:endParaRPr lang="en-US"/>
        </a:p>
      </dgm:t>
    </dgm:pt>
    <dgm:pt modelId="{16AD8309-01EE-4DBC-A73E-C6BC86AFFDAC}" type="parTrans" cxnId="{1CD0C3A9-E339-44D3-9F2B-DCC15B301395}">
      <dgm:prSet/>
      <dgm:spPr/>
      <dgm:t>
        <a:bodyPr/>
        <a:lstStyle/>
        <a:p>
          <a:endParaRPr lang="en-US"/>
        </a:p>
      </dgm:t>
    </dgm:pt>
    <dgm:pt modelId="{7B004826-AB86-4104-8A96-1AA7CBD4166E}" type="sibTrans" cxnId="{1CD0C3A9-E339-44D3-9F2B-DCC15B301395}">
      <dgm:prSet/>
      <dgm:spPr/>
      <dgm:t>
        <a:bodyPr/>
        <a:lstStyle/>
        <a:p>
          <a:endParaRPr lang="en-US"/>
        </a:p>
      </dgm:t>
    </dgm:pt>
    <dgm:pt modelId="{9C25EB53-1A2A-4058-97D4-14DB81AD7660}" type="pres">
      <dgm:prSet presAssocID="{E5B8025E-F262-4313-BC8B-0E69582BE3D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C3A4593-13FE-4F71-8924-BA9716BC4EDE}" type="pres">
      <dgm:prSet presAssocID="{756227E7-9744-4C60-A218-EC3A2FA95E66}" presName="hierRoot1" presStyleCnt="0"/>
      <dgm:spPr/>
    </dgm:pt>
    <dgm:pt modelId="{5BC7FD82-0DAE-45D2-BFD8-4425F8D17F1B}" type="pres">
      <dgm:prSet presAssocID="{756227E7-9744-4C60-A218-EC3A2FA95E66}" presName="composite" presStyleCnt="0"/>
      <dgm:spPr/>
    </dgm:pt>
    <dgm:pt modelId="{D64E4317-DD8B-4730-9E71-F512BAA7EBED}" type="pres">
      <dgm:prSet presAssocID="{756227E7-9744-4C60-A218-EC3A2FA95E66}" presName="background" presStyleLbl="node0" presStyleIdx="0" presStyleCnt="4"/>
      <dgm:spPr/>
    </dgm:pt>
    <dgm:pt modelId="{162E1946-B987-434E-A95F-CC0BB4983241}" type="pres">
      <dgm:prSet presAssocID="{756227E7-9744-4C60-A218-EC3A2FA95E66}" presName="text" presStyleLbl="fgAcc0" presStyleIdx="0" presStyleCnt="4">
        <dgm:presLayoutVars>
          <dgm:chPref val="3"/>
        </dgm:presLayoutVars>
      </dgm:prSet>
      <dgm:spPr/>
    </dgm:pt>
    <dgm:pt modelId="{4F1E4AA6-545A-4DB8-BCD5-74A2E06DFF41}" type="pres">
      <dgm:prSet presAssocID="{756227E7-9744-4C60-A218-EC3A2FA95E66}" presName="hierChild2" presStyleCnt="0"/>
      <dgm:spPr/>
    </dgm:pt>
    <dgm:pt modelId="{DF1AFC3E-B649-4CE7-BC4B-37C2F9D6DC0F}" type="pres">
      <dgm:prSet presAssocID="{1A418BA1-06CD-42B4-A18B-A02532C7F045}" presName="hierRoot1" presStyleCnt="0"/>
      <dgm:spPr/>
    </dgm:pt>
    <dgm:pt modelId="{DD3279E8-E87B-486D-AACA-7D50236CA46D}" type="pres">
      <dgm:prSet presAssocID="{1A418BA1-06CD-42B4-A18B-A02532C7F045}" presName="composite" presStyleCnt="0"/>
      <dgm:spPr/>
    </dgm:pt>
    <dgm:pt modelId="{0FBFBD05-0299-439D-BC1A-D3DCFEB81E1D}" type="pres">
      <dgm:prSet presAssocID="{1A418BA1-06CD-42B4-A18B-A02532C7F045}" presName="background" presStyleLbl="node0" presStyleIdx="1" presStyleCnt="4"/>
      <dgm:spPr/>
    </dgm:pt>
    <dgm:pt modelId="{D220E736-32AC-4E42-AB10-7692A91BA0BF}" type="pres">
      <dgm:prSet presAssocID="{1A418BA1-06CD-42B4-A18B-A02532C7F045}" presName="text" presStyleLbl="fgAcc0" presStyleIdx="1" presStyleCnt="4">
        <dgm:presLayoutVars>
          <dgm:chPref val="3"/>
        </dgm:presLayoutVars>
      </dgm:prSet>
      <dgm:spPr/>
    </dgm:pt>
    <dgm:pt modelId="{75F8BCDE-F968-422E-B296-8B03B7CD73FF}" type="pres">
      <dgm:prSet presAssocID="{1A418BA1-06CD-42B4-A18B-A02532C7F045}" presName="hierChild2" presStyleCnt="0"/>
      <dgm:spPr/>
    </dgm:pt>
    <dgm:pt modelId="{CF6D00E6-B03B-40B2-BEB7-3475116C0995}" type="pres">
      <dgm:prSet presAssocID="{07E6BA47-C07F-46E6-821D-0081139E226E}" presName="hierRoot1" presStyleCnt="0"/>
      <dgm:spPr/>
    </dgm:pt>
    <dgm:pt modelId="{7B2160C4-20F9-40D3-848B-182F8A7A6BEA}" type="pres">
      <dgm:prSet presAssocID="{07E6BA47-C07F-46E6-821D-0081139E226E}" presName="composite" presStyleCnt="0"/>
      <dgm:spPr/>
    </dgm:pt>
    <dgm:pt modelId="{EE3902F5-0E46-4AF4-AEB7-334B6AF017C4}" type="pres">
      <dgm:prSet presAssocID="{07E6BA47-C07F-46E6-821D-0081139E226E}" presName="background" presStyleLbl="node0" presStyleIdx="2" presStyleCnt="4"/>
      <dgm:spPr/>
    </dgm:pt>
    <dgm:pt modelId="{50691773-4B6D-4855-87EE-69FC5E6760A6}" type="pres">
      <dgm:prSet presAssocID="{07E6BA47-C07F-46E6-821D-0081139E226E}" presName="text" presStyleLbl="fgAcc0" presStyleIdx="2" presStyleCnt="4">
        <dgm:presLayoutVars>
          <dgm:chPref val="3"/>
        </dgm:presLayoutVars>
      </dgm:prSet>
      <dgm:spPr/>
    </dgm:pt>
    <dgm:pt modelId="{A580C1A9-0EBF-4FBD-BB74-FD0E43174D00}" type="pres">
      <dgm:prSet presAssocID="{07E6BA47-C07F-46E6-821D-0081139E226E}" presName="hierChild2" presStyleCnt="0"/>
      <dgm:spPr/>
    </dgm:pt>
    <dgm:pt modelId="{A84D56A6-88D7-4B11-9DCC-2706543204F4}" type="pres">
      <dgm:prSet presAssocID="{7E6E9993-5EAF-405B-9850-632474F12A4B}" presName="hierRoot1" presStyleCnt="0"/>
      <dgm:spPr/>
    </dgm:pt>
    <dgm:pt modelId="{7CCBC4CA-FED9-4851-A50D-533140341873}" type="pres">
      <dgm:prSet presAssocID="{7E6E9993-5EAF-405B-9850-632474F12A4B}" presName="composite" presStyleCnt="0"/>
      <dgm:spPr/>
    </dgm:pt>
    <dgm:pt modelId="{A6628961-2DBC-4506-A40A-AD0AC3BE44A6}" type="pres">
      <dgm:prSet presAssocID="{7E6E9993-5EAF-405B-9850-632474F12A4B}" presName="background" presStyleLbl="node0" presStyleIdx="3" presStyleCnt="4"/>
      <dgm:spPr/>
    </dgm:pt>
    <dgm:pt modelId="{657FE265-4B7D-4065-B074-7DC386500A2E}" type="pres">
      <dgm:prSet presAssocID="{7E6E9993-5EAF-405B-9850-632474F12A4B}" presName="text" presStyleLbl="fgAcc0" presStyleIdx="3" presStyleCnt="4">
        <dgm:presLayoutVars>
          <dgm:chPref val="3"/>
        </dgm:presLayoutVars>
      </dgm:prSet>
      <dgm:spPr/>
    </dgm:pt>
    <dgm:pt modelId="{FA739781-AA28-4533-B3E8-669B326C5B4A}" type="pres">
      <dgm:prSet presAssocID="{7E6E9993-5EAF-405B-9850-632474F12A4B}" presName="hierChild2" presStyleCnt="0"/>
      <dgm:spPr/>
    </dgm:pt>
  </dgm:ptLst>
  <dgm:cxnLst>
    <dgm:cxn modelId="{6F53632D-3B6A-4DAC-96CC-BDE56A0474E2}" type="presOf" srcId="{7E6E9993-5EAF-405B-9850-632474F12A4B}" destId="{657FE265-4B7D-4065-B074-7DC386500A2E}" srcOrd="0" destOrd="0" presId="urn:microsoft.com/office/officeart/2005/8/layout/hierarchy1"/>
    <dgm:cxn modelId="{3742FB46-A09F-45B9-BB40-A3DAAE0AE078}" srcId="{E5B8025E-F262-4313-BC8B-0E69582BE3D1}" destId="{1A418BA1-06CD-42B4-A18B-A02532C7F045}" srcOrd="1" destOrd="0" parTransId="{632C2C63-6CA3-4034-9033-54ABD85D1765}" sibTransId="{19E1C895-965A-4DDF-858E-EF2A1C2B7B8F}"/>
    <dgm:cxn modelId="{0DB1A069-320C-44CD-9729-A31EB09C29D6}" type="presOf" srcId="{E5B8025E-F262-4313-BC8B-0E69582BE3D1}" destId="{9C25EB53-1A2A-4058-97D4-14DB81AD7660}" srcOrd="0" destOrd="0" presId="urn:microsoft.com/office/officeart/2005/8/layout/hierarchy1"/>
    <dgm:cxn modelId="{78CC417C-88DC-4DA5-B097-435953E7A1CE}" type="presOf" srcId="{1A418BA1-06CD-42B4-A18B-A02532C7F045}" destId="{D220E736-32AC-4E42-AB10-7692A91BA0BF}" srcOrd="0" destOrd="0" presId="urn:microsoft.com/office/officeart/2005/8/layout/hierarchy1"/>
    <dgm:cxn modelId="{B1B5119D-F49C-4FE2-BB72-C570299FEA0C}" srcId="{E5B8025E-F262-4313-BC8B-0E69582BE3D1}" destId="{756227E7-9744-4C60-A218-EC3A2FA95E66}" srcOrd="0" destOrd="0" parTransId="{110C568B-D833-4F8D-A0F3-171D52E3B8B7}" sibTransId="{BFD4334B-D265-48BC-8D5F-5E44F810928F}"/>
    <dgm:cxn modelId="{5AC2B0A0-458D-4762-BA4B-4136C8CFE397}" type="presOf" srcId="{756227E7-9744-4C60-A218-EC3A2FA95E66}" destId="{162E1946-B987-434E-A95F-CC0BB4983241}" srcOrd="0" destOrd="0" presId="urn:microsoft.com/office/officeart/2005/8/layout/hierarchy1"/>
    <dgm:cxn modelId="{1CD0C3A9-E339-44D3-9F2B-DCC15B301395}" srcId="{E5B8025E-F262-4313-BC8B-0E69582BE3D1}" destId="{7E6E9993-5EAF-405B-9850-632474F12A4B}" srcOrd="3" destOrd="0" parTransId="{16AD8309-01EE-4DBC-A73E-C6BC86AFFDAC}" sibTransId="{7B004826-AB86-4104-8A96-1AA7CBD4166E}"/>
    <dgm:cxn modelId="{274B5EC7-D17E-4706-9395-A15DB3623C16}" srcId="{E5B8025E-F262-4313-BC8B-0E69582BE3D1}" destId="{07E6BA47-C07F-46E6-821D-0081139E226E}" srcOrd="2" destOrd="0" parTransId="{84AE8690-06E2-4704-A039-9F75E658A99A}" sibTransId="{0E46DCFF-D11C-48FF-BC16-7F8A21FF12CB}"/>
    <dgm:cxn modelId="{DFA881D0-A121-403D-B0CE-01CA547072BE}" type="presOf" srcId="{07E6BA47-C07F-46E6-821D-0081139E226E}" destId="{50691773-4B6D-4855-87EE-69FC5E6760A6}" srcOrd="0" destOrd="0" presId="urn:microsoft.com/office/officeart/2005/8/layout/hierarchy1"/>
    <dgm:cxn modelId="{9E70AB92-B838-4C47-AEB4-FA4F6951DC79}" type="presParOf" srcId="{9C25EB53-1A2A-4058-97D4-14DB81AD7660}" destId="{2C3A4593-13FE-4F71-8924-BA9716BC4EDE}" srcOrd="0" destOrd="0" presId="urn:microsoft.com/office/officeart/2005/8/layout/hierarchy1"/>
    <dgm:cxn modelId="{9DBD89EC-52D9-4ADB-9277-17F909330914}" type="presParOf" srcId="{2C3A4593-13FE-4F71-8924-BA9716BC4EDE}" destId="{5BC7FD82-0DAE-45D2-BFD8-4425F8D17F1B}" srcOrd="0" destOrd="0" presId="urn:microsoft.com/office/officeart/2005/8/layout/hierarchy1"/>
    <dgm:cxn modelId="{5174F11A-6B39-461E-B458-F87AF0F801E7}" type="presParOf" srcId="{5BC7FD82-0DAE-45D2-BFD8-4425F8D17F1B}" destId="{D64E4317-DD8B-4730-9E71-F512BAA7EBED}" srcOrd="0" destOrd="0" presId="urn:microsoft.com/office/officeart/2005/8/layout/hierarchy1"/>
    <dgm:cxn modelId="{69F296FA-5355-422E-B339-CB387751C754}" type="presParOf" srcId="{5BC7FD82-0DAE-45D2-BFD8-4425F8D17F1B}" destId="{162E1946-B987-434E-A95F-CC0BB4983241}" srcOrd="1" destOrd="0" presId="urn:microsoft.com/office/officeart/2005/8/layout/hierarchy1"/>
    <dgm:cxn modelId="{A6392CD5-CB56-4797-A34A-8ED62347F38A}" type="presParOf" srcId="{2C3A4593-13FE-4F71-8924-BA9716BC4EDE}" destId="{4F1E4AA6-545A-4DB8-BCD5-74A2E06DFF41}" srcOrd="1" destOrd="0" presId="urn:microsoft.com/office/officeart/2005/8/layout/hierarchy1"/>
    <dgm:cxn modelId="{7C63071E-1C12-4E76-A7D7-725E1DCC46BA}" type="presParOf" srcId="{9C25EB53-1A2A-4058-97D4-14DB81AD7660}" destId="{DF1AFC3E-B649-4CE7-BC4B-37C2F9D6DC0F}" srcOrd="1" destOrd="0" presId="urn:microsoft.com/office/officeart/2005/8/layout/hierarchy1"/>
    <dgm:cxn modelId="{4397FFFF-6941-4EEA-BDCA-E9628D71B923}" type="presParOf" srcId="{DF1AFC3E-B649-4CE7-BC4B-37C2F9D6DC0F}" destId="{DD3279E8-E87B-486D-AACA-7D50236CA46D}" srcOrd="0" destOrd="0" presId="urn:microsoft.com/office/officeart/2005/8/layout/hierarchy1"/>
    <dgm:cxn modelId="{4E45B79C-7E3D-4BB0-BC99-0666238F1278}" type="presParOf" srcId="{DD3279E8-E87B-486D-AACA-7D50236CA46D}" destId="{0FBFBD05-0299-439D-BC1A-D3DCFEB81E1D}" srcOrd="0" destOrd="0" presId="urn:microsoft.com/office/officeart/2005/8/layout/hierarchy1"/>
    <dgm:cxn modelId="{4D32C922-E386-408A-8034-F267FE769F35}" type="presParOf" srcId="{DD3279E8-E87B-486D-AACA-7D50236CA46D}" destId="{D220E736-32AC-4E42-AB10-7692A91BA0BF}" srcOrd="1" destOrd="0" presId="urn:microsoft.com/office/officeart/2005/8/layout/hierarchy1"/>
    <dgm:cxn modelId="{505A36EE-6362-470E-B59F-0D14CA02CB79}" type="presParOf" srcId="{DF1AFC3E-B649-4CE7-BC4B-37C2F9D6DC0F}" destId="{75F8BCDE-F968-422E-B296-8B03B7CD73FF}" srcOrd="1" destOrd="0" presId="urn:microsoft.com/office/officeart/2005/8/layout/hierarchy1"/>
    <dgm:cxn modelId="{1560F1AA-7552-439B-BAE5-CA2FF9BB9979}" type="presParOf" srcId="{9C25EB53-1A2A-4058-97D4-14DB81AD7660}" destId="{CF6D00E6-B03B-40B2-BEB7-3475116C0995}" srcOrd="2" destOrd="0" presId="urn:microsoft.com/office/officeart/2005/8/layout/hierarchy1"/>
    <dgm:cxn modelId="{E995C9DF-7CA5-470C-9958-E7AC27775290}" type="presParOf" srcId="{CF6D00E6-B03B-40B2-BEB7-3475116C0995}" destId="{7B2160C4-20F9-40D3-848B-182F8A7A6BEA}" srcOrd="0" destOrd="0" presId="urn:microsoft.com/office/officeart/2005/8/layout/hierarchy1"/>
    <dgm:cxn modelId="{47603790-A140-4A60-A5E6-FD5AA6DFD795}" type="presParOf" srcId="{7B2160C4-20F9-40D3-848B-182F8A7A6BEA}" destId="{EE3902F5-0E46-4AF4-AEB7-334B6AF017C4}" srcOrd="0" destOrd="0" presId="urn:microsoft.com/office/officeart/2005/8/layout/hierarchy1"/>
    <dgm:cxn modelId="{C3715414-4F77-4230-94F1-E8943AF54D0D}" type="presParOf" srcId="{7B2160C4-20F9-40D3-848B-182F8A7A6BEA}" destId="{50691773-4B6D-4855-87EE-69FC5E6760A6}" srcOrd="1" destOrd="0" presId="urn:microsoft.com/office/officeart/2005/8/layout/hierarchy1"/>
    <dgm:cxn modelId="{ED805A5D-A568-40F0-ADA3-C18D822DD479}" type="presParOf" srcId="{CF6D00E6-B03B-40B2-BEB7-3475116C0995}" destId="{A580C1A9-0EBF-4FBD-BB74-FD0E43174D00}" srcOrd="1" destOrd="0" presId="urn:microsoft.com/office/officeart/2005/8/layout/hierarchy1"/>
    <dgm:cxn modelId="{4B3CAE9E-C815-4891-8A76-A6FFD442A45D}" type="presParOf" srcId="{9C25EB53-1A2A-4058-97D4-14DB81AD7660}" destId="{A84D56A6-88D7-4B11-9DCC-2706543204F4}" srcOrd="3" destOrd="0" presId="urn:microsoft.com/office/officeart/2005/8/layout/hierarchy1"/>
    <dgm:cxn modelId="{F4E2BCB5-5029-48D8-8ADE-2A96F10AA2B7}" type="presParOf" srcId="{A84D56A6-88D7-4B11-9DCC-2706543204F4}" destId="{7CCBC4CA-FED9-4851-A50D-533140341873}" srcOrd="0" destOrd="0" presId="urn:microsoft.com/office/officeart/2005/8/layout/hierarchy1"/>
    <dgm:cxn modelId="{F23C02E7-DF24-4DF8-BFC1-6B2E6D431A11}" type="presParOf" srcId="{7CCBC4CA-FED9-4851-A50D-533140341873}" destId="{A6628961-2DBC-4506-A40A-AD0AC3BE44A6}" srcOrd="0" destOrd="0" presId="urn:microsoft.com/office/officeart/2005/8/layout/hierarchy1"/>
    <dgm:cxn modelId="{01EFD5F6-25BE-4E84-8B4D-97B2FF72E04D}" type="presParOf" srcId="{7CCBC4CA-FED9-4851-A50D-533140341873}" destId="{657FE265-4B7D-4065-B074-7DC386500A2E}" srcOrd="1" destOrd="0" presId="urn:microsoft.com/office/officeart/2005/8/layout/hierarchy1"/>
    <dgm:cxn modelId="{001E16C5-6470-48DF-93DE-B78F06377023}" type="presParOf" srcId="{A84D56A6-88D7-4B11-9DCC-2706543204F4}" destId="{FA739781-AA28-4533-B3E8-669B326C5B4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51B80B5-E6CE-470A-85CB-E9BB06E1C03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2069D59-2D4E-4EFE-A027-805EDFB93103}">
      <dgm:prSet/>
      <dgm:spPr/>
      <dgm:t>
        <a:bodyPr/>
        <a:lstStyle/>
        <a:p>
          <a:r>
            <a:rPr lang="en-DE"/>
            <a:t>Feladatok részletes megtervezése</a:t>
          </a:r>
          <a:endParaRPr lang="en-US"/>
        </a:p>
      </dgm:t>
    </dgm:pt>
    <dgm:pt modelId="{2316E17F-15AD-4A4A-B8CF-9FF1C869CBA5}" type="parTrans" cxnId="{9B52BA18-796A-46D4-AF36-AEAB111D4B94}">
      <dgm:prSet/>
      <dgm:spPr/>
      <dgm:t>
        <a:bodyPr/>
        <a:lstStyle/>
        <a:p>
          <a:endParaRPr lang="en-US"/>
        </a:p>
      </dgm:t>
    </dgm:pt>
    <dgm:pt modelId="{C142708F-9132-4FC4-A12E-7CAAC9DF704A}" type="sibTrans" cxnId="{9B52BA18-796A-46D4-AF36-AEAB111D4B94}">
      <dgm:prSet/>
      <dgm:spPr/>
      <dgm:t>
        <a:bodyPr/>
        <a:lstStyle/>
        <a:p>
          <a:endParaRPr lang="en-US"/>
        </a:p>
      </dgm:t>
    </dgm:pt>
    <dgm:pt modelId="{48AC4386-9162-4C63-B340-F0DDD8B11686}">
      <dgm:prSet/>
      <dgm:spPr/>
      <dgm:t>
        <a:bodyPr/>
        <a:lstStyle/>
        <a:p>
          <a:r>
            <a:rPr lang="en-DE"/>
            <a:t>Idő és erőforrások beosztása</a:t>
          </a:r>
          <a:endParaRPr lang="en-US"/>
        </a:p>
      </dgm:t>
    </dgm:pt>
    <dgm:pt modelId="{93DBD0CB-0D28-4EFC-A4B7-1F29FC6D7E03}" type="parTrans" cxnId="{7EDFDB51-DC1B-44F7-9DC2-EE8516F512A7}">
      <dgm:prSet/>
      <dgm:spPr/>
      <dgm:t>
        <a:bodyPr/>
        <a:lstStyle/>
        <a:p>
          <a:endParaRPr lang="en-US"/>
        </a:p>
      </dgm:t>
    </dgm:pt>
    <dgm:pt modelId="{702B7107-0005-4508-8C56-3A2466D56292}" type="sibTrans" cxnId="{7EDFDB51-DC1B-44F7-9DC2-EE8516F512A7}">
      <dgm:prSet/>
      <dgm:spPr/>
      <dgm:t>
        <a:bodyPr/>
        <a:lstStyle/>
        <a:p>
          <a:endParaRPr lang="en-US"/>
        </a:p>
      </dgm:t>
    </dgm:pt>
    <dgm:pt modelId="{94397F84-1906-46BB-923B-35902173044C}">
      <dgm:prSet/>
      <dgm:spPr/>
      <dgm:t>
        <a:bodyPr/>
        <a:lstStyle/>
        <a:p>
          <a:r>
            <a:rPr lang="en-DE"/>
            <a:t>Kockázatok azonosítása</a:t>
          </a:r>
          <a:endParaRPr lang="en-US"/>
        </a:p>
      </dgm:t>
    </dgm:pt>
    <dgm:pt modelId="{0EA2BFDD-C0D6-4825-A2E6-504F3AAAEF16}" type="parTrans" cxnId="{0FEF668A-71C2-4E53-852B-80381D95D297}">
      <dgm:prSet/>
      <dgm:spPr/>
      <dgm:t>
        <a:bodyPr/>
        <a:lstStyle/>
        <a:p>
          <a:endParaRPr lang="en-US"/>
        </a:p>
      </dgm:t>
    </dgm:pt>
    <dgm:pt modelId="{562BE5B8-4D52-49E2-9C3C-4004AB8F3867}" type="sibTrans" cxnId="{0FEF668A-71C2-4E53-852B-80381D95D297}">
      <dgm:prSet/>
      <dgm:spPr/>
      <dgm:t>
        <a:bodyPr/>
        <a:lstStyle/>
        <a:p>
          <a:endParaRPr lang="en-US"/>
        </a:p>
      </dgm:t>
    </dgm:pt>
    <dgm:pt modelId="{BD695003-9BFF-442C-B220-B7B7D502B9BE}" type="pres">
      <dgm:prSet presAssocID="{D51B80B5-E6CE-470A-85CB-E9BB06E1C03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3B0DCC1-799C-477C-95A3-D1D5C476882C}" type="pres">
      <dgm:prSet presAssocID="{A2069D59-2D4E-4EFE-A027-805EDFB93103}" presName="hierRoot1" presStyleCnt="0"/>
      <dgm:spPr/>
    </dgm:pt>
    <dgm:pt modelId="{FDECD699-0B3B-4259-90B3-AF0D36D5C9B3}" type="pres">
      <dgm:prSet presAssocID="{A2069D59-2D4E-4EFE-A027-805EDFB93103}" presName="composite" presStyleCnt="0"/>
      <dgm:spPr/>
    </dgm:pt>
    <dgm:pt modelId="{759A0C50-5DC5-43BA-8F3C-ED47DDCB547E}" type="pres">
      <dgm:prSet presAssocID="{A2069D59-2D4E-4EFE-A027-805EDFB93103}" presName="background" presStyleLbl="node0" presStyleIdx="0" presStyleCnt="3"/>
      <dgm:spPr/>
    </dgm:pt>
    <dgm:pt modelId="{BD393E10-7ACA-42C6-974A-A904FB375022}" type="pres">
      <dgm:prSet presAssocID="{A2069D59-2D4E-4EFE-A027-805EDFB93103}" presName="text" presStyleLbl="fgAcc0" presStyleIdx="0" presStyleCnt="3">
        <dgm:presLayoutVars>
          <dgm:chPref val="3"/>
        </dgm:presLayoutVars>
      </dgm:prSet>
      <dgm:spPr/>
    </dgm:pt>
    <dgm:pt modelId="{85E51126-DEF3-4F40-A35B-096352C9478C}" type="pres">
      <dgm:prSet presAssocID="{A2069D59-2D4E-4EFE-A027-805EDFB93103}" presName="hierChild2" presStyleCnt="0"/>
      <dgm:spPr/>
    </dgm:pt>
    <dgm:pt modelId="{D453A7FA-1DDC-47F4-BC2D-F5B5E67CCDB6}" type="pres">
      <dgm:prSet presAssocID="{48AC4386-9162-4C63-B340-F0DDD8B11686}" presName="hierRoot1" presStyleCnt="0"/>
      <dgm:spPr/>
    </dgm:pt>
    <dgm:pt modelId="{DE9426D5-FABE-4A63-902C-499B4D486992}" type="pres">
      <dgm:prSet presAssocID="{48AC4386-9162-4C63-B340-F0DDD8B11686}" presName="composite" presStyleCnt="0"/>
      <dgm:spPr/>
    </dgm:pt>
    <dgm:pt modelId="{D97E23FB-EC8B-49AA-BB3B-7E09BFBFFAF0}" type="pres">
      <dgm:prSet presAssocID="{48AC4386-9162-4C63-B340-F0DDD8B11686}" presName="background" presStyleLbl="node0" presStyleIdx="1" presStyleCnt="3"/>
      <dgm:spPr/>
    </dgm:pt>
    <dgm:pt modelId="{3A92761F-FF08-438C-9E29-444FA392432D}" type="pres">
      <dgm:prSet presAssocID="{48AC4386-9162-4C63-B340-F0DDD8B11686}" presName="text" presStyleLbl="fgAcc0" presStyleIdx="1" presStyleCnt="3">
        <dgm:presLayoutVars>
          <dgm:chPref val="3"/>
        </dgm:presLayoutVars>
      </dgm:prSet>
      <dgm:spPr/>
    </dgm:pt>
    <dgm:pt modelId="{9FFC1C03-8746-4DA9-89F7-A70153A62E9C}" type="pres">
      <dgm:prSet presAssocID="{48AC4386-9162-4C63-B340-F0DDD8B11686}" presName="hierChild2" presStyleCnt="0"/>
      <dgm:spPr/>
    </dgm:pt>
    <dgm:pt modelId="{DAD198C6-A87E-4384-8B38-44ADEAA86C8F}" type="pres">
      <dgm:prSet presAssocID="{94397F84-1906-46BB-923B-35902173044C}" presName="hierRoot1" presStyleCnt="0"/>
      <dgm:spPr/>
    </dgm:pt>
    <dgm:pt modelId="{A9A04C05-7A0B-4A3D-A224-77F79EC0D0A7}" type="pres">
      <dgm:prSet presAssocID="{94397F84-1906-46BB-923B-35902173044C}" presName="composite" presStyleCnt="0"/>
      <dgm:spPr/>
    </dgm:pt>
    <dgm:pt modelId="{915653B1-A0C5-43F2-98B2-F7F6A5702E4E}" type="pres">
      <dgm:prSet presAssocID="{94397F84-1906-46BB-923B-35902173044C}" presName="background" presStyleLbl="node0" presStyleIdx="2" presStyleCnt="3"/>
      <dgm:spPr/>
    </dgm:pt>
    <dgm:pt modelId="{0BE6B461-E22F-4A51-B983-5D67BD17C478}" type="pres">
      <dgm:prSet presAssocID="{94397F84-1906-46BB-923B-35902173044C}" presName="text" presStyleLbl="fgAcc0" presStyleIdx="2" presStyleCnt="3">
        <dgm:presLayoutVars>
          <dgm:chPref val="3"/>
        </dgm:presLayoutVars>
      </dgm:prSet>
      <dgm:spPr/>
    </dgm:pt>
    <dgm:pt modelId="{EA489A16-90F4-47A7-B40D-75456A9F50F7}" type="pres">
      <dgm:prSet presAssocID="{94397F84-1906-46BB-923B-35902173044C}" presName="hierChild2" presStyleCnt="0"/>
      <dgm:spPr/>
    </dgm:pt>
  </dgm:ptLst>
  <dgm:cxnLst>
    <dgm:cxn modelId="{2DD23C15-2DDE-4D60-AF35-EDEF094DE1BD}" type="presOf" srcId="{94397F84-1906-46BB-923B-35902173044C}" destId="{0BE6B461-E22F-4A51-B983-5D67BD17C478}" srcOrd="0" destOrd="0" presId="urn:microsoft.com/office/officeart/2005/8/layout/hierarchy1"/>
    <dgm:cxn modelId="{9B52BA18-796A-46D4-AF36-AEAB111D4B94}" srcId="{D51B80B5-E6CE-470A-85CB-E9BB06E1C035}" destId="{A2069D59-2D4E-4EFE-A027-805EDFB93103}" srcOrd="0" destOrd="0" parTransId="{2316E17F-15AD-4A4A-B8CF-9FF1C869CBA5}" sibTransId="{C142708F-9132-4FC4-A12E-7CAAC9DF704A}"/>
    <dgm:cxn modelId="{7EDFDB51-DC1B-44F7-9DC2-EE8516F512A7}" srcId="{D51B80B5-E6CE-470A-85CB-E9BB06E1C035}" destId="{48AC4386-9162-4C63-B340-F0DDD8B11686}" srcOrd="1" destOrd="0" parTransId="{93DBD0CB-0D28-4EFC-A4B7-1F29FC6D7E03}" sibTransId="{702B7107-0005-4508-8C56-3A2466D56292}"/>
    <dgm:cxn modelId="{28AFAA58-8B4D-44CE-80B2-62973495E50F}" type="presOf" srcId="{A2069D59-2D4E-4EFE-A027-805EDFB93103}" destId="{BD393E10-7ACA-42C6-974A-A904FB375022}" srcOrd="0" destOrd="0" presId="urn:microsoft.com/office/officeart/2005/8/layout/hierarchy1"/>
    <dgm:cxn modelId="{444B4C82-4DDA-471C-95D7-36993195697E}" type="presOf" srcId="{48AC4386-9162-4C63-B340-F0DDD8B11686}" destId="{3A92761F-FF08-438C-9E29-444FA392432D}" srcOrd="0" destOrd="0" presId="urn:microsoft.com/office/officeart/2005/8/layout/hierarchy1"/>
    <dgm:cxn modelId="{0FEF668A-71C2-4E53-852B-80381D95D297}" srcId="{D51B80B5-E6CE-470A-85CB-E9BB06E1C035}" destId="{94397F84-1906-46BB-923B-35902173044C}" srcOrd="2" destOrd="0" parTransId="{0EA2BFDD-C0D6-4825-A2E6-504F3AAAEF16}" sibTransId="{562BE5B8-4D52-49E2-9C3C-4004AB8F3867}"/>
    <dgm:cxn modelId="{C17DADD7-33B7-4EAC-9B23-6D3EF9B54C65}" type="presOf" srcId="{D51B80B5-E6CE-470A-85CB-E9BB06E1C035}" destId="{BD695003-9BFF-442C-B220-B7B7D502B9BE}" srcOrd="0" destOrd="0" presId="urn:microsoft.com/office/officeart/2005/8/layout/hierarchy1"/>
    <dgm:cxn modelId="{0451DF1D-9858-47DE-AF65-39DA6D49052C}" type="presParOf" srcId="{BD695003-9BFF-442C-B220-B7B7D502B9BE}" destId="{F3B0DCC1-799C-477C-95A3-D1D5C476882C}" srcOrd="0" destOrd="0" presId="urn:microsoft.com/office/officeart/2005/8/layout/hierarchy1"/>
    <dgm:cxn modelId="{1D7F2F94-C6BC-4344-ABB3-62D35D8F2B14}" type="presParOf" srcId="{F3B0DCC1-799C-477C-95A3-D1D5C476882C}" destId="{FDECD699-0B3B-4259-90B3-AF0D36D5C9B3}" srcOrd="0" destOrd="0" presId="urn:microsoft.com/office/officeart/2005/8/layout/hierarchy1"/>
    <dgm:cxn modelId="{6BAE06E7-1D03-473B-B613-F0BF29BAA568}" type="presParOf" srcId="{FDECD699-0B3B-4259-90B3-AF0D36D5C9B3}" destId="{759A0C50-5DC5-43BA-8F3C-ED47DDCB547E}" srcOrd="0" destOrd="0" presId="urn:microsoft.com/office/officeart/2005/8/layout/hierarchy1"/>
    <dgm:cxn modelId="{76B4F198-10B3-485D-9878-C2976B3F6D9F}" type="presParOf" srcId="{FDECD699-0B3B-4259-90B3-AF0D36D5C9B3}" destId="{BD393E10-7ACA-42C6-974A-A904FB375022}" srcOrd="1" destOrd="0" presId="urn:microsoft.com/office/officeart/2005/8/layout/hierarchy1"/>
    <dgm:cxn modelId="{C871D948-B8E5-4CEA-B6EA-64C28216B090}" type="presParOf" srcId="{F3B0DCC1-799C-477C-95A3-D1D5C476882C}" destId="{85E51126-DEF3-4F40-A35B-096352C9478C}" srcOrd="1" destOrd="0" presId="urn:microsoft.com/office/officeart/2005/8/layout/hierarchy1"/>
    <dgm:cxn modelId="{605AA230-218D-4D7A-8C18-C6279F66A3C6}" type="presParOf" srcId="{BD695003-9BFF-442C-B220-B7B7D502B9BE}" destId="{D453A7FA-1DDC-47F4-BC2D-F5B5E67CCDB6}" srcOrd="1" destOrd="0" presId="urn:microsoft.com/office/officeart/2005/8/layout/hierarchy1"/>
    <dgm:cxn modelId="{ACA45BDA-7CE0-4DCA-8085-81113714A5CD}" type="presParOf" srcId="{D453A7FA-1DDC-47F4-BC2D-F5B5E67CCDB6}" destId="{DE9426D5-FABE-4A63-902C-499B4D486992}" srcOrd="0" destOrd="0" presId="urn:microsoft.com/office/officeart/2005/8/layout/hierarchy1"/>
    <dgm:cxn modelId="{26959D92-8166-4674-A1FD-6224B8EEAC70}" type="presParOf" srcId="{DE9426D5-FABE-4A63-902C-499B4D486992}" destId="{D97E23FB-EC8B-49AA-BB3B-7E09BFBFFAF0}" srcOrd="0" destOrd="0" presId="urn:microsoft.com/office/officeart/2005/8/layout/hierarchy1"/>
    <dgm:cxn modelId="{1FA04129-1470-4164-B566-55AB1248BDB6}" type="presParOf" srcId="{DE9426D5-FABE-4A63-902C-499B4D486992}" destId="{3A92761F-FF08-438C-9E29-444FA392432D}" srcOrd="1" destOrd="0" presId="urn:microsoft.com/office/officeart/2005/8/layout/hierarchy1"/>
    <dgm:cxn modelId="{8F977163-911F-462F-86CB-36874D70A909}" type="presParOf" srcId="{D453A7FA-1DDC-47F4-BC2D-F5B5E67CCDB6}" destId="{9FFC1C03-8746-4DA9-89F7-A70153A62E9C}" srcOrd="1" destOrd="0" presId="urn:microsoft.com/office/officeart/2005/8/layout/hierarchy1"/>
    <dgm:cxn modelId="{A3DB6D39-599F-4DFF-8E77-1BFF1C85CCF5}" type="presParOf" srcId="{BD695003-9BFF-442C-B220-B7B7D502B9BE}" destId="{DAD198C6-A87E-4384-8B38-44ADEAA86C8F}" srcOrd="2" destOrd="0" presId="urn:microsoft.com/office/officeart/2005/8/layout/hierarchy1"/>
    <dgm:cxn modelId="{3AB07386-49A5-4DAB-A254-1FAE1AED7400}" type="presParOf" srcId="{DAD198C6-A87E-4384-8B38-44ADEAA86C8F}" destId="{A9A04C05-7A0B-4A3D-A224-77F79EC0D0A7}" srcOrd="0" destOrd="0" presId="urn:microsoft.com/office/officeart/2005/8/layout/hierarchy1"/>
    <dgm:cxn modelId="{6F99D9B9-52DD-49DD-B4AC-A10DDAE69DF3}" type="presParOf" srcId="{A9A04C05-7A0B-4A3D-A224-77F79EC0D0A7}" destId="{915653B1-A0C5-43F2-98B2-F7F6A5702E4E}" srcOrd="0" destOrd="0" presId="urn:microsoft.com/office/officeart/2005/8/layout/hierarchy1"/>
    <dgm:cxn modelId="{A7EA1EBC-9B8D-4C16-BAFA-FFBA35976C40}" type="presParOf" srcId="{A9A04C05-7A0B-4A3D-A224-77F79EC0D0A7}" destId="{0BE6B461-E22F-4A51-B983-5D67BD17C478}" srcOrd="1" destOrd="0" presId="urn:microsoft.com/office/officeart/2005/8/layout/hierarchy1"/>
    <dgm:cxn modelId="{11589C7B-08DA-4406-AF15-11FE0F018C05}" type="presParOf" srcId="{DAD198C6-A87E-4384-8B38-44ADEAA86C8F}" destId="{EA489A16-90F4-47A7-B40D-75456A9F50F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8369DD-16AA-490D-9C92-8CBA3EB5D30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8192E37-509D-4FBE-8FE7-FCEC8E07584C}">
      <dgm:prSet/>
      <dgm:spPr/>
      <dgm:t>
        <a:bodyPr/>
        <a:lstStyle/>
        <a:p>
          <a:r>
            <a:rPr lang="en-DE"/>
            <a:t>A tervek végrehajtása</a:t>
          </a:r>
          <a:endParaRPr lang="en-US"/>
        </a:p>
      </dgm:t>
    </dgm:pt>
    <dgm:pt modelId="{A86849F6-2F50-4362-B0C4-24AB0F762447}" type="parTrans" cxnId="{C60F2188-A52B-4C89-B509-E0B0DAEAAAB0}">
      <dgm:prSet/>
      <dgm:spPr/>
      <dgm:t>
        <a:bodyPr/>
        <a:lstStyle/>
        <a:p>
          <a:endParaRPr lang="en-US"/>
        </a:p>
      </dgm:t>
    </dgm:pt>
    <dgm:pt modelId="{CC35DA57-B1E5-423D-A5B4-B205E04377ED}" type="sibTrans" cxnId="{C60F2188-A52B-4C89-B509-E0B0DAEAAAB0}">
      <dgm:prSet/>
      <dgm:spPr/>
      <dgm:t>
        <a:bodyPr/>
        <a:lstStyle/>
        <a:p>
          <a:endParaRPr lang="en-US"/>
        </a:p>
      </dgm:t>
    </dgm:pt>
    <dgm:pt modelId="{539F609D-CEBC-44AC-8C37-A3309770DA28}">
      <dgm:prSet/>
      <dgm:spPr/>
      <dgm:t>
        <a:bodyPr/>
        <a:lstStyle/>
        <a:p>
          <a:r>
            <a:rPr lang="en-DE"/>
            <a:t>Feladatok elvégzése</a:t>
          </a:r>
          <a:endParaRPr lang="en-US"/>
        </a:p>
      </dgm:t>
    </dgm:pt>
    <dgm:pt modelId="{80350C30-EBEA-4D80-B4DD-F38488B0A6D8}" type="parTrans" cxnId="{4F1523E4-3302-4F8E-9777-7F85D566C975}">
      <dgm:prSet/>
      <dgm:spPr/>
      <dgm:t>
        <a:bodyPr/>
        <a:lstStyle/>
        <a:p>
          <a:endParaRPr lang="en-US"/>
        </a:p>
      </dgm:t>
    </dgm:pt>
    <dgm:pt modelId="{993A53C9-B162-46F3-A2B4-3845088A4B0B}" type="sibTrans" cxnId="{4F1523E4-3302-4F8E-9777-7F85D566C975}">
      <dgm:prSet/>
      <dgm:spPr/>
      <dgm:t>
        <a:bodyPr/>
        <a:lstStyle/>
        <a:p>
          <a:endParaRPr lang="en-US"/>
        </a:p>
      </dgm:t>
    </dgm:pt>
    <dgm:pt modelId="{F959C375-8769-4E4D-B4FC-8780E9AEBDFD}">
      <dgm:prSet/>
      <dgm:spPr/>
      <dgm:t>
        <a:bodyPr/>
        <a:lstStyle/>
        <a:p>
          <a:r>
            <a:rPr lang="en-DE"/>
            <a:t>Csapatmunka és együttműködés</a:t>
          </a:r>
          <a:endParaRPr lang="en-US"/>
        </a:p>
      </dgm:t>
    </dgm:pt>
    <dgm:pt modelId="{D576B961-424D-4F5D-8CF3-838CB7A356DE}" type="parTrans" cxnId="{F620BE6F-2079-42C6-BCEB-D96889067B8F}">
      <dgm:prSet/>
      <dgm:spPr/>
      <dgm:t>
        <a:bodyPr/>
        <a:lstStyle/>
        <a:p>
          <a:endParaRPr lang="en-US"/>
        </a:p>
      </dgm:t>
    </dgm:pt>
    <dgm:pt modelId="{0B4E90E6-E8ED-4B3F-8505-7B4494BE3967}" type="sibTrans" cxnId="{F620BE6F-2079-42C6-BCEB-D96889067B8F}">
      <dgm:prSet/>
      <dgm:spPr/>
      <dgm:t>
        <a:bodyPr/>
        <a:lstStyle/>
        <a:p>
          <a:endParaRPr lang="en-US"/>
        </a:p>
      </dgm:t>
    </dgm:pt>
    <dgm:pt modelId="{1DE90060-9D3A-440D-8671-A2713C899562}" type="pres">
      <dgm:prSet presAssocID="{B78369DD-16AA-490D-9C92-8CBA3EB5D30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AE27CF1-8FEE-4B24-A5B9-004288300CAA}" type="pres">
      <dgm:prSet presAssocID="{B8192E37-509D-4FBE-8FE7-FCEC8E07584C}" presName="hierRoot1" presStyleCnt="0"/>
      <dgm:spPr/>
    </dgm:pt>
    <dgm:pt modelId="{B0F4407B-1CFA-4C45-981A-05CB1B6E5B3E}" type="pres">
      <dgm:prSet presAssocID="{B8192E37-509D-4FBE-8FE7-FCEC8E07584C}" presName="composite" presStyleCnt="0"/>
      <dgm:spPr/>
    </dgm:pt>
    <dgm:pt modelId="{7105570F-BC15-4BD5-9FBB-9C9A41DA989E}" type="pres">
      <dgm:prSet presAssocID="{B8192E37-509D-4FBE-8FE7-FCEC8E07584C}" presName="background" presStyleLbl="node0" presStyleIdx="0" presStyleCnt="3"/>
      <dgm:spPr/>
    </dgm:pt>
    <dgm:pt modelId="{8B659AB1-6E86-494D-B298-5DE15F992999}" type="pres">
      <dgm:prSet presAssocID="{B8192E37-509D-4FBE-8FE7-FCEC8E07584C}" presName="text" presStyleLbl="fgAcc0" presStyleIdx="0" presStyleCnt="3">
        <dgm:presLayoutVars>
          <dgm:chPref val="3"/>
        </dgm:presLayoutVars>
      </dgm:prSet>
      <dgm:spPr/>
    </dgm:pt>
    <dgm:pt modelId="{2D95A890-5CD9-4C37-9CDD-261566338D9A}" type="pres">
      <dgm:prSet presAssocID="{B8192E37-509D-4FBE-8FE7-FCEC8E07584C}" presName="hierChild2" presStyleCnt="0"/>
      <dgm:spPr/>
    </dgm:pt>
    <dgm:pt modelId="{AEBCD422-11C7-41E6-A42D-A91B11E4A670}" type="pres">
      <dgm:prSet presAssocID="{539F609D-CEBC-44AC-8C37-A3309770DA28}" presName="hierRoot1" presStyleCnt="0"/>
      <dgm:spPr/>
    </dgm:pt>
    <dgm:pt modelId="{27BF74CC-0F7C-4018-8412-7551BD5E3C10}" type="pres">
      <dgm:prSet presAssocID="{539F609D-CEBC-44AC-8C37-A3309770DA28}" presName="composite" presStyleCnt="0"/>
      <dgm:spPr/>
    </dgm:pt>
    <dgm:pt modelId="{E82073F7-046F-4696-8815-B0E03FE732B1}" type="pres">
      <dgm:prSet presAssocID="{539F609D-CEBC-44AC-8C37-A3309770DA28}" presName="background" presStyleLbl="node0" presStyleIdx="1" presStyleCnt="3"/>
      <dgm:spPr/>
    </dgm:pt>
    <dgm:pt modelId="{547672DC-BD76-452E-8F0B-28B273955C81}" type="pres">
      <dgm:prSet presAssocID="{539F609D-CEBC-44AC-8C37-A3309770DA28}" presName="text" presStyleLbl="fgAcc0" presStyleIdx="1" presStyleCnt="3">
        <dgm:presLayoutVars>
          <dgm:chPref val="3"/>
        </dgm:presLayoutVars>
      </dgm:prSet>
      <dgm:spPr/>
    </dgm:pt>
    <dgm:pt modelId="{2C6D98E2-0CE2-4662-B88E-6A3D055C22E0}" type="pres">
      <dgm:prSet presAssocID="{539F609D-CEBC-44AC-8C37-A3309770DA28}" presName="hierChild2" presStyleCnt="0"/>
      <dgm:spPr/>
    </dgm:pt>
    <dgm:pt modelId="{9B44D680-8808-4F91-A819-059178A389DE}" type="pres">
      <dgm:prSet presAssocID="{F959C375-8769-4E4D-B4FC-8780E9AEBDFD}" presName="hierRoot1" presStyleCnt="0"/>
      <dgm:spPr/>
    </dgm:pt>
    <dgm:pt modelId="{39C5FF57-6212-4180-9A6D-71C94E1F3553}" type="pres">
      <dgm:prSet presAssocID="{F959C375-8769-4E4D-B4FC-8780E9AEBDFD}" presName="composite" presStyleCnt="0"/>
      <dgm:spPr/>
    </dgm:pt>
    <dgm:pt modelId="{5785861C-E9E4-4DC5-84AD-B6114B31DA0D}" type="pres">
      <dgm:prSet presAssocID="{F959C375-8769-4E4D-B4FC-8780E9AEBDFD}" presName="background" presStyleLbl="node0" presStyleIdx="2" presStyleCnt="3"/>
      <dgm:spPr/>
    </dgm:pt>
    <dgm:pt modelId="{C1C2C4D3-D884-4E6E-B183-3740304314C1}" type="pres">
      <dgm:prSet presAssocID="{F959C375-8769-4E4D-B4FC-8780E9AEBDFD}" presName="text" presStyleLbl="fgAcc0" presStyleIdx="2" presStyleCnt="3">
        <dgm:presLayoutVars>
          <dgm:chPref val="3"/>
        </dgm:presLayoutVars>
      </dgm:prSet>
      <dgm:spPr/>
    </dgm:pt>
    <dgm:pt modelId="{1FC1DE95-E46A-445E-8F8D-E0679E4CD0EA}" type="pres">
      <dgm:prSet presAssocID="{F959C375-8769-4E4D-B4FC-8780E9AEBDFD}" presName="hierChild2" presStyleCnt="0"/>
      <dgm:spPr/>
    </dgm:pt>
  </dgm:ptLst>
  <dgm:cxnLst>
    <dgm:cxn modelId="{BD467629-B4BC-41A0-9813-1DEE89CDA568}" type="presOf" srcId="{539F609D-CEBC-44AC-8C37-A3309770DA28}" destId="{547672DC-BD76-452E-8F0B-28B273955C81}" srcOrd="0" destOrd="0" presId="urn:microsoft.com/office/officeart/2005/8/layout/hierarchy1"/>
    <dgm:cxn modelId="{8F157465-B1B2-475F-BF6E-15D69CF0D0D2}" type="presOf" srcId="{B78369DD-16AA-490D-9C92-8CBA3EB5D30F}" destId="{1DE90060-9D3A-440D-8671-A2713C899562}" srcOrd="0" destOrd="0" presId="urn:microsoft.com/office/officeart/2005/8/layout/hierarchy1"/>
    <dgm:cxn modelId="{F620BE6F-2079-42C6-BCEB-D96889067B8F}" srcId="{B78369DD-16AA-490D-9C92-8CBA3EB5D30F}" destId="{F959C375-8769-4E4D-B4FC-8780E9AEBDFD}" srcOrd="2" destOrd="0" parTransId="{D576B961-424D-4F5D-8CF3-838CB7A356DE}" sibTransId="{0B4E90E6-E8ED-4B3F-8505-7B4494BE3967}"/>
    <dgm:cxn modelId="{C60F2188-A52B-4C89-B509-E0B0DAEAAAB0}" srcId="{B78369DD-16AA-490D-9C92-8CBA3EB5D30F}" destId="{B8192E37-509D-4FBE-8FE7-FCEC8E07584C}" srcOrd="0" destOrd="0" parTransId="{A86849F6-2F50-4362-B0C4-24AB0F762447}" sibTransId="{CC35DA57-B1E5-423D-A5B4-B205E04377ED}"/>
    <dgm:cxn modelId="{6355E6D0-0201-4440-86A4-F433428F4278}" type="presOf" srcId="{F959C375-8769-4E4D-B4FC-8780E9AEBDFD}" destId="{C1C2C4D3-D884-4E6E-B183-3740304314C1}" srcOrd="0" destOrd="0" presId="urn:microsoft.com/office/officeart/2005/8/layout/hierarchy1"/>
    <dgm:cxn modelId="{4F1523E4-3302-4F8E-9777-7F85D566C975}" srcId="{B78369DD-16AA-490D-9C92-8CBA3EB5D30F}" destId="{539F609D-CEBC-44AC-8C37-A3309770DA28}" srcOrd="1" destOrd="0" parTransId="{80350C30-EBEA-4D80-B4DD-F38488B0A6D8}" sibTransId="{993A53C9-B162-46F3-A2B4-3845088A4B0B}"/>
    <dgm:cxn modelId="{AF6082F8-7F3E-4899-911B-4A71BF2ED8D1}" type="presOf" srcId="{B8192E37-509D-4FBE-8FE7-FCEC8E07584C}" destId="{8B659AB1-6E86-494D-B298-5DE15F992999}" srcOrd="0" destOrd="0" presId="urn:microsoft.com/office/officeart/2005/8/layout/hierarchy1"/>
    <dgm:cxn modelId="{C470312B-B5D2-4090-BF85-F6B0A5E602DB}" type="presParOf" srcId="{1DE90060-9D3A-440D-8671-A2713C899562}" destId="{6AE27CF1-8FEE-4B24-A5B9-004288300CAA}" srcOrd="0" destOrd="0" presId="urn:microsoft.com/office/officeart/2005/8/layout/hierarchy1"/>
    <dgm:cxn modelId="{A93B3899-9944-4360-ACFF-915D0597BD22}" type="presParOf" srcId="{6AE27CF1-8FEE-4B24-A5B9-004288300CAA}" destId="{B0F4407B-1CFA-4C45-981A-05CB1B6E5B3E}" srcOrd="0" destOrd="0" presId="urn:microsoft.com/office/officeart/2005/8/layout/hierarchy1"/>
    <dgm:cxn modelId="{1D542066-E42E-4B09-80D8-AED1DFE74427}" type="presParOf" srcId="{B0F4407B-1CFA-4C45-981A-05CB1B6E5B3E}" destId="{7105570F-BC15-4BD5-9FBB-9C9A41DA989E}" srcOrd="0" destOrd="0" presId="urn:microsoft.com/office/officeart/2005/8/layout/hierarchy1"/>
    <dgm:cxn modelId="{10CB3FDA-A2E5-48F2-8D2F-5F0AEC1B15FB}" type="presParOf" srcId="{B0F4407B-1CFA-4C45-981A-05CB1B6E5B3E}" destId="{8B659AB1-6E86-494D-B298-5DE15F992999}" srcOrd="1" destOrd="0" presId="urn:microsoft.com/office/officeart/2005/8/layout/hierarchy1"/>
    <dgm:cxn modelId="{ADE378F2-3431-464B-B3E5-990E521CD002}" type="presParOf" srcId="{6AE27CF1-8FEE-4B24-A5B9-004288300CAA}" destId="{2D95A890-5CD9-4C37-9CDD-261566338D9A}" srcOrd="1" destOrd="0" presId="urn:microsoft.com/office/officeart/2005/8/layout/hierarchy1"/>
    <dgm:cxn modelId="{109316DF-0387-46F0-8C7A-EE7EE3D1572A}" type="presParOf" srcId="{1DE90060-9D3A-440D-8671-A2713C899562}" destId="{AEBCD422-11C7-41E6-A42D-A91B11E4A670}" srcOrd="1" destOrd="0" presId="urn:microsoft.com/office/officeart/2005/8/layout/hierarchy1"/>
    <dgm:cxn modelId="{79DF2928-C899-4A9D-96B4-243A8537B0B6}" type="presParOf" srcId="{AEBCD422-11C7-41E6-A42D-A91B11E4A670}" destId="{27BF74CC-0F7C-4018-8412-7551BD5E3C10}" srcOrd="0" destOrd="0" presId="urn:microsoft.com/office/officeart/2005/8/layout/hierarchy1"/>
    <dgm:cxn modelId="{16E7DDF3-4298-476B-AB95-BEC8ACB7C30F}" type="presParOf" srcId="{27BF74CC-0F7C-4018-8412-7551BD5E3C10}" destId="{E82073F7-046F-4696-8815-B0E03FE732B1}" srcOrd="0" destOrd="0" presId="urn:microsoft.com/office/officeart/2005/8/layout/hierarchy1"/>
    <dgm:cxn modelId="{46ECD2E7-80CE-4F1B-AA68-7C08705B0CA1}" type="presParOf" srcId="{27BF74CC-0F7C-4018-8412-7551BD5E3C10}" destId="{547672DC-BD76-452E-8F0B-28B273955C81}" srcOrd="1" destOrd="0" presId="urn:microsoft.com/office/officeart/2005/8/layout/hierarchy1"/>
    <dgm:cxn modelId="{977F808F-7408-40BE-9B6E-71F288C9C418}" type="presParOf" srcId="{AEBCD422-11C7-41E6-A42D-A91B11E4A670}" destId="{2C6D98E2-0CE2-4662-B88E-6A3D055C22E0}" srcOrd="1" destOrd="0" presId="urn:microsoft.com/office/officeart/2005/8/layout/hierarchy1"/>
    <dgm:cxn modelId="{C91CE38E-4471-40C5-86E0-3E203053B9AD}" type="presParOf" srcId="{1DE90060-9D3A-440D-8671-A2713C899562}" destId="{9B44D680-8808-4F91-A819-059178A389DE}" srcOrd="2" destOrd="0" presId="urn:microsoft.com/office/officeart/2005/8/layout/hierarchy1"/>
    <dgm:cxn modelId="{C2D58CBD-D3E6-45AE-A7E6-1FEA3FD9D0C8}" type="presParOf" srcId="{9B44D680-8808-4F91-A819-059178A389DE}" destId="{39C5FF57-6212-4180-9A6D-71C94E1F3553}" srcOrd="0" destOrd="0" presId="urn:microsoft.com/office/officeart/2005/8/layout/hierarchy1"/>
    <dgm:cxn modelId="{28CCCD4D-63F4-4309-83A0-3D05145E6FA1}" type="presParOf" srcId="{39C5FF57-6212-4180-9A6D-71C94E1F3553}" destId="{5785861C-E9E4-4DC5-84AD-B6114B31DA0D}" srcOrd="0" destOrd="0" presId="urn:microsoft.com/office/officeart/2005/8/layout/hierarchy1"/>
    <dgm:cxn modelId="{933B7FBC-B9C1-4CDF-B8F7-8B2A8AF1C590}" type="presParOf" srcId="{39C5FF57-6212-4180-9A6D-71C94E1F3553}" destId="{C1C2C4D3-D884-4E6E-B183-3740304314C1}" srcOrd="1" destOrd="0" presId="urn:microsoft.com/office/officeart/2005/8/layout/hierarchy1"/>
    <dgm:cxn modelId="{112456B6-6958-42B6-8C4A-FAB06FEBE2CA}" type="presParOf" srcId="{9B44D680-8808-4F91-A819-059178A389DE}" destId="{1FC1DE95-E46A-445E-8F8D-E0679E4CD0E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F7E9C7-9879-4C6A-A14B-F47CF31AA12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FBF2B3-1EB8-4FA8-96CD-73C4C9D623FD}">
      <dgm:prSet/>
      <dgm:spPr/>
      <dgm:t>
        <a:bodyPr/>
        <a:lstStyle/>
        <a:p>
          <a:r>
            <a:rPr lang="en-DE"/>
            <a:t>A projekt eredményeinek bemutatása</a:t>
          </a:r>
          <a:endParaRPr lang="en-US"/>
        </a:p>
      </dgm:t>
    </dgm:pt>
    <dgm:pt modelId="{E4CFE5CA-52D0-4E13-8936-5CD437A028A5}" type="parTrans" cxnId="{5470C5EB-620F-4986-AE38-CA5994B163E5}">
      <dgm:prSet/>
      <dgm:spPr/>
      <dgm:t>
        <a:bodyPr/>
        <a:lstStyle/>
        <a:p>
          <a:endParaRPr lang="en-US"/>
        </a:p>
      </dgm:t>
    </dgm:pt>
    <dgm:pt modelId="{2AB23788-BDE8-41EE-8D80-DC33024CCA2C}" type="sibTrans" cxnId="{5470C5EB-620F-4986-AE38-CA5994B163E5}">
      <dgm:prSet/>
      <dgm:spPr/>
      <dgm:t>
        <a:bodyPr/>
        <a:lstStyle/>
        <a:p>
          <a:endParaRPr lang="en-US"/>
        </a:p>
      </dgm:t>
    </dgm:pt>
    <dgm:pt modelId="{75B792EA-B82E-4F1E-BFA2-805E627025FE}">
      <dgm:prSet/>
      <dgm:spPr/>
      <dgm:t>
        <a:bodyPr/>
        <a:lstStyle/>
        <a:p>
          <a:r>
            <a:rPr lang="en-DE"/>
            <a:t>Célok teljesülésének ellenőrzése</a:t>
          </a:r>
          <a:endParaRPr lang="en-US"/>
        </a:p>
      </dgm:t>
    </dgm:pt>
    <dgm:pt modelId="{E6F013EC-D69B-4917-A147-DD5C530ABC4B}" type="parTrans" cxnId="{31C48F9D-59E7-4EA0-A797-8C5691D74C1D}">
      <dgm:prSet/>
      <dgm:spPr/>
      <dgm:t>
        <a:bodyPr/>
        <a:lstStyle/>
        <a:p>
          <a:endParaRPr lang="en-US"/>
        </a:p>
      </dgm:t>
    </dgm:pt>
    <dgm:pt modelId="{B5A22FFE-1DE2-4029-B10F-44DB152DF444}" type="sibTrans" cxnId="{31C48F9D-59E7-4EA0-A797-8C5691D74C1D}">
      <dgm:prSet/>
      <dgm:spPr/>
      <dgm:t>
        <a:bodyPr/>
        <a:lstStyle/>
        <a:p>
          <a:endParaRPr lang="en-US"/>
        </a:p>
      </dgm:t>
    </dgm:pt>
    <dgm:pt modelId="{C4EDB7A8-793A-4F25-8542-AA0992E354FE}">
      <dgm:prSet/>
      <dgm:spPr/>
      <dgm:t>
        <a:bodyPr/>
        <a:lstStyle/>
        <a:p>
          <a:r>
            <a:rPr lang="en-DE"/>
            <a:t>Tapasztalatok összegzése</a:t>
          </a:r>
          <a:endParaRPr lang="en-US"/>
        </a:p>
      </dgm:t>
    </dgm:pt>
    <dgm:pt modelId="{BB81493F-E6D1-4A1B-A5A6-5166B3523B92}" type="parTrans" cxnId="{A0931DC3-BC5A-4A64-B7FB-DFBADC3195CC}">
      <dgm:prSet/>
      <dgm:spPr/>
      <dgm:t>
        <a:bodyPr/>
        <a:lstStyle/>
        <a:p>
          <a:endParaRPr lang="en-US"/>
        </a:p>
      </dgm:t>
    </dgm:pt>
    <dgm:pt modelId="{AD3FC86A-6D14-48D1-88B5-20A9D2A3980D}" type="sibTrans" cxnId="{A0931DC3-BC5A-4A64-B7FB-DFBADC3195CC}">
      <dgm:prSet/>
      <dgm:spPr/>
      <dgm:t>
        <a:bodyPr/>
        <a:lstStyle/>
        <a:p>
          <a:endParaRPr lang="en-US"/>
        </a:p>
      </dgm:t>
    </dgm:pt>
    <dgm:pt modelId="{8EC986FB-90EC-401D-99EA-ACB464BBE8EB}" type="pres">
      <dgm:prSet presAssocID="{26F7E9C7-9879-4C6A-A14B-F47CF31AA12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50C6E30-C6FF-47D7-BDDF-A425FD46FFAF}" type="pres">
      <dgm:prSet presAssocID="{83FBF2B3-1EB8-4FA8-96CD-73C4C9D623FD}" presName="hierRoot1" presStyleCnt="0"/>
      <dgm:spPr/>
    </dgm:pt>
    <dgm:pt modelId="{CDA7A47B-F31A-4950-8C56-67F66BEBC51A}" type="pres">
      <dgm:prSet presAssocID="{83FBF2B3-1EB8-4FA8-96CD-73C4C9D623FD}" presName="composite" presStyleCnt="0"/>
      <dgm:spPr/>
    </dgm:pt>
    <dgm:pt modelId="{EDB43A05-D3F9-4FD1-BA13-F9784BFDCBC4}" type="pres">
      <dgm:prSet presAssocID="{83FBF2B3-1EB8-4FA8-96CD-73C4C9D623FD}" presName="background" presStyleLbl="node0" presStyleIdx="0" presStyleCnt="3"/>
      <dgm:spPr/>
    </dgm:pt>
    <dgm:pt modelId="{AE78AC8A-8F25-46C9-83FA-7A478E4C5159}" type="pres">
      <dgm:prSet presAssocID="{83FBF2B3-1EB8-4FA8-96CD-73C4C9D623FD}" presName="text" presStyleLbl="fgAcc0" presStyleIdx="0" presStyleCnt="3">
        <dgm:presLayoutVars>
          <dgm:chPref val="3"/>
        </dgm:presLayoutVars>
      </dgm:prSet>
      <dgm:spPr/>
    </dgm:pt>
    <dgm:pt modelId="{028888AB-1EE8-44C4-A2BA-28F9B58C852B}" type="pres">
      <dgm:prSet presAssocID="{83FBF2B3-1EB8-4FA8-96CD-73C4C9D623FD}" presName="hierChild2" presStyleCnt="0"/>
      <dgm:spPr/>
    </dgm:pt>
    <dgm:pt modelId="{4E485C47-F3F2-4DA0-8E90-2728B2970CC9}" type="pres">
      <dgm:prSet presAssocID="{75B792EA-B82E-4F1E-BFA2-805E627025FE}" presName="hierRoot1" presStyleCnt="0"/>
      <dgm:spPr/>
    </dgm:pt>
    <dgm:pt modelId="{1486A8E8-8397-4FF7-BA5F-66B4065C5C25}" type="pres">
      <dgm:prSet presAssocID="{75B792EA-B82E-4F1E-BFA2-805E627025FE}" presName="composite" presStyleCnt="0"/>
      <dgm:spPr/>
    </dgm:pt>
    <dgm:pt modelId="{86F198BF-F433-4FD7-BFB2-976B797BB773}" type="pres">
      <dgm:prSet presAssocID="{75B792EA-B82E-4F1E-BFA2-805E627025FE}" presName="background" presStyleLbl="node0" presStyleIdx="1" presStyleCnt="3"/>
      <dgm:spPr/>
    </dgm:pt>
    <dgm:pt modelId="{3252EA29-0010-49BC-92A3-87D311DD2AA9}" type="pres">
      <dgm:prSet presAssocID="{75B792EA-B82E-4F1E-BFA2-805E627025FE}" presName="text" presStyleLbl="fgAcc0" presStyleIdx="1" presStyleCnt="3">
        <dgm:presLayoutVars>
          <dgm:chPref val="3"/>
        </dgm:presLayoutVars>
      </dgm:prSet>
      <dgm:spPr/>
    </dgm:pt>
    <dgm:pt modelId="{816003EF-3B00-4504-AA8B-AFFA2BF2ACE6}" type="pres">
      <dgm:prSet presAssocID="{75B792EA-B82E-4F1E-BFA2-805E627025FE}" presName="hierChild2" presStyleCnt="0"/>
      <dgm:spPr/>
    </dgm:pt>
    <dgm:pt modelId="{382BA85A-244B-4376-A1C9-1C67D2448F8E}" type="pres">
      <dgm:prSet presAssocID="{C4EDB7A8-793A-4F25-8542-AA0992E354FE}" presName="hierRoot1" presStyleCnt="0"/>
      <dgm:spPr/>
    </dgm:pt>
    <dgm:pt modelId="{B41939CC-6ADC-4085-AB7E-E0B942AE688D}" type="pres">
      <dgm:prSet presAssocID="{C4EDB7A8-793A-4F25-8542-AA0992E354FE}" presName="composite" presStyleCnt="0"/>
      <dgm:spPr/>
    </dgm:pt>
    <dgm:pt modelId="{9B9E5D3B-2459-4962-A174-EC737602A294}" type="pres">
      <dgm:prSet presAssocID="{C4EDB7A8-793A-4F25-8542-AA0992E354FE}" presName="background" presStyleLbl="node0" presStyleIdx="2" presStyleCnt="3"/>
      <dgm:spPr/>
    </dgm:pt>
    <dgm:pt modelId="{1D1C28CD-C353-4133-80AE-ADBC6144E9AC}" type="pres">
      <dgm:prSet presAssocID="{C4EDB7A8-793A-4F25-8542-AA0992E354FE}" presName="text" presStyleLbl="fgAcc0" presStyleIdx="2" presStyleCnt="3">
        <dgm:presLayoutVars>
          <dgm:chPref val="3"/>
        </dgm:presLayoutVars>
      </dgm:prSet>
      <dgm:spPr/>
    </dgm:pt>
    <dgm:pt modelId="{FE7D7AFC-610F-48A2-8DE9-A740122423C9}" type="pres">
      <dgm:prSet presAssocID="{C4EDB7A8-793A-4F25-8542-AA0992E354FE}" presName="hierChild2" presStyleCnt="0"/>
      <dgm:spPr/>
    </dgm:pt>
  </dgm:ptLst>
  <dgm:cxnLst>
    <dgm:cxn modelId="{17C86A12-384C-4F42-BB0E-C0CB379864C8}" type="presOf" srcId="{26F7E9C7-9879-4C6A-A14B-F47CF31AA126}" destId="{8EC986FB-90EC-401D-99EA-ACB464BBE8EB}" srcOrd="0" destOrd="0" presId="urn:microsoft.com/office/officeart/2005/8/layout/hierarchy1"/>
    <dgm:cxn modelId="{C9AFD16F-CC3A-413B-BB65-FB0BA13BAAAF}" type="presOf" srcId="{C4EDB7A8-793A-4F25-8542-AA0992E354FE}" destId="{1D1C28CD-C353-4133-80AE-ADBC6144E9AC}" srcOrd="0" destOrd="0" presId="urn:microsoft.com/office/officeart/2005/8/layout/hierarchy1"/>
    <dgm:cxn modelId="{31C48F9D-59E7-4EA0-A797-8C5691D74C1D}" srcId="{26F7E9C7-9879-4C6A-A14B-F47CF31AA126}" destId="{75B792EA-B82E-4F1E-BFA2-805E627025FE}" srcOrd="1" destOrd="0" parTransId="{E6F013EC-D69B-4917-A147-DD5C530ABC4B}" sibTransId="{B5A22FFE-1DE2-4029-B10F-44DB152DF444}"/>
    <dgm:cxn modelId="{69AC07BB-FC50-4A6B-814D-B89A87783721}" type="presOf" srcId="{83FBF2B3-1EB8-4FA8-96CD-73C4C9D623FD}" destId="{AE78AC8A-8F25-46C9-83FA-7A478E4C5159}" srcOrd="0" destOrd="0" presId="urn:microsoft.com/office/officeart/2005/8/layout/hierarchy1"/>
    <dgm:cxn modelId="{A0931DC3-BC5A-4A64-B7FB-DFBADC3195CC}" srcId="{26F7E9C7-9879-4C6A-A14B-F47CF31AA126}" destId="{C4EDB7A8-793A-4F25-8542-AA0992E354FE}" srcOrd="2" destOrd="0" parTransId="{BB81493F-E6D1-4A1B-A5A6-5166B3523B92}" sibTransId="{AD3FC86A-6D14-48D1-88B5-20A9D2A3980D}"/>
    <dgm:cxn modelId="{ABCB17D2-696D-40AD-B5C4-C059FC4E08B0}" type="presOf" srcId="{75B792EA-B82E-4F1E-BFA2-805E627025FE}" destId="{3252EA29-0010-49BC-92A3-87D311DD2AA9}" srcOrd="0" destOrd="0" presId="urn:microsoft.com/office/officeart/2005/8/layout/hierarchy1"/>
    <dgm:cxn modelId="{5470C5EB-620F-4986-AE38-CA5994B163E5}" srcId="{26F7E9C7-9879-4C6A-A14B-F47CF31AA126}" destId="{83FBF2B3-1EB8-4FA8-96CD-73C4C9D623FD}" srcOrd="0" destOrd="0" parTransId="{E4CFE5CA-52D0-4E13-8936-5CD437A028A5}" sibTransId="{2AB23788-BDE8-41EE-8D80-DC33024CCA2C}"/>
    <dgm:cxn modelId="{BA63C315-1E5D-426C-965E-08ABC16AF43F}" type="presParOf" srcId="{8EC986FB-90EC-401D-99EA-ACB464BBE8EB}" destId="{350C6E30-C6FF-47D7-BDDF-A425FD46FFAF}" srcOrd="0" destOrd="0" presId="urn:microsoft.com/office/officeart/2005/8/layout/hierarchy1"/>
    <dgm:cxn modelId="{ED9E011E-3D92-46BD-A6F8-66F17EA38A2B}" type="presParOf" srcId="{350C6E30-C6FF-47D7-BDDF-A425FD46FFAF}" destId="{CDA7A47B-F31A-4950-8C56-67F66BEBC51A}" srcOrd="0" destOrd="0" presId="urn:microsoft.com/office/officeart/2005/8/layout/hierarchy1"/>
    <dgm:cxn modelId="{5506F9E5-30D4-4604-A96D-DFBF931EFD72}" type="presParOf" srcId="{CDA7A47B-F31A-4950-8C56-67F66BEBC51A}" destId="{EDB43A05-D3F9-4FD1-BA13-F9784BFDCBC4}" srcOrd="0" destOrd="0" presId="urn:microsoft.com/office/officeart/2005/8/layout/hierarchy1"/>
    <dgm:cxn modelId="{FB8C9DE1-9FE1-478A-ACBA-E6640423A066}" type="presParOf" srcId="{CDA7A47B-F31A-4950-8C56-67F66BEBC51A}" destId="{AE78AC8A-8F25-46C9-83FA-7A478E4C5159}" srcOrd="1" destOrd="0" presId="urn:microsoft.com/office/officeart/2005/8/layout/hierarchy1"/>
    <dgm:cxn modelId="{EB4375D2-2CE4-4BDA-B38A-8A410C7E505B}" type="presParOf" srcId="{350C6E30-C6FF-47D7-BDDF-A425FD46FFAF}" destId="{028888AB-1EE8-44C4-A2BA-28F9B58C852B}" srcOrd="1" destOrd="0" presId="urn:microsoft.com/office/officeart/2005/8/layout/hierarchy1"/>
    <dgm:cxn modelId="{96A124B7-B26A-4CB4-9E23-3FE4558F0EDA}" type="presParOf" srcId="{8EC986FB-90EC-401D-99EA-ACB464BBE8EB}" destId="{4E485C47-F3F2-4DA0-8E90-2728B2970CC9}" srcOrd="1" destOrd="0" presId="urn:microsoft.com/office/officeart/2005/8/layout/hierarchy1"/>
    <dgm:cxn modelId="{B3B21A18-7EA1-4C19-82EC-138B0AF69C71}" type="presParOf" srcId="{4E485C47-F3F2-4DA0-8E90-2728B2970CC9}" destId="{1486A8E8-8397-4FF7-BA5F-66B4065C5C25}" srcOrd="0" destOrd="0" presId="urn:microsoft.com/office/officeart/2005/8/layout/hierarchy1"/>
    <dgm:cxn modelId="{89A563D0-4CF8-4E81-8F69-09F21E729194}" type="presParOf" srcId="{1486A8E8-8397-4FF7-BA5F-66B4065C5C25}" destId="{86F198BF-F433-4FD7-BFB2-976B797BB773}" srcOrd="0" destOrd="0" presId="urn:microsoft.com/office/officeart/2005/8/layout/hierarchy1"/>
    <dgm:cxn modelId="{B68334D4-E621-475B-889F-7E01186CE858}" type="presParOf" srcId="{1486A8E8-8397-4FF7-BA5F-66B4065C5C25}" destId="{3252EA29-0010-49BC-92A3-87D311DD2AA9}" srcOrd="1" destOrd="0" presId="urn:microsoft.com/office/officeart/2005/8/layout/hierarchy1"/>
    <dgm:cxn modelId="{081683CF-47E6-4059-8440-9D775C2C78F2}" type="presParOf" srcId="{4E485C47-F3F2-4DA0-8E90-2728B2970CC9}" destId="{816003EF-3B00-4504-AA8B-AFFA2BF2ACE6}" srcOrd="1" destOrd="0" presId="urn:microsoft.com/office/officeart/2005/8/layout/hierarchy1"/>
    <dgm:cxn modelId="{B7212C20-1030-4C4F-B91B-F764E1E09575}" type="presParOf" srcId="{8EC986FB-90EC-401D-99EA-ACB464BBE8EB}" destId="{382BA85A-244B-4376-A1C9-1C67D2448F8E}" srcOrd="2" destOrd="0" presId="urn:microsoft.com/office/officeart/2005/8/layout/hierarchy1"/>
    <dgm:cxn modelId="{00B5DDF4-CE76-4BD8-996F-4C69A75DCE27}" type="presParOf" srcId="{382BA85A-244B-4376-A1C9-1C67D2448F8E}" destId="{B41939CC-6ADC-4085-AB7E-E0B942AE688D}" srcOrd="0" destOrd="0" presId="urn:microsoft.com/office/officeart/2005/8/layout/hierarchy1"/>
    <dgm:cxn modelId="{4917F938-FA94-4D73-BA03-0F1DCDA365C0}" type="presParOf" srcId="{B41939CC-6ADC-4085-AB7E-E0B942AE688D}" destId="{9B9E5D3B-2459-4962-A174-EC737602A294}" srcOrd="0" destOrd="0" presId="urn:microsoft.com/office/officeart/2005/8/layout/hierarchy1"/>
    <dgm:cxn modelId="{55A023FA-1EE5-4D08-A4A7-8453323CF302}" type="presParOf" srcId="{B41939CC-6ADC-4085-AB7E-E0B942AE688D}" destId="{1D1C28CD-C353-4133-80AE-ADBC6144E9AC}" srcOrd="1" destOrd="0" presId="urn:microsoft.com/office/officeart/2005/8/layout/hierarchy1"/>
    <dgm:cxn modelId="{A6B6A57F-2DB3-4411-B9FD-F360EA74B8E9}" type="presParOf" srcId="{382BA85A-244B-4376-A1C9-1C67D2448F8E}" destId="{FE7D7AFC-610F-48A2-8DE9-A740122423C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D1998-EADD-40AB-9D7B-F6466DEE9322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C2BD44-BF2A-4C1F-BDA0-F8875ED0420D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500" kern="1200"/>
            <a:t>A proje</a:t>
          </a:r>
          <a:r>
            <a:rPr lang="en-DE" sz="3500" kern="1200"/>
            <a:t>kt teljes folyamata</a:t>
          </a:r>
          <a:endParaRPr lang="en-US" sz="3500" kern="1200"/>
        </a:p>
      </dsp:txBody>
      <dsp:txXfrm>
        <a:off x="398656" y="1088253"/>
        <a:ext cx="2959127" cy="1837317"/>
      </dsp:txXfrm>
    </dsp:sp>
    <dsp:sp modelId="{7B9A4F5A-F269-40A7-8555-6859739ACFDB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49B78-C6B9-457E-A6B5-7148A21FE3DC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500" kern="1200"/>
            <a:t>Kezdéstől a lezárásig</a:t>
          </a:r>
          <a:endParaRPr lang="en-US" sz="3500" kern="1200"/>
        </a:p>
      </dsp:txBody>
      <dsp:txXfrm>
        <a:off x="4155097" y="1088253"/>
        <a:ext cx="2959127" cy="1837317"/>
      </dsp:txXfrm>
    </dsp:sp>
    <dsp:sp modelId="{220EED54-DDF6-4B36-A083-8770D3462295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5DF06-5F4E-4BEF-BA09-BDF2C8A641E2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500" kern="1200"/>
            <a:t>Több egymást követő szakasz</a:t>
          </a:r>
          <a:endParaRPr lang="en-US" sz="3500" kern="1200"/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4E4317-DD8B-4730-9E71-F512BAA7EBED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2E1946-B987-434E-A95F-CC0BB4983241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Cél meghatározása</a:t>
          </a:r>
          <a:endParaRPr lang="en-US" sz="2300" kern="1200"/>
        </a:p>
      </dsp:txBody>
      <dsp:txXfrm>
        <a:off x="299702" y="1282093"/>
        <a:ext cx="2200851" cy="1366505"/>
      </dsp:txXfrm>
    </dsp:sp>
    <dsp:sp modelId="{0FBFBD05-0299-439D-BC1A-D3DCFEB81E1D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20E736-32AC-4E42-AB10-7692A91BA0BF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Probléma vagy igény felismerése</a:t>
          </a:r>
          <a:endParaRPr lang="en-US" sz="2300" kern="1200"/>
        </a:p>
      </dsp:txBody>
      <dsp:txXfrm>
        <a:off x="3093555" y="1282093"/>
        <a:ext cx="2200851" cy="1366505"/>
      </dsp:txXfrm>
    </dsp:sp>
    <dsp:sp modelId="{EE3902F5-0E46-4AF4-AEB7-334B6AF017C4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691773-4B6D-4855-87EE-69FC5E6760A6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Alapvető feltételek felmérése</a:t>
          </a:r>
          <a:endParaRPr lang="en-US" sz="2300" kern="1200"/>
        </a:p>
      </dsp:txBody>
      <dsp:txXfrm>
        <a:off x="5887408" y="1282093"/>
        <a:ext cx="2200851" cy="1366505"/>
      </dsp:txXfrm>
    </dsp:sp>
    <dsp:sp modelId="{A6628961-2DBC-4506-A40A-AD0AC3BE44A6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7FE265-4B7D-4065-B074-7DC386500A2E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Projekt indításának eldöntése</a:t>
          </a:r>
          <a:endParaRPr lang="en-US" sz="2300" kern="1200"/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9A0C50-5DC5-43BA-8F3C-ED47DDCB547E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93E10-7ACA-42C6-974A-A904FB375022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500" kern="1200"/>
            <a:t>Feladatok részletes megtervezése</a:t>
          </a:r>
          <a:endParaRPr lang="en-US" sz="3500" kern="1200"/>
        </a:p>
      </dsp:txBody>
      <dsp:txXfrm>
        <a:off x="398656" y="1088253"/>
        <a:ext cx="2959127" cy="1837317"/>
      </dsp:txXfrm>
    </dsp:sp>
    <dsp:sp modelId="{D97E23FB-EC8B-49AA-BB3B-7E09BFBFFAF0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2761F-FF08-438C-9E29-444FA392432D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500" kern="1200"/>
            <a:t>Idő és erőforrások beosztása</a:t>
          </a:r>
          <a:endParaRPr lang="en-US" sz="3500" kern="1200"/>
        </a:p>
      </dsp:txBody>
      <dsp:txXfrm>
        <a:off x="4155097" y="1088253"/>
        <a:ext cx="2959127" cy="1837317"/>
      </dsp:txXfrm>
    </dsp:sp>
    <dsp:sp modelId="{915653B1-A0C5-43F2-98B2-F7F6A5702E4E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6B461-E22F-4A51-B983-5D67BD17C478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500" kern="1200"/>
            <a:t>Kockázatok azonosítása</a:t>
          </a:r>
          <a:endParaRPr lang="en-US" sz="3500" kern="1200"/>
        </a:p>
      </dsp:txBody>
      <dsp:txXfrm>
        <a:off x="7911539" y="1088253"/>
        <a:ext cx="2959127" cy="18373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5570F-BC15-4BD5-9FBB-9C9A41DA989E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659AB1-6E86-494D-B298-5DE15F992999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200" kern="1200"/>
            <a:t>A tervek végrehajtása</a:t>
          </a:r>
          <a:endParaRPr lang="en-US" sz="3200" kern="1200"/>
        </a:p>
      </dsp:txBody>
      <dsp:txXfrm>
        <a:off x="398656" y="1088253"/>
        <a:ext cx="2959127" cy="1837317"/>
      </dsp:txXfrm>
    </dsp:sp>
    <dsp:sp modelId="{E82073F7-046F-4696-8815-B0E03FE732B1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672DC-BD76-452E-8F0B-28B273955C81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200" kern="1200"/>
            <a:t>Feladatok elvégzése</a:t>
          </a:r>
          <a:endParaRPr lang="en-US" sz="3200" kern="1200"/>
        </a:p>
      </dsp:txBody>
      <dsp:txXfrm>
        <a:off x="4155097" y="1088253"/>
        <a:ext cx="2959127" cy="1837317"/>
      </dsp:txXfrm>
    </dsp:sp>
    <dsp:sp modelId="{5785861C-E9E4-4DC5-84AD-B6114B31DA0D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C2C4D3-D884-4E6E-B183-3740304314C1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200" kern="1200"/>
            <a:t>Csapatmunka és együttműködés</a:t>
          </a:r>
          <a:endParaRPr lang="en-US" sz="3200" kern="1200"/>
        </a:p>
      </dsp:txBody>
      <dsp:txXfrm>
        <a:off x="7911539" y="1088253"/>
        <a:ext cx="2959127" cy="18373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B43A05-D3F9-4FD1-BA13-F9784BFDCBC4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78AC8A-8F25-46C9-83FA-7A478E4C5159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200" kern="1200"/>
            <a:t>A projekt eredményeinek bemutatása</a:t>
          </a:r>
          <a:endParaRPr lang="en-US" sz="3200" kern="1200"/>
        </a:p>
      </dsp:txBody>
      <dsp:txXfrm>
        <a:off x="398656" y="1088253"/>
        <a:ext cx="2959127" cy="1837317"/>
      </dsp:txXfrm>
    </dsp:sp>
    <dsp:sp modelId="{86F198BF-F433-4FD7-BFB2-976B797BB773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2EA29-0010-49BC-92A3-87D311DD2AA9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200" kern="1200"/>
            <a:t>Célok teljesülésének ellenőrzése</a:t>
          </a:r>
          <a:endParaRPr lang="en-US" sz="3200" kern="1200"/>
        </a:p>
      </dsp:txBody>
      <dsp:txXfrm>
        <a:off x="4155097" y="1088253"/>
        <a:ext cx="2959127" cy="1837317"/>
      </dsp:txXfrm>
    </dsp:sp>
    <dsp:sp modelId="{9B9E5D3B-2459-4962-A174-EC737602A294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C28CD-C353-4133-80AE-ADBC6144E9AC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200" kern="1200"/>
            <a:t>Tapasztalatok összegzése</a:t>
          </a:r>
          <a:endParaRPr lang="en-US" sz="3200" kern="1200"/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C73E2F-0159-528B-BECA-6E65B7DCC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68529E5-B777-B788-C644-9E91C8C87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91E39FD-D3EA-1452-779A-5A780F30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B698-F6C7-461C-A79E-8881958AEA7D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2DA9019-9E4E-7BFB-ECAE-AC1D0495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476282D-740F-4A70-A7FA-2C113A5A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22AF2-B657-484B-9A3A-975D5846A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20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A9E6FC-22DD-19E5-71AC-E2959BB66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78A0A3-3E66-9FC1-635A-01EDEE95D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230F059-0561-AE2D-4AC4-87C5FE5E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B698-F6C7-461C-A79E-8881958AEA7D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2A3889C-E3A7-F2EB-FF89-07C70F60A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7827EB7-2665-07B0-C8D9-A85659B5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22AF2-B657-484B-9A3A-975D5846A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1855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B942E4-F1F5-192F-8620-7BFC2EFD0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B14221-1D98-C500-277E-67EA3AE2C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B010FE8-39C0-1357-E0D9-79D9334A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B698-F6C7-461C-A79E-8881958AEA7D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4FD454B-F337-4CBB-75E5-3D1F9B58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DA97610-CBE0-6A6E-D4E2-EB6BAB4AF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22AF2-B657-484B-9A3A-975D5846A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8551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9C8968-3578-4F7D-C3BF-BCD9FF21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F2CB64-A151-8960-9A9D-6DCD90EC0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7C9459C-A174-E543-925E-9ADED858B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7C20FB1-0BC4-9221-C420-072BDF353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B698-F6C7-461C-A79E-8881958AEA7D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86856ED-DE37-9AF1-2555-2EF4149D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C6AE0E3-2FF7-1645-02A5-438E0310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22AF2-B657-484B-9A3A-975D5846A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829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31872B-F189-26C3-B47F-AB3C6C696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91547D7-2063-866E-304C-912FD8CAF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47BFE96-12EE-75F8-AC80-E2F5DE66A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AD539DD-56C1-07F2-8A52-DE222A177D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6BC0F0B-72F8-0ACA-B373-EA228005E4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39B8DE3E-3433-9E3E-3843-3CDE73F5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B698-F6C7-461C-A79E-8881958AEA7D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68DB7C4-2BE3-05A8-0567-1252A29EC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0EBA6468-5FFF-D94E-ADA8-A8DF6CE9F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22AF2-B657-484B-9A3A-975D5846A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0517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0C41FD-72FE-7CD7-89D5-FC5859974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104CDA1-F013-4D52-802E-A1E543DB3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B698-F6C7-461C-A79E-8881958AEA7D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6908847B-B03C-3CB5-06C8-BF2CFE27A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CE399C5-6295-164D-1924-F0AB79149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22AF2-B657-484B-9A3A-975D5846A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041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BF2EF8F-4C75-1A8B-3977-4620C26A4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B698-F6C7-461C-A79E-8881958AEA7D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977A689D-CEFC-AB4A-2D0A-669A08423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9EF7214-BB96-F1C9-4278-4EDBB65A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22AF2-B657-484B-9A3A-975D5846A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8358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1C62A3-DD73-6678-5D2A-0AC00D68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DEE420F-7CB2-3FA8-915B-F7C813496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CAEB4D2-E819-D67B-D5F8-B0ED5F032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1D60B26-47C0-8277-9BA4-3644E09AA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B698-F6C7-461C-A79E-8881958AEA7D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EBF1AC8-1B6C-E805-8905-755AD9960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4FF2D08-3F00-CAF3-9A79-CBDBF6D52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22AF2-B657-484B-9A3A-975D5846A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2282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889E88-9F96-2ABF-C1CA-E31EBA187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1E3BD4B7-BF20-032E-0A28-E87999145F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9EDF9B8-FF61-1281-76DA-D51AEA30A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74A6FFA-1AA0-BF37-4B62-E9F5E7AD3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B698-F6C7-461C-A79E-8881958AEA7D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8B84A97-2853-9960-D659-F2152FB0C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B0D6D9E-47F9-4F2C-F033-71B66A1D1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22AF2-B657-484B-9A3A-975D5846A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062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5C734B-B7CA-3664-034F-B02ED60A7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94A7EA9-3477-5DBF-C09D-CFA65BFC9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7EC71CA-5A60-CBFF-8882-DEEBB993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B698-F6C7-461C-A79E-8881958AEA7D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2D22BB0-3F82-D9DB-C0E3-16A14203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87589E7-3DCD-7D61-3241-42A2635EB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22AF2-B657-484B-9A3A-975D5846A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8549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5CFDA89-0FC8-F829-F51F-8ECF58045D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1C6091D-58CD-236C-4E43-F6CE98CDE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92ABE96-F58E-E8D7-BA7D-4B363CC4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B698-F6C7-461C-A79E-8881958AEA7D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B764678-2283-3FB7-CFDE-F539A56E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C266410-2035-2743-9EEE-AAAC6B9B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22AF2-B657-484B-9A3A-975D5846A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2508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ED4782D-02A1-F5B4-EC4F-7E92CB21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EC6CB3F-A983-9477-51B5-479688336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08360DA-D3A8-A96A-1CFE-97184B157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CB698-F6C7-461C-A79E-8881958AEA7D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CA3CA7B-BFAC-C565-4674-6535330D3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825BA5B-9FDF-FB39-0967-6E703B39A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22AF2-B657-484B-9A3A-975D5846A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391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armellek.hu/?module=news&amp;action=getfile&amp;aid=40132" TargetMode="External"/><Relationship Id="rId3" Type="http://schemas.openxmlformats.org/officeDocument/2006/relationships/hyperlink" Target="https://notebooklm.google.com/" TargetMode="External"/><Relationship Id="rId7" Type="http://schemas.openxmlformats.org/officeDocument/2006/relationships/hyperlink" Target="https://mersz.hu/dokumentum/m663pmbok6__877/" TargetMode="External"/><Relationship Id="rId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rsz.hu/dokumentum/m663pmbok6__956/" TargetMode="External"/><Relationship Id="rId5" Type="http://schemas.openxmlformats.org/officeDocument/2006/relationships/hyperlink" Target="https://flexi-project.com/hu/projekt-eletciklus-fazisok-es-legfontosabb-informaciok-amelyeket-tudnia-kell/" TargetMode="External"/><Relationship Id="rId4" Type="http://schemas.openxmlformats.org/officeDocument/2006/relationships/hyperlink" Target="https://clickup.com/hu/blog/9352/projektmenedzsment-eletciklus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133E1DC-392A-415D-9533-5C0117E40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hu-HU" sz="4800" noProof="0" dirty="0">
                <a:solidFill>
                  <a:srgbClr val="FFFFFF"/>
                </a:solidFill>
              </a:rPr>
              <a:t>Projektéletciklus elemei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2D60F15-0853-E959-CE15-DFA7D518D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hu-HU" noProof="0">
                <a:solidFill>
                  <a:srgbClr val="FFFFFF"/>
                </a:solidFill>
              </a:rPr>
              <a:t>Molek Tamás Sándor</a:t>
            </a:r>
          </a:p>
          <a:p>
            <a:pPr algn="r"/>
            <a:r>
              <a:rPr lang="hu-HU" noProof="0">
                <a:solidFill>
                  <a:srgbClr val="FFFFFF"/>
                </a:solidFill>
              </a:rPr>
              <a:t>12.E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5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B2A4C30-730A-EA5C-07A6-A14975496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 noProof="0">
                <a:solidFill>
                  <a:srgbClr val="FFFFFF"/>
                </a:solidFill>
              </a:rPr>
              <a:t>Mi az a projektéletciklus?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7DDA039B-F59F-C54C-53A2-252ED89586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63129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729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103D436-B7E9-E6CB-FD5B-1752200CD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Kezdeményezési szakasz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E82657DD-8308-9747-E6A7-D6859823A1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557368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1564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035BD65-98AD-AB6A-3E58-D918E968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Tervezési szakasz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F4F4C57B-3E14-358C-B557-8A1D758359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556554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1312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1A45293-83C6-0691-C6FE-C29445DE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Megvalósítás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98D240FE-034F-ED8A-7597-7FC561FDAF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81615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268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0550C4D-8EF1-8169-1209-1658B3387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Lezárás, értékelés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95111F74-F740-C069-E7C4-62E3A35CD5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363175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409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426589F-24B4-7A42-BF8C-7A29DB4A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DE" sz="4000">
                <a:solidFill>
                  <a:srgbClr val="FFFFFF"/>
                </a:solidFill>
              </a:rPr>
              <a:t>Források</a:t>
            </a:r>
            <a:endParaRPr lang="hu-HU" sz="4000">
              <a:solidFill>
                <a:srgbClr val="FFFFFF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95F4C7B-0605-1650-9518-8AE20D281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DE" sz="2000" dirty="0">
                <a:hlinkClick r:id="rId2"/>
              </a:rPr>
              <a:t>https://chat.openai.com/</a:t>
            </a:r>
            <a:endParaRPr lang="en-DE" sz="2000" dirty="0"/>
          </a:p>
          <a:p>
            <a:r>
              <a:rPr lang="en-DE" sz="2000" dirty="0">
                <a:hlinkClick r:id="rId3"/>
              </a:rPr>
              <a:t>https://notebooklm.google.com/</a:t>
            </a:r>
            <a:r>
              <a:rPr lang="en-DE" sz="2000" dirty="0"/>
              <a:t> </a:t>
            </a:r>
          </a:p>
          <a:p>
            <a:pPr lvl="1"/>
            <a:r>
              <a:rPr lang="hu-HU" sz="1600" dirty="0">
                <a:hlinkClick r:id="rId4"/>
              </a:rPr>
              <a:t>https://clickup.com/hu/blog/9352/projektmenedzsment-eletciklus</a:t>
            </a:r>
            <a:r>
              <a:rPr lang="en-DE" sz="1600" dirty="0"/>
              <a:t> </a:t>
            </a:r>
          </a:p>
          <a:p>
            <a:pPr lvl="1"/>
            <a:r>
              <a:rPr lang="hu-HU" sz="1600" dirty="0">
                <a:hlinkClick r:id="rId5"/>
              </a:rPr>
              <a:t>https://flexi-project.com/hu/projekt-eletciklus-fazisok-es-legfontosabb-informaciok-amelyeket-tudnia-kell/</a:t>
            </a:r>
            <a:r>
              <a:rPr lang="en-DE" sz="1600" dirty="0"/>
              <a:t> </a:t>
            </a:r>
          </a:p>
          <a:p>
            <a:pPr lvl="1"/>
            <a:r>
              <a:rPr lang="hu-HU" sz="1600" dirty="0">
                <a:hlinkClick r:id="rId6"/>
              </a:rPr>
              <a:t>https://mersz.hu/dokumentum/m663pmbok6__956/</a:t>
            </a:r>
            <a:endParaRPr lang="en-DE" sz="1600" dirty="0"/>
          </a:p>
          <a:p>
            <a:pPr lvl="1"/>
            <a:r>
              <a:rPr lang="hu-HU" sz="1600" dirty="0">
                <a:hlinkClick r:id="rId7"/>
              </a:rPr>
              <a:t>https://mersz.hu/dokumentum/m663pmbok6__877/</a:t>
            </a:r>
            <a:r>
              <a:rPr lang="en-DE" sz="1600" dirty="0"/>
              <a:t> </a:t>
            </a:r>
          </a:p>
          <a:p>
            <a:pPr lvl="1"/>
            <a:r>
              <a:rPr lang="hu-HU" sz="1600" dirty="0">
                <a:hlinkClick r:id="rId8"/>
              </a:rPr>
              <a:t>https://www.sarmellek.hu/?module=news&amp;action=getfile&amp;aid=40132</a:t>
            </a:r>
            <a:r>
              <a:rPr lang="en-DE" sz="1600"/>
              <a:t> </a:t>
            </a:r>
            <a:endParaRPr lang="hu-HU" sz="1600" dirty="0"/>
          </a:p>
        </p:txBody>
      </p:sp>
    </p:spTree>
    <p:extLst>
      <p:ext uri="{BB962C8B-B14F-4D97-AF65-F5344CB8AC3E}">
        <p14:creationId xmlns:p14="http://schemas.microsoft.com/office/powerpoint/2010/main" val="1313835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9B0661E-35B7-FECB-22AE-1904C8D95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" y="0"/>
            <a:ext cx="12192007" cy="6858000"/>
          </a:xfrm>
        </p:spPr>
        <p:txBody>
          <a:bodyPr anchor="ctr">
            <a:normAutofit/>
          </a:bodyPr>
          <a:lstStyle/>
          <a:p>
            <a:r>
              <a:rPr lang="en-DE" sz="4800">
                <a:solidFill>
                  <a:srgbClr val="FFFFFF"/>
                </a:solidFill>
              </a:rPr>
              <a:t>Köszönöm a figyelmet!</a:t>
            </a:r>
            <a:endParaRPr lang="hu-HU" sz="48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052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158</Words>
  <Application>Microsoft Office PowerPoint</Application>
  <PresentationFormat>Szélesvásznú</PresentationFormat>
  <Paragraphs>33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Office-téma</vt:lpstr>
      <vt:lpstr>Projektéletciklus elemei</vt:lpstr>
      <vt:lpstr>Mi az a projektéletciklus?</vt:lpstr>
      <vt:lpstr>Kezdeményezési szakasz</vt:lpstr>
      <vt:lpstr>Tervezési szakasz</vt:lpstr>
      <vt:lpstr>Megvalósítás</vt:lpstr>
      <vt:lpstr>Lezárás, értékelés</vt:lpstr>
      <vt:lpstr>Források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3</cp:revision>
  <dcterms:created xsi:type="dcterms:W3CDTF">2026-03-11T18:49:17Z</dcterms:created>
  <dcterms:modified xsi:type="dcterms:W3CDTF">2026-03-11T19:03:14Z</dcterms:modified>
</cp:coreProperties>
</file>