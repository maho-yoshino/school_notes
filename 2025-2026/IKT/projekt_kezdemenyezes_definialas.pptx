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57" r:id="rId8"/>
    <p:sldId id="258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CD715-BC8A-41D3-93B9-57A1CCE836B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15BFF1A-DDDF-47DA-A759-7B05373878A7}">
      <dgm:prSet/>
      <dgm:spPr/>
      <dgm:t>
        <a:bodyPr/>
        <a:lstStyle/>
        <a:p>
          <a:r>
            <a:rPr lang="hu-HU"/>
            <a:t>Projekt elindítása</a:t>
          </a:r>
          <a:endParaRPr lang="en-US"/>
        </a:p>
      </dgm:t>
    </dgm:pt>
    <dgm:pt modelId="{794AA9AF-4822-4ACB-B3CB-C7A1CD433EBD}" type="parTrans" cxnId="{CDDC2899-2DC6-4E6B-9FAB-EE8F8F4E9EB3}">
      <dgm:prSet/>
      <dgm:spPr/>
      <dgm:t>
        <a:bodyPr/>
        <a:lstStyle/>
        <a:p>
          <a:endParaRPr lang="en-US"/>
        </a:p>
      </dgm:t>
    </dgm:pt>
    <dgm:pt modelId="{A4804074-6F4D-42F4-B24A-8E145CF90F5D}" type="sibTrans" cxnId="{CDDC2899-2DC6-4E6B-9FAB-EE8F8F4E9EB3}">
      <dgm:prSet/>
      <dgm:spPr/>
      <dgm:t>
        <a:bodyPr/>
        <a:lstStyle/>
        <a:p>
          <a:endParaRPr lang="en-US"/>
        </a:p>
      </dgm:t>
    </dgm:pt>
    <dgm:pt modelId="{F2F9A409-E86D-4561-93B3-6B336A69362F}">
      <dgm:prSet/>
      <dgm:spPr/>
      <dgm:t>
        <a:bodyPr/>
        <a:lstStyle/>
        <a:p>
          <a:r>
            <a:rPr lang="hu-HU"/>
            <a:t>Probléma/igény felismerése</a:t>
          </a:r>
          <a:endParaRPr lang="en-US"/>
        </a:p>
      </dgm:t>
    </dgm:pt>
    <dgm:pt modelId="{E79B2182-4142-4343-9D8C-D5BBC55532B2}" type="parTrans" cxnId="{84AB6829-CE8C-48A0-958D-C99BF0EB3F92}">
      <dgm:prSet/>
      <dgm:spPr/>
      <dgm:t>
        <a:bodyPr/>
        <a:lstStyle/>
        <a:p>
          <a:endParaRPr lang="en-US"/>
        </a:p>
      </dgm:t>
    </dgm:pt>
    <dgm:pt modelId="{D032E940-6FDB-4B7E-9EF8-179A6EEC1D90}" type="sibTrans" cxnId="{84AB6829-CE8C-48A0-958D-C99BF0EB3F92}">
      <dgm:prSet/>
      <dgm:spPr/>
      <dgm:t>
        <a:bodyPr/>
        <a:lstStyle/>
        <a:p>
          <a:endParaRPr lang="en-US"/>
        </a:p>
      </dgm:t>
    </dgm:pt>
    <dgm:pt modelId="{91659781-81FC-4482-91BD-801D5308FE91}">
      <dgm:prSet/>
      <dgm:spPr/>
      <dgm:t>
        <a:bodyPr/>
        <a:lstStyle/>
        <a:p>
          <a:r>
            <a:rPr lang="hu-HU"/>
            <a:t>Célok megfogalmazásának kezdete</a:t>
          </a:r>
          <a:endParaRPr lang="en-US"/>
        </a:p>
      </dgm:t>
    </dgm:pt>
    <dgm:pt modelId="{D86D6A5E-503F-4E72-8E0D-71C8E3D457E3}" type="parTrans" cxnId="{59FDC5CA-E15E-487D-9283-661777ADC708}">
      <dgm:prSet/>
      <dgm:spPr/>
      <dgm:t>
        <a:bodyPr/>
        <a:lstStyle/>
        <a:p>
          <a:endParaRPr lang="en-US"/>
        </a:p>
      </dgm:t>
    </dgm:pt>
    <dgm:pt modelId="{92F16412-6188-465B-A0A4-B45F8D68AE5A}" type="sibTrans" cxnId="{59FDC5CA-E15E-487D-9283-661777ADC708}">
      <dgm:prSet/>
      <dgm:spPr/>
      <dgm:t>
        <a:bodyPr/>
        <a:lstStyle/>
        <a:p>
          <a:endParaRPr lang="en-US"/>
        </a:p>
      </dgm:t>
    </dgm:pt>
    <dgm:pt modelId="{7FB0C954-E648-4D22-AB02-719CB973D57C}">
      <dgm:prSet/>
      <dgm:spPr/>
      <dgm:t>
        <a:bodyPr/>
        <a:lstStyle/>
        <a:p>
          <a:r>
            <a:rPr lang="hu-HU"/>
            <a:t>A projekt szükségességének vizsgálata</a:t>
          </a:r>
          <a:endParaRPr lang="en-US"/>
        </a:p>
      </dgm:t>
    </dgm:pt>
    <dgm:pt modelId="{086C9869-FB2F-4284-98EB-1E2FE45CA5D9}" type="parTrans" cxnId="{12245E98-28AB-4695-9BFA-ECDAFD13CEFD}">
      <dgm:prSet/>
      <dgm:spPr/>
      <dgm:t>
        <a:bodyPr/>
        <a:lstStyle/>
        <a:p>
          <a:endParaRPr lang="en-US"/>
        </a:p>
      </dgm:t>
    </dgm:pt>
    <dgm:pt modelId="{77B5AC1C-F656-4094-BC3B-E03D933A7113}" type="sibTrans" cxnId="{12245E98-28AB-4695-9BFA-ECDAFD13CEFD}">
      <dgm:prSet/>
      <dgm:spPr/>
      <dgm:t>
        <a:bodyPr/>
        <a:lstStyle/>
        <a:p>
          <a:endParaRPr lang="en-US"/>
        </a:p>
      </dgm:t>
    </dgm:pt>
    <dgm:pt modelId="{CB0A7C37-7520-4D89-B70F-5D030B2E2442}" type="pres">
      <dgm:prSet presAssocID="{7E5CD715-BC8A-41D3-93B9-57A1CCE836B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7EB00D-761B-49EC-8B2F-A6BF84EEBADB}" type="pres">
      <dgm:prSet presAssocID="{415BFF1A-DDDF-47DA-A759-7B05373878A7}" presName="hierRoot1" presStyleCnt="0"/>
      <dgm:spPr/>
    </dgm:pt>
    <dgm:pt modelId="{7454AB64-9DA7-42B0-9D3E-0482E2868298}" type="pres">
      <dgm:prSet presAssocID="{415BFF1A-DDDF-47DA-A759-7B05373878A7}" presName="composite" presStyleCnt="0"/>
      <dgm:spPr/>
    </dgm:pt>
    <dgm:pt modelId="{F8FFD4EA-614B-4447-91D0-3A9D12B514C0}" type="pres">
      <dgm:prSet presAssocID="{415BFF1A-DDDF-47DA-A759-7B05373878A7}" presName="background" presStyleLbl="node0" presStyleIdx="0" presStyleCnt="4"/>
      <dgm:spPr/>
    </dgm:pt>
    <dgm:pt modelId="{10C9A9B0-BEF7-4801-ABF3-23522B873510}" type="pres">
      <dgm:prSet presAssocID="{415BFF1A-DDDF-47DA-A759-7B05373878A7}" presName="text" presStyleLbl="fgAcc0" presStyleIdx="0" presStyleCnt="4">
        <dgm:presLayoutVars>
          <dgm:chPref val="3"/>
        </dgm:presLayoutVars>
      </dgm:prSet>
      <dgm:spPr/>
    </dgm:pt>
    <dgm:pt modelId="{706FD89A-BD02-420E-B27B-F02D8DCDA8FB}" type="pres">
      <dgm:prSet presAssocID="{415BFF1A-DDDF-47DA-A759-7B05373878A7}" presName="hierChild2" presStyleCnt="0"/>
      <dgm:spPr/>
    </dgm:pt>
    <dgm:pt modelId="{02C9C068-0A78-4EED-8DA9-2698476FD531}" type="pres">
      <dgm:prSet presAssocID="{F2F9A409-E86D-4561-93B3-6B336A69362F}" presName="hierRoot1" presStyleCnt="0"/>
      <dgm:spPr/>
    </dgm:pt>
    <dgm:pt modelId="{5B7A87F8-524E-4166-86A1-A3C9065755F3}" type="pres">
      <dgm:prSet presAssocID="{F2F9A409-E86D-4561-93B3-6B336A69362F}" presName="composite" presStyleCnt="0"/>
      <dgm:spPr/>
    </dgm:pt>
    <dgm:pt modelId="{B174DE97-9E0C-46A4-A8EA-DEC5F8E1A3E9}" type="pres">
      <dgm:prSet presAssocID="{F2F9A409-E86D-4561-93B3-6B336A69362F}" presName="background" presStyleLbl="node0" presStyleIdx="1" presStyleCnt="4"/>
      <dgm:spPr/>
    </dgm:pt>
    <dgm:pt modelId="{7C348A5A-CC40-463A-9677-8CF319BCDBE4}" type="pres">
      <dgm:prSet presAssocID="{F2F9A409-E86D-4561-93B3-6B336A69362F}" presName="text" presStyleLbl="fgAcc0" presStyleIdx="1" presStyleCnt="4">
        <dgm:presLayoutVars>
          <dgm:chPref val="3"/>
        </dgm:presLayoutVars>
      </dgm:prSet>
      <dgm:spPr/>
    </dgm:pt>
    <dgm:pt modelId="{24A6F4AC-9561-432E-B9A1-1F25513CC77F}" type="pres">
      <dgm:prSet presAssocID="{F2F9A409-E86D-4561-93B3-6B336A69362F}" presName="hierChild2" presStyleCnt="0"/>
      <dgm:spPr/>
    </dgm:pt>
    <dgm:pt modelId="{C2C0644E-2B15-4395-853C-3596ABCC4898}" type="pres">
      <dgm:prSet presAssocID="{91659781-81FC-4482-91BD-801D5308FE91}" presName="hierRoot1" presStyleCnt="0"/>
      <dgm:spPr/>
    </dgm:pt>
    <dgm:pt modelId="{B656AA25-740A-42E2-A8CB-C7B190DC5033}" type="pres">
      <dgm:prSet presAssocID="{91659781-81FC-4482-91BD-801D5308FE91}" presName="composite" presStyleCnt="0"/>
      <dgm:spPr/>
    </dgm:pt>
    <dgm:pt modelId="{7983F4FF-2413-4B23-9B70-ECA8258B0741}" type="pres">
      <dgm:prSet presAssocID="{91659781-81FC-4482-91BD-801D5308FE91}" presName="background" presStyleLbl="node0" presStyleIdx="2" presStyleCnt="4"/>
      <dgm:spPr/>
    </dgm:pt>
    <dgm:pt modelId="{AA383275-6961-4CBE-985B-66AA88579F6D}" type="pres">
      <dgm:prSet presAssocID="{91659781-81FC-4482-91BD-801D5308FE91}" presName="text" presStyleLbl="fgAcc0" presStyleIdx="2" presStyleCnt="4">
        <dgm:presLayoutVars>
          <dgm:chPref val="3"/>
        </dgm:presLayoutVars>
      </dgm:prSet>
      <dgm:spPr/>
    </dgm:pt>
    <dgm:pt modelId="{EA0A183B-8F9E-4C94-AF6D-427E10EDFD21}" type="pres">
      <dgm:prSet presAssocID="{91659781-81FC-4482-91BD-801D5308FE91}" presName="hierChild2" presStyleCnt="0"/>
      <dgm:spPr/>
    </dgm:pt>
    <dgm:pt modelId="{13BEB48B-E315-4831-BA4A-0AC0A7C0BBB7}" type="pres">
      <dgm:prSet presAssocID="{7FB0C954-E648-4D22-AB02-719CB973D57C}" presName="hierRoot1" presStyleCnt="0"/>
      <dgm:spPr/>
    </dgm:pt>
    <dgm:pt modelId="{17B96391-594A-4630-9969-6158C5BD8FB7}" type="pres">
      <dgm:prSet presAssocID="{7FB0C954-E648-4D22-AB02-719CB973D57C}" presName="composite" presStyleCnt="0"/>
      <dgm:spPr/>
    </dgm:pt>
    <dgm:pt modelId="{CDB0D95B-84BB-4B07-B32D-EB77589AF5B9}" type="pres">
      <dgm:prSet presAssocID="{7FB0C954-E648-4D22-AB02-719CB973D57C}" presName="background" presStyleLbl="node0" presStyleIdx="3" presStyleCnt="4"/>
      <dgm:spPr/>
    </dgm:pt>
    <dgm:pt modelId="{8E208BDC-0A49-4F58-A1B5-F0A172214765}" type="pres">
      <dgm:prSet presAssocID="{7FB0C954-E648-4D22-AB02-719CB973D57C}" presName="text" presStyleLbl="fgAcc0" presStyleIdx="3" presStyleCnt="4">
        <dgm:presLayoutVars>
          <dgm:chPref val="3"/>
        </dgm:presLayoutVars>
      </dgm:prSet>
      <dgm:spPr/>
    </dgm:pt>
    <dgm:pt modelId="{0090F898-D90C-465E-AE42-F442A854C8B4}" type="pres">
      <dgm:prSet presAssocID="{7FB0C954-E648-4D22-AB02-719CB973D57C}" presName="hierChild2" presStyleCnt="0"/>
      <dgm:spPr/>
    </dgm:pt>
  </dgm:ptLst>
  <dgm:cxnLst>
    <dgm:cxn modelId="{84AB6829-CE8C-48A0-958D-C99BF0EB3F92}" srcId="{7E5CD715-BC8A-41D3-93B9-57A1CCE836B0}" destId="{F2F9A409-E86D-4561-93B3-6B336A69362F}" srcOrd="1" destOrd="0" parTransId="{E79B2182-4142-4343-9D8C-D5BBC55532B2}" sibTransId="{D032E940-6FDB-4B7E-9EF8-179A6EEC1D90}"/>
    <dgm:cxn modelId="{6905D454-C490-4479-BE2A-5BA9A3FC7B25}" type="presOf" srcId="{F2F9A409-E86D-4561-93B3-6B336A69362F}" destId="{7C348A5A-CC40-463A-9677-8CF319BCDBE4}" srcOrd="0" destOrd="0" presId="urn:microsoft.com/office/officeart/2005/8/layout/hierarchy1"/>
    <dgm:cxn modelId="{48DF9D92-F072-46B0-B7D5-70E0578B2E13}" type="presOf" srcId="{415BFF1A-DDDF-47DA-A759-7B05373878A7}" destId="{10C9A9B0-BEF7-4801-ABF3-23522B873510}" srcOrd="0" destOrd="0" presId="urn:microsoft.com/office/officeart/2005/8/layout/hierarchy1"/>
    <dgm:cxn modelId="{12245E98-28AB-4695-9BFA-ECDAFD13CEFD}" srcId="{7E5CD715-BC8A-41D3-93B9-57A1CCE836B0}" destId="{7FB0C954-E648-4D22-AB02-719CB973D57C}" srcOrd="3" destOrd="0" parTransId="{086C9869-FB2F-4284-98EB-1E2FE45CA5D9}" sibTransId="{77B5AC1C-F656-4094-BC3B-E03D933A7113}"/>
    <dgm:cxn modelId="{CDDC2899-2DC6-4E6B-9FAB-EE8F8F4E9EB3}" srcId="{7E5CD715-BC8A-41D3-93B9-57A1CCE836B0}" destId="{415BFF1A-DDDF-47DA-A759-7B05373878A7}" srcOrd="0" destOrd="0" parTransId="{794AA9AF-4822-4ACB-B3CB-C7A1CD433EBD}" sibTransId="{A4804074-6F4D-42F4-B24A-8E145CF90F5D}"/>
    <dgm:cxn modelId="{67262FB1-7CA8-4D57-9D8F-5A8DB9A9C43F}" type="presOf" srcId="{7FB0C954-E648-4D22-AB02-719CB973D57C}" destId="{8E208BDC-0A49-4F58-A1B5-F0A172214765}" srcOrd="0" destOrd="0" presId="urn:microsoft.com/office/officeart/2005/8/layout/hierarchy1"/>
    <dgm:cxn modelId="{EE2612BF-933A-4D47-8EFE-313E44A11C4F}" type="presOf" srcId="{7E5CD715-BC8A-41D3-93B9-57A1CCE836B0}" destId="{CB0A7C37-7520-4D89-B70F-5D030B2E2442}" srcOrd="0" destOrd="0" presId="urn:microsoft.com/office/officeart/2005/8/layout/hierarchy1"/>
    <dgm:cxn modelId="{59FDC5CA-E15E-487D-9283-661777ADC708}" srcId="{7E5CD715-BC8A-41D3-93B9-57A1CCE836B0}" destId="{91659781-81FC-4482-91BD-801D5308FE91}" srcOrd="2" destOrd="0" parTransId="{D86D6A5E-503F-4E72-8E0D-71C8E3D457E3}" sibTransId="{92F16412-6188-465B-A0A4-B45F8D68AE5A}"/>
    <dgm:cxn modelId="{1BB069F3-532C-444B-8389-7327AE451EDB}" type="presOf" srcId="{91659781-81FC-4482-91BD-801D5308FE91}" destId="{AA383275-6961-4CBE-985B-66AA88579F6D}" srcOrd="0" destOrd="0" presId="urn:microsoft.com/office/officeart/2005/8/layout/hierarchy1"/>
    <dgm:cxn modelId="{EB91654F-FA74-4798-9EA8-813F09F59583}" type="presParOf" srcId="{CB0A7C37-7520-4D89-B70F-5D030B2E2442}" destId="{9B7EB00D-761B-49EC-8B2F-A6BF84EEBADB}" srcOrd="0" destOrd="0" presId="urn:microsoft.com/office/officeart/2005/8/layout/hierarchy1"/>
    <dgm:cxn modelId="{31E092D8-1188-4733-89DC-A49273370FD3}" type="presParOf" srcId="{9B7EB00D-761B-49EC-8B2F-A6BF84EEBADB}" destId="{7454AB64-9DA7-42B0-9D3E-0482E2868298}" srcOrd="0" destOrd="0" presId="urn:microsoft.com/office/officeart/2005/8/layout/hierarchy1"/>
    <dgm:cxn modelId="{156DA2B8-FDBF-4229-9E91-107ADF0ADF8D}" type="presParOf" srcId="{7454AB64-9DA7-42B0-9D3E-0482E2868298}" destId="{F8FFD4EA-614B-4447-91D0-3A9D12B514C0}" srcOrd="0" destOrd="0" presId="urn:microsoft.com/office/officeart/2005/8/layout/hierarchy1"/>
    <dgm:cxn modelId="{13927BBD-94A9-42B7-AA38-ADEF63A9E966}" type="presParOf" srcId="{7454AB64-9DA7-42B0-9D3E-0482E2868298}" destId="{10C9A9B0-BEF7-4801-ABF3-23522B873510}" srcOrd="1" destOrd="0" presId="urn:microsoft.com/office/officeart/2005/8/layout/hierarchy1"/>
    <dgm:cxn modelId="{2B4AFF37-F0AC-4C86-A7A9-7DDAE83F97EA}" type="presParOf" srcId="{9B7EB00D-761B-49EC-8B2F-A6BF84EEBADB}" destId="{706FD89A-BD02-420E-B27B-F02D8DCDA8FB}" srcOrd="1" destOrd="0" presId="urn:microsoft.com/office/officeart/2005/8/layout/hierarchy1"/>
    <dgm:cxn modelId="{72876608-3750-4431-B111-8AD04C83B558}" type="presParOf" srcId="{CB0A7C37-7520-4D89-B70F-5D030B2E2442}" destId="{02C9C068-0A78-4EED-8DA9-2698476FD531}" srcOrd="1" destOrd="0" presId="urn:microsoft.com/office/officeart/2005/8/layout/hierarchy1"/>
    <dgm:cxn modelId="{E0CD2C83-B4FB-4FCE-8A26-850BE7EE1840}" type="presParOf" srcId="{02C9C068-0A78-4EED-8DA9-2698476FD531}" destId="{5B7A87F8-524E-4166-86A1-A3C9065755F3}" srcOrd="0" destOrd="0" presId="urn:microsoft.com/office/officeart/2005/8/layout/hierarchy1"/>
    <dgm:cxn modelId="{51D1AC9F-44E7-47D3-9669-A669E0F570A2}" type="presParOf" srcId="{5B7A87F8-524E-4166-86A1-A3C9065755F3}" destId="{B174DE97-9E0C-46A4-A8EA-DEC5F8E1A3E9}" srcOrd="0" destOrd="0" presId="urn:microsoft.com/office/officeart/2005/8/layout/hierarchy1"/>
    <dgm:cxn modelId="{897EDF53-1B08-4011-B05A-AB57A8C1BD02}" type="presParOf" srcId="{5B7A87F8-524E-4166-86A1-A3C9065755F3}" destId="{7C348A5A-CC40-463A-9677-8CF319BCDBE4}" srcOrd="1" destOrd="0" presId="urn:microsoft.com/office/officeart/2005/8/layout/hierarchy1"/>
    <dgm:cxn modelId="{A4065814-47A8-4DED-8DAA-47BE8A64FD6A}" type="presParOf" srcId="{02C9C068-0A78-4EED-8DA9-2698476FD531}" destId="{24A6F4AC-9561-432E-B9A1-1F25513CC77F}" srcOrd="1" destOrd="0" presId="urn:microsoft.com/office/officeart/2005/8/layout/hierarchy1"/>
    <dgm:cxn modelId="{3AFBBD1F-3757-4C12-84C1-CC9D1AF654AC}" type="presParOf" srcId="{CB0A7C37-7520-4D89-B70F-5D030B2E2442}" destId="{C2C0644E-2B15-4395-853C-3596ABCC4898}" srcOrd="2" destOrd="0" presId="urn:microsoft.com/office/officeart/2005/8/layout/hierarchy1"/>
    <dgm:cxn modelId="{FE0D1A1E-7352-4C29-8E50-438A7F47E2E9}" type="presParOf" srcId="{C2C0644E-2B15-4395-853C-3596ABCC4898}" destId="{B656AA25-740A-42E2-A8CB-C7B190DC5033}" srcOrd="0" destOrd="0" presId="urn:microsoft.com/office/officeart/2005/8/layout/hierarchy1"/>
    <dgm:cxn modelId="{4700E556-9547-4541-8CD4-6A875B0A81EF}" type="presParOf" srcId="{B656AA25-740A-42E2-A8CB-C7B190DC5033}" destId="{7983F4FF-2413-4B23-9B70-ECA8258B0741}" srcOrd="0" destOrd="0" presId="urn:microsoft.com/office/officeart/2005/8/layout/hierarchy1"/>
    <dgm:cxn modelId="{0402E93D-AFE6-4BC7-89F1-3495DBC19EEE}" type="presParOf" srcId="{B656AA25-740A-42E2-A8CB-C7B190DC5033}" destId="{AA383275-6961-4CBE-985B-66AA88579F6D}" srcOrd="1" destOrd="0" presId="urn:microsoft.com/office/officeart/2005/8/layout/hierarchy1"/>
    <dgm:cxn modelId="{A064DFF5-EA63-4FB4-8AAC-E8BC873E6EAC}" type="presParOf" srcId="{C2C0644E-2B15-4395-853C-3596ABCC4898}" destId="{EA0A183B-8F9E-4C94-AF6D-427E10EDFD21}" srcOrd="1" destOrd="0" presId="urn:microsoft.com/office/officeart/2005/8/layout/hierarchy1"/>
    <dgm:cxn modelId="{540F2365-3F91-42E6-B7C5-843D93703814}" type="presParOf" srcId="{CB0A7C37-7520-4D89-B70F-5D030B2E2442}" destId="{13BEB48B-E315-4831-BA4A-0AC0A7C0BBB7}" srcOrd="3" destOrd="0" presId="urn:microsoft.com/office/officeart/2005/8/layout/hierarchy1"/>
    <dgm:cxn modelId="{D2EE2B9C-C396-48B6-9F40-877880E97846}" type="presParOf" srcId="{13BEB48B-E315-4831-BA4A-0AC0A7C0BBB7}" destId="{17B96391-594A-4630-9969-6158C5BD8FB7}" srcOrd="0" destOrd="0" presId="urn:microsoft.com/office/officeart/2005/8/layout/hierarchy1"/>
    <dgm:cxn modelId="{F435B9C6-265F-489B-A421-A68303630C4F}" type="presParOf" srcId="{17B96391-594A-4630-9969-6158C5BD8FB7}" destId="{CDB0D95B-84BB-4B07-B32D-EB77589AF5B9}" srcOrd="0" destOrd="0" presId="urn:microsoft.com/office/officeart/2005/8/layout/hierarchy1"/>
    <dgm:cxn modelId="{08CFC3C0-A10D-4742-98A9-E99D6C515748}" type="presParOf" srcId="{17B96391-594A-4630-9969-6158C5BD8FB7}" destId="{8E208BDC-0A49-4F58-A1B5-F0A172214765}" srcOrd="1" destOrd="0" presId="urn:microsoft.com/office/officeart/2005/8/layout/hierarchy1"/>
    <dgm:cxn modelId="{DAC72D7F-2560-4444-8E0A-3C7805957FA7}" type="presParOf" srcId="{13BEB48B-E315-4831-BA4A-0AC0A7C0BBB7}" destId="{0090F898-D90C-465E-AE42-F442A854C8B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832938-B399-4380-B137-C9AFCDFC462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C849DC9-94AB-47CA-8AD8-7DB1AD8C1F58}">
      <dgm:prSet/>
      <dgm:spPr/>
      <dgm:t>
        <a:bodyPr/>
        <a:lstStyle/>
        <a:p>
          <a:r>
            <a:rPr lang="hu-HU"/>
            <a:t>Világos, konkrét célok</a:t>
          </a:r>
          <a:endParaRPr lang="en-US"/>
        </a:p>
      </dgm:t>
    </dgm:pt>
    <dgm:pt modelId="{622BDC32-CC49-47B2-ABEA-AA07422354C1}" type="parTrans" cxnId="{FFC14301-D931-4D1F-8CCE-A2C0E7502B97}">
      <dgm:prSet/>
      <dgm:spPr/>
      <dgm:t>
        <a:bodyPr/>
        <a:lstStyle/>
        <a:p>
          <a:endParaRPr lang="en-US"/>
        </a:p>
      </dgm:t>
    </dgm:pt>
    <dgm:pt modelId="{3CFDEF9C-015A-4241-8FE2-BA7BD420735D}" type="sibTrans" cxnId="{FFC14301-D931-4D1F-8CCE-A2C0E7502B97}">
      <dgm:prSet/>
      <dgm:spPr/>
      <dgm:t>
        <a:bodyPr/>
        <a:lstStyle/>
        <a:p>
          <a:endParaRPr lang="en-US"/>
        </a:p>
      </dgm:t>
    </dgm:pt>
    <dgm:pt modelId="{72F63575-94E4-47DD-91AE-51E78BEF81A6}">
      <dgm:prSet/>
      <dgm:spPr/>
      <dgm:t>
        <a:bodyPr/>
        <a:lstStyle/>
        <a:p>
          <a:r>
            <a:rPr lang="hu-HU"/>
            <a:t>Elérhető és mérhető eredmények</a:t>
          </a:r>
          <a:endParaRPr lang="en-US"/>
        </a:p>
      </dgm:t>
    </dgm:pt>
    <dgm:pt modelId="{2AF75071-DBDC-4407-A2DA-6DCF32588D66}" type="parTrans" cxnId="{8EC82CA6-59C9-4B16-B19E-C4E130077A6E}">
      <dgm:prSet/>
      <dgm:spPr/>
      <dgm:t>
        <a:bodyPr/>
        <a:lstStyle/>
        <a:p>
          <a:endParaRPr lang="en-US"/>
        </a:p>
      </dgm:t>
    </dgm:pt>
    <dgm:pt modelId="{08ACE41F-5930-4712-A002-D2CB5715B806}" type="sibTrans" cxnId="{8EC82CA6-59C9-4B16-B19E-C4E130077A6E}">
      <dgm:prSet/>
      <dgm:spPr/>
      <dgm:t>
        <a:bodyPr/>
        <a:lstStyle/>
        <a:p>
          <a:endParaRPr lang="en-US"/>
        </a:p>
      </dgm:t>
    </dgm:pt>
    <dgm:pt modelId="{2BBADD86-417F-4BC1-9530-E4B41B5ADCAA}">
      <dgm:prSet/>
      <dgm:spPr/>
      <dgm:t>
        <a:bodyPr/>
        <a:lstStyle/>
        <a:p>
          <a:r>
            <a:rPr lang="hu-HU"/>
            <a:t>Projektirányítás kijelölése</a:t>
          </a:r>
          <a:endParaRPr lang="en-US"/>
        </a:p>
      </dgm:t>
    </dgm:pt>
    <dgm:pt modelId="{6DCD9797-2941-4250-AD57-4BE9009402D8}" type="parTrans" cxnId="{6B7B86D9-F54C-450A-A1B4-E55DD4CE7F8B}">
      <dgm:prSet/>
      <dgm:spPr/>
      <dgm:t>
        <a:bodyPr/>
        <a:lstStyle/>
        <a:p>
          <a:endParaRPr lang="en-US"/>
        </a:p>
      </dgm:t>
    </dgm:pt>
    <dgm:pt modelId="{BF957668-71A7-478A-B6A1-EFE96A5AC418}" type="sibTrans" cxnId="{6B7B86D9-F54C-450A-A1B4-E55DD4CE7F8B}">
      <dgm:prSet/>
      <dgm:spPr/>
      <dgm:t>
        <a:bodyPr/>
        <a:lstStyle/>
        <a:p>
          <a:endParaRPr lang="en-US"/>
        </a:p>
      </dgm:t>
    </dgm:pt>
    <dgm:pt modelId="{1BABD4AE-BAA3-4D0B-9B6C-9775310C438A}">
      <dgm:prSet/>
      <dgm:spPr/>
      <dgm:t>
        <a:bodyPr/>
        <a:lstStyle/>
        <a:p>
          <a:r>
            <a:rPr lang="hu-HU"/>
            <a:t>Siker feltételeinek meghatározása</a:t>
          </a:r>
          <a:endParaRPr lang="en-US"/>
        </a:p>
      </dgm:t>
    </dgm:pt>
    <dgm:pt modelId="{1D9983EF-AFFF-4894-A1D7-79E9F13896B3}" type="parTrans" cxnId="{B772B273-C2FD-4AE1-BCAC-ACEE05DD8289}">
      <dgm:prSet/>
      <dgm:spPr/>
      <dgm:t>
        <a:bodyPr/>
        <a:lstStyle/>
        <a:p>
          <a:endParaRPr lang="en-US"/>
        </a:p>
      </dgm:t>
    </dgm:pt>
    <dgm:pt modelId="{1ED2F10B-850F-4787-81A9-89F7316301BF}" type="sibTrans" cxnId="{B772B273-C2FD-4AE1-BCAC-ACEE05DD8289}">
      <dgm:prSet/>
      <dgm:spPr/>
      <dgm:t>
        <a:bodyPr/>
        <a:lstStyle/>
        <a:p>
          <a:endParaRPr lang="en-US"/>
        </a:p>
      </dgm:t>
    </dgm:pt>
    <dgm:pt modelId="{9F5632C6-D580-4803-9D4E-D876363D0778}" type="pres">
      <dgm:prSet presAssocID="{7F832938-B399-4380-B137-C9AFCDFC462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C1D8A1-93EB-412C-8A77-0023222808A7}" type="pres">
      <dgm:prSet presAssocID="{7C849DC9-94AB-47CA-8AD8-7DB1AD8C1F58}" presName="hierRoot1" presStyleCnt="0"/>
      <dgm:spPr/>
    </dgm:pt>
    <dgm:pt modelId="{42D32ED7-9B27-4FE4-ABAE-2DA9769CDF1B}" type="pres">
      <dgm:prSet presAssocID="{7C849DC9-94AB-47CA-8AD8-7DB1AD8C1F58}" presName="composite" presStyleCnt="0"/>
      <dgm:spPr/>
    </dgm:pt>
    <dgm:pt modelId="{FEB0469B-60AB-402C-8BD0-11ED207FED86}" type="pres">
      <dgm:prSet presAssocID="{7C849DC9-94AB-47CA-8AD8-7DB1AD8C1F58}" presName="background" presStyleLbl="node0" presStyleIdx="0" presStyleCnt="4"/>
      <dgm:spPr/>
    </dgm:pt>
    <dgm:pt modelId="{D2D97E7F-64DD-4A77-B41E-C7C72839E642}" type="pres">
      <dgm:prSet presAssocID="{7C849DC9-94AB-47CA-8AD8-7DB1AD8C1F58}" presName="text" presStyleLbl="fgAcc0" presStyleIdx="0" presStyleCnt="4">
        <dgm:presLayoutVars>
          <dgm:chPref val="3"/>
        </dgm:presLayoutVars>
      </dgm:prSet>
      <dgm:spPr/>
    </dgm:pt>
    <dgm:pt modelId="{649A4A67-FC83-4EF4-B604-811FA5BEA2B4}" type="pres">
      <dgm:prSet presAssocID="{7C849DC9-94AB-47CA-8AD8-7DB1AD8C1F58}" presName="hierChild2" presStyleCnt="0"/>
      <dgm:spPr/>
    </dgm:pt>
    <dgm:pt modelId="{0643FD51-599E-469F-8620-5395DF66489A}" type="pres">
      <dgm:prSet presAssocID="{72F63575-94E4-47DD-91AE-51E78BEF81A6}" presName="hierRoot1" presStyleCnt="0"/>
      <dgm:spPr/>
    </dgm:pt>
    <dgm:pt modelId="{4657DF06-A4E5-4FB3-B5CB-5EA1C2615D61}" type="pres">
      <dgm:prSet presAssocID="{72F63575-94E4-47DD-91AE-51E78BEF81A6}" presName="composite" presStyleCnt="0"/>
      <dgm:spPr/>
    </dgm:pt>
    <dgm:pt modelId="{86FF7450-AF9D-4D5C-B402-066ACE65522D}" type="pres">
      <dgm:prSet presAssocID="{72F63575-94E4-47DD-91AE-51E78BEF81A6}" presName="background" presStyleLbl="node0" presStyleIdx="1" presStyleCnt="4"/>
      <dgm:spPr/>
    </dgm:pt>
    <dgm:pt modelId="{4AD53AA0-F0C5-49FC-9153-8BDA0EF5CE58}" type="pres">
      <dgm:prSet presAssocID="{72F63575-94E4-47DD-91AE-51E78BEF81A6}" presName="text" presStyleLbl="fgAcc0" presStyleIdx="1" presStyleCnt="4">
        <dgm:presLayoutVars>
          <dgm:chPref val="3"/>
        </dgm:presLayoutVars>
      </dgm:prSet>
      <dgm:spPr/>
    </dgm:pt>
    <dgm:pt modelId="{5CCC1F93-A8D8-4B36-9B03-6ED083D3C883}" type="pres">
      <dgm:prSet presAssocID="{72F63575-94E4-47DD-91AE-51E78BEF81A6}" presName="hierChild2" presStyleCnt="0"/>
      <dgm:spPr/>
    </dgm:pt>
    <dgm:pt modelId="{D870BA2A-D0A8-4D18-AF08-42FAA8EE68AF}" type="pres">
      <dgm:prSet presAssocID="{2BBADD86-417F-4BC1-9530-E4B41B5ADCAA}" presName="hierRoot1" presStyleCnt="0"/>
      <dgm:spPr/>
    </dgm:pt>
    <dgm:pt modelId="{2E264EDD-5308-4776-A8D5-03927BD37C05}" type="pres">
      <dgm:prSet presAssocID="{2BBADD86-417F-4BC1-9530-E4B41B5ADCAA}" presName="composite" presStyleCnt="0"/>
      <dgm:spPr/>
    </dgm:pt>
    <dgm:pt modelId="{E74502F5-B646-498F-BA51-960D52E187DB}" type="pres">
      <dgm:prSet presAssocID="{2BBADD86-417F-4BC1-9530-E4B41B5ADCAA}" presName="background" presStyleLbl="node0" presStyleIdx="2" presStyleCnt="4"/>
      <dgm:spPr/>
    </dgm:pt>
    <dgm:pt modelId="{2CBF371E-7A9B-4E44-A827-8A02C8031D29}" type="pres">
      <dgm:prSet presAssocID="{2BBADD86-417F-4BC1-9530-E4B41B5ADCAA}" presName="text" presStyleLbl="fgAcc0" presStyleIdx="2" presStyleCnt="4">
        <dgm:presLayoutVars>
          <dgm:chPref val="3"/>
        </dgm:presLayoutVars>
      </dgm:prSet>
      <dgm:spPr/>
    </dgm:pt>
    <dgm:pt modelId="{D177BA1B-5007-49E2-A7F4-3EC29884F181}" type="pres">
      <dgm:prSet presAssocID="{2BBADD86-417F-4BC1-9530-E4B41B5ADCAA}" presName="hierChild2" presStyleCnt="0"/>
      <dgm:spPr/>
    </dgm:pt>
    <dgm:pt modelId="{409A28B0-793F-4514-A90C-CA1A02849372}" type="pres">
      <dgm:prSet presAssocID="{1BABD4AE-BAA3-4D0B-9B6C-9775310C438A}" presName="hierRoot1" presStyleCnt="0"/>
      <dgm:spPr/>
    </dgm:pt>
    <dgm:pt modelId="{B5966C11-6F3F-4E35-B292-F780B7FAC172}" type="pres">
      <dgm:prSet presAssocID="{1BABD4AE-BAA3-4D0B-9B6C-9775310C438A}" presName="composite" presStyleCnt="0"/>
      <dgm:spPr/>
    </dgm:pt>
    <dgm:pt modelId="{7FE0AE2B-AF84-4A05-94F2-992146377AF9}" type="pres">
      <dgm:prSet presAssocID="{1BABD4AE-BAA3-4D0B-9B6C-9775310C438A}" presName="background" presStyleLbl="node0" presStyleIdx="3" presStyleCnt="4"/>
      <dgm:spPr/>
    </dgm:pt>
    <dgm:pt modelId="{401FBD3D-8D17-4275-9F0B-751618096912}" type="pres">
      <dgm:prSet presAssocID="{1BABD4AE-BAA3-4D0B-9B6C-9775310C438A}" presName="text" presStyleLbl="fgAcc0" presStyleIdx="3" presStyleCnt="4">
        <dgm:presLayoutVars>
          <dgm:chPref val="3"/>
        </dgm:presLayoutVars>
      </dgm:prSet>
      <dgm:spPr/>
    </dgm:pt>
    <dgm:pt modelId="{6869DB91-C8BA-4450-B38C-C9CFF06A2377}" type="pres">
      <dgm:prSet presAssocID="{1BABD4AE-BAA3-4D0B-9B6C-9775310C438A}" presName="hierChild2" presStyleCnt="0"/>
      <dgm:spPr/>
    </dgm:pt>
  </dgm:ptLst>
  <dgm:cxnLst>
    <dgm:cxn modelId="{FFC14301-D931-4D1F-8CCE-A2C0E7502B97}" srcId="{7F832938-B399-4380-B137-C9AFCDFC4620}" destId="{7C849DC9-94AB-47CA-8AD8-7DB1AD8C1F58}" srcOrd="0" destOrd="0" parTransId="{622BDC32-CC49-47B2-ABEA-AA07422354C1}" sibTransId="{3CFDEF9C-015A-4241-8FE2-BA7BD420735D}"/>
    <dgm:cxn modelId="{18ECEA3A-EBD8-4C2B-9AED-D88902707CE5}" type="presOf" srcId="{2BBADD86-417F-4BC1-9530-E4B41B5ADCAA}" destId="{2CBF371E-7A9B-4E44-A827-8A02C8031D29}" srcOrd="0" destOrd="0" presId="urn:microsoft.com/office/officeart/2005/8/layout/hierarchy1"/>
    <dgm:cxn modelId="{D1401946-B7B7-4EEF-9B75-82AA65EBF4CD}" type="presOf" srcId="{1BABD4AE-BAA3-4D0B-9B6C-9775310C438A}" destId="{401FBD3D-8D17-4275-9F0B-751618096912}" srcOrd="0" destOrd="0" presId="urn:microsoft.com/office/officeart/2005/8/layout/hierarchy1"/>
    <dgm:cxn modelId="{B772B273-C2FD-4AE1-BCAC-ACEE05DD8289}" srcId="{7F832938-B399-4380-B137-C9AFCDFC4620}" destId="{1BABD4AE-BAA3-4D0B-9B6C-9775310C438A}" srcOrd="3" destOrd="0" parTransId="{1D9983EF-AFFF-4894-A1D7-79E9F13896B3}" sibTransId="{1ED2F10B-850F-4787-81A9-89F7316301BF}"/>
    <dgm:cxn modelId="{33F4607E-2444-45D8-A5A3-49109085FEEB}" type="presOf" srcId="{72F63575-94E4-47DD-91AE-51E78BEF81A6}" destId="{4AD53AA0-F0C5-49FC-9153-8BDA0EF5CE58}" srcOrd="0" destOrd="0" presId="urn:microsoft.com/office/officeart/2005/8/layout/hierarchy1"/>
    <dgm:cxn modelId="{7A8B9293-0DEF-458C-9370-4A9CDDC417B2}" type="presOf" srcId="{7C849DC9-94AB-47CA-8AD8-7DB1AD8C1F58}" destId="{D2D97E7F-64DD-4A77-B41E-C7C72839E642}" srcOrd="0" destOrd="0" presId="urn:microsoft.com/office/officeart/2005/8/layout/hierarchy1"/>
    <dgm:cxn modelId="{8EC82CA6-59C9-4B16-B19E-C4E130077A6E}" srcId="{7F832938-B399-4380-B137-C9AFCDFC4620}" destId="{72F63575-94E4-47DD-91AE-51E78BEF81A6}" srcOrd="1" destOrd="0" parTransId="{2AF75071-DBDC-4407-A2DA-6DCF32588D66}" sibTransId="{08ACE41F-5930-4712-A002-D2CB5715B806}"/>
    <dgm:cxn modelId="{6B7B86D9-F54C-450A-A1B4-E55DD4CE7F8B}" srcId="{7F832938-B399-4380-B137-C9AFCDFC4620}" destId="{2BBADD86-417F-4BC1-9530-E4B41B5ADCAA}" srcOrd="2" destOrd="0" parTransId="{6DCD9797-2941-4250-AD57-4BE9009402D8}" sibTransId="{BF957668-71A7-478A-B6A1-EFE96A5AC418}"/>
    <dgm:cxn modelId="{1FC3A1EC-9AF3-407D-8FB0-182EFBB5A44A}" type="presOf" srcId="{7F832938-B399-4380-B137-C9AFCDFC4620}" destId="{9F5632C6-D580-4803-9D4E-D876363D0778}" srcOrd="0" destOrd="0" presId="urn:microsoft.com/office/officeart/2005/8/layout/hierarchy1"/>
    <dgm:cxn modelId="{8B34AF69-2B95-452E-9E81-328BD08E7B25}" type="presParOf" srcId="{9F5632C6-D580-4803-9D4E-D876363D0778}" destId="{9DC1D8A1-93EB-412C-8A77-0023222808A7}" srcOrd="0" destOrd="0" presId="urn:microsoft.com/office/officeart/2005/8/layout/hierarchy1"/>
    <dgm:cxn modelId="{781F11B7-E3D5-4040-BA7F-1FB496978295}" type="presParOf" srcId="{9DC1D8A1-93EB-412C-8A77-0023222808A7}" destId="{42D32ED7-9B27-4FE4-ABAE-2DA9769CDF1B}" srcOrd="0" destOrd="0" presId="urn:microsoft.com/office/officeart/2005/8/layout/hierarchy1"/>
    <dgm:cxn modelId="{44FC97DE-F0F5-4422-86C8-BEC944A74EEB}" type="presParOf" srcId="{42D32ED7-9B27-4FE4-ABAE-2DA9769CDF1B}" destId="{FEB0469B-60AB-402C-8BD0-11ED207FED86}" srcOrd="0" destOrd="0" presId="urn:microsoft.com/office/officeart/2005/8/layout/hierarchy1"/>
    <dgm:cxn modelId="{934EE175-D2EC-487C-AC7C-5E626BCDFE27}" type="presParOf" srcId="{42D32ED7-9B27-4FE4-ABAE-2DA9769CDF1B}" destId="{D2D97E7F-64DD-4A77-B41E-C7C72839E642}" srcOrd="1" destOrd="0" presId="urn:microsoft.com/office/officeart/2005/8/layout/hierarchy1"/>
    <dgm:cxn modelId="{44B1BE0B-AAC1-49F3-BF03-7BA28D12C02A}" type="presParOf" srcId="{9DC1D8A1-93EB-412C-8A77-0023222808A7}" destId="{649A4A67-FC83-4EF4-B604-811FA5BEA2B4}" srcOrd="1" destOrd="0" presId="urn:microsoft.com/office/officeart/2005/8/layout/hierarchy1"/>
    <dgm:cxn modelId="{F67D948C-2149-4EA4-9984-ECC98518391F}" type="presParOf" srcId="{9F5632C6-D580-4803-9D4E-D876363D0778}" destId="{0643FD51-599E-469F-8620-5395DF66489A}" srcOrd="1" destOrd="0" presId="urn:microsoft.com/office/officeart/2005/8/layout/hierarchy1"/>
    <dgm:cxn modelId="{22E8C49F-F760-4593-8828-AE444A7FBCDD}" type="presParOf" srcId="{0643FD51-599E-469F-8620-5395DF66489A}" destId="{4657DF06-A4E5-4FB3-B5CB-5EA1C2615D61}" srcOrd="0" destOrd="0" presId="urn:microsoft.com/office/officeart/2005/8/layout/hierarchy1"/>
    <dgm:cxn modelId="{C80BE266-C943-487E-9D24-FCEC2A6D9A89}" type="presParOf" srcId="{4657DF06-A4E5-4FB3-B5CB-5EA1C2615D61}" destId="{86FF7450-AF9D-4D5C-B402-066ACE65522D}" srcOrd="0" destOrd="0" presId="urn:microsoft.com/office/officeart/2005/8/layout/hierarchy1"/>
    <dgm:cxn modelId="{4407ADCA-39A8-419E-BB73-A48EEC88DE99}" type="presParOf" srcId="{4657DF06-A4E5-4FB3-B5CB-5EA1C2615D61}" destId="{4AD53AA0-F0C5-49FC-9153-8BDA0EF5CE58}" srcOrd="1" destOrd="0" presId="urn:microsoft.com/office/officeart/2005/8/layout/hierarchy1"/>
    <dgm:cxn modelId="{E091D7C8-EFFE-4CD3-82EA-2180BA351F5D}" type="presParOf" srcId="{0643FD51-599E-469F-8620-5395DF66489A}" destId="{5CCC1F93-A8D8-4B36-9B03-6ED083D3C883}" srcOrd="1" destOrd="0" presId="urn:microsoft.com/office/officeart/2005/8/layout/hierarchy1"/>
    <dgm:cxn modelId="{C74D010C-5D7A-4C01-B4BB-2070C4C23D8C}" type="presParOf" srcId="{9F5632C6-D580-4803-9D4E-D876363D0778}" destId="{D870BA2A-D0A8-4D18-AF08-42FAA8EE68AF}" srcOrd="2" destOrd="0" presId="urn:microsoft.com/office/officeart/2005/8/layout/hierarchy1"/>
    <dgm:cxn modelId="{BCEB2A2B-702E-458D-966C-45C039B231CF}" type="presParOf" srcId="{D870BA2A-D0A8-4D18-AF08-42FAA8EE68AF}" destId="{2E264EDD-5308-4776-A8D5-03927BD37C05}" srcOrd="0" destOrd="0" presId="urn:microsoft.com/office/officeart/2005/8/layout/hierarchy1"/>
    <dgm:cxn modelId="{FB038E03-10AA-4955-AE50-057F9F65F092}" type="presParOf" srcId="{2E264EDD-5308-4776-A8D5-03927BD37C05}" destId="{E74502F5-B646-498F-BA51-960D52E187DB}" srcOrd="0" destOrd="0" presId="urn:microsoft.com/office/officeart/2005/8/layout/hierarchy1"/>
    <dgm:cxn modelId="{D3627818-6C2E-4C28-ABCA-F8AF3BC1AFE8}" type="presParOf" srcId="{2E264EDD-5308-4776-A8D5-03927BD37C05}" destId="{2CBF371E-7A9B-4E44-A827-8A02C8031D29}" srcOrd="1" destOrd="0" presId="urn:microsoft.com/office/officeart/2005/8/layout/hierarchy1"/>
    <dgm:cxn modelId="{6381A5A8-3004-44DE-ABC4-CE72591D8324}" type="presParOf" srcId="{D870BA2A-D0A8-4D18-AF08-42FAA8EE68AF}" destId="{D177BA1B-5007-49E2-A7F4-3EC29884F181}" srcOrd="1" destOrd="0" presId="urn:microsoft.com/office/officeart/2005/8/layout/hierarchy1"/>
    <dgm:cxn modelId="{A6EB167B-6A6B-4012-98DA-ABEA732E7173}" type="presParOf" srcId="{9F5632C6-D580-4803-9D4E-D876363D0778}" destId="{409A28B0-793F-4514-A90C-CA1A02849372}" srcOrd="3" destOrd="0" presId="urn:microsoft.com/office/officeart/2005/8/layout/hierarchy1"/>
    <dgm:cxn modelId="{A80B46B2-0D1F-4373-90F5-B0AD3A41A1A9}" type="presParOf" srcId="{409A28B0-793F-4514-A90C-CA1A02849372}" destId="{B5966C11-6F3F-4E35-B292-F780B7FAC172}" srcOrd="0" destOrd="0" presId="urn:microsoft.com/office/officeart/2005/8/layout/hierarchy1"/>
    <dgm:cxn modelId="{DC3A1C5C-F192-4A3A-9EA2-3BDE9D428CA9}" type="presParOf" srcId="{B5966C11-6F3F-4E35-B292-F780B7FAC172}" destId="{7FE0AE2B-AF84-4A05-94F2-992146377AF9}" srcOrd="0" destOrd="0" presId="urn:microsoft.com/office/officeart/2005/8/layout/hierarchy1"/>
    <dgm:cxn modelId="{FD50E1C7-0C77-45ED-B4F4-C60A6C091720}" type="presParOf" srcId="{B5966C11-6F3F-4E35-B292-F780B7FAC172}" destId="{401FBD3D-8D17-4275-9F0B-751618096912}" srcOrd="1" destOrd="0" presId="urn:microsoft.com/office/officeart/2005/8/layout/hierarchy1"/>
    <dgm:cxn modelId="{023CA30D-9E22-43F9-985B-9B6EF8C59866}" type="presParOf" srcId="{409A28B0-793F-4514-A90C-CA1A02849372}" destId="{6869DB91-C8BA-4450-B38C-C9CFF06A23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534B57-5704-499A-9739-451C433C698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FC39AF7-10F7-45D7-9CAC-F4DDC6F68D52}">
      <dgm:prSet/>
      <dgm:spPr/>
      <dgm:t>
        <a:bodyPr/>
        <a:lstStyle/>
        <a:p>
          <a:r>
            <a:rPr lang="hu-HU"/>
            <a:t>Mit tartalmaz a projekt?</a:t>
          </a:r>
          <a:endParaRPr lang="en-US"/>
        </a:p>
      </dgm:t>
    </dgm:pt>
    <dgm:pt modelId="{CD2C8B3B-DCF5-4C5B-88BE-78071B0ED7B0}" type="parTrans" cxnId="{5F3CFC2E-8DAF-49AF-B08C-91C0CED9EA35}">
      <dgm:prSet/>
      <dgm:spPr/>
      <dgm:t>
        <a:bodyPr/>
        <a:lstStyle/>
        <a:p>
          <a:endParaRPr lang="en-US"/>
        </a:p>
      </dgm:t>
    </dgm:pt>
    <dgm:pt modelId="{AAF4B99F-C321-4C89-B261-A6E33399FBDE}" type="sibTrans" cxnId="{5F3CFC2E-8DAF-49AF-B08C-91C0CED9EA35}">
      <dgm:prSet/>
      <dgm:spPr/>
      <dgm:t>
        <a:bodyPr/>
        <a:lstStyle/>
        <a:p>
          <a:endParaRPr lang="en-US"/>
        </a:p>
      </dgm:t>
    </dgm:pt>
    <dgm:pt modelId="{A682C09A-1237-426A-8E76-49E80585C040}">
      <dgm:prSet/>
      <dgm:spPr/>
      <dgm:t>
        <a:bodyPr/>
        <a:lstStyle/>
        <a:p>
          <a:r>
            <a:rPr lang="en-DE"/>
            <a:t>Mi nem része?</a:t>
          </a:r>
          <a:endParaRPr lang="en-US"/>
        </a:p>
      </dgm:t>
    </dgm:pt>
    <dgm:pt modelId="{1498B052-6224-4205-B816-A3704E4BF6F9}" type="parTrans" cxnId="{4100917C-EBD7-4D21-BDE4-B89D5225C78E}">
      <dgm:prSet/>
      <dgm:spPr/>
      <dgm:t>
        <a:bodyPr/>
        <a:lstStyle/>
        <a:p>
          <a:endParaRPr lang="en-US"/>
        </a:p>
      </dgm:t>
    </dgm:pt>
    <dgm:pt modelId="{D3C9A06D-B897-4805-85BA-66062C3F7F56}" type="sibTrans" cxnId="{4100917C-EBD7-4D21-BDE4-B89D5225C78E}">
      <dgm:prSet/>
      <dgm:spPr/>
      <dgm:t>
        <a:bodyPr/>
        <a:lstStyle/>
        <a:p>
          <a:endParaRPr lang="en-US"/>
        </a:p>
      </dgm:t>
    </dgm:pt>
    <dgm:pt modelId="{EBE6EB7A-C8D4-4FD7-9478-93B1E468CECA}">
      <dgm:prSet/>
      <dgm:spPr/>
      <dgm:t>
        <a:bodyPr/>
        <a:lstStyle/>
        <a:p>
          <a:r>
            <a:rPr lang="en-DE"/>
            <a:t>Fő feladatok kijelölése</a:t>
          </a:r>
          <a:endParaRPr lang="en-US"/>
        </a:p>
      </dgm:t>
    </dgm:pt>
    <dgm:pt modelId="{410FF093-6E1A-425D-8F52-E922827567CD}" type="parTrans" cxnId="{14E67DEA-4CDA-41BF-A310-3ACA517E9F65}">
      <dgm:prSet/>
      <dgm:spPr/>
      <dgm:t>
        <a:bodyPr/>
        <a:lstStyle/>
        <a:p>
          <a:endParaRPr lang="en-US"/>
        </a:p>
      </dgm:t>
    </dgm:pt>
    <dgm:pt modelId="{C75D0F3F-0F4F-452A-BB1F-068438410981}" type="sibTrans" cxnId="{14E67DEA-4CDA-41BF-A310-3ACA517E9F65}">
      <dgm:prSet/>
      <dgm:spPr/>
      <dgm:t>
        <a:bodyPr/>
        <a:lstStyle/>
        <a:p>
          <a:endParaRPr lang="en-US"/>
        </a:p>
      </dgm:t>
    </dgm:pt>
    <dgm:pt modelId="{ADCCFA8B-A8DD-4F1B-8568-27B32547AE0F}">
      <dgm:prSet/>
      <dgm:spPr/>
      <dgm:t>
        <a:bodyPr/>
        <a:lstStyle/>
        <a:p>
          <a:r>
            <a:rPr lang="en-DE"/>
            <a:t>Keretek pontos rögzítése</a:t>
          </a:r>
          <a:endParaRPr lang="en-US"/>
        </a:p>
      </dgm:t>
    </dgm:pt>
    <dgm:pt modelId="{C461D916-D484-4E2B-8EC9-AD4B56C0D94A}" type="parTrans" cxnId="{D89D3AC6-330C-4579-8158-7BC5A8F85197}">
      <dgm:prSet/>
      <dgm:spPr/>
      <dgm:t>
        <a:bodyPr/>
        <a:lstStyle/>
        <a:p>
          <a:endParaRPr lang="en-US"/>
        </a:p>
      </dgm:t>
    </dgm:pt>
    <dgm:pt modelId="{BE766A69-9754-429D-BCFC-C9BCE33D5689}" type="sibTrans" cxnId="{D89D3AC6-330C-4579-8158-7BC5A8F85197}">
      <dgm:prSet/>
      <dgm:spPr/>
      <dgm:t>
        <a:bodyPr/>
        <a:lstStyle/>
        <a:p>
          <a:endParaRPr lang="en-US"/>
        </a:p>
      </dgm:t>
    </dgm:pt>
    <dgm:pt modelId="{6B054B20-544E-4A5E-B475-3ED063A7AE8F}" type="pres">
      <dgm:prSet presAssocID="{30534B57-5704-499A-9739-451C433C69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CB7A79-580F-42A0-BE80-CC85B4BB8173}" type="pres">
      <dgm:prSet presAssocID="{DFC39AF7-10F7-45D7-9CAC-F4DDC6F68D52}" presName="hierRoot1" presStyleCnt="0"/>
      <dgm:spPr/>
    </dgm:pt>
    <dgm:pt modelId="{9A4186E5-59D9-4EB6-BE55-D39C4FB3047A}" type="pres">
      <dgm:prSet presAssocID="{DFC39AF7-10F7-45D7-9CAC-F4DDC6F68D52}" presName="composite" presStyleCnt="0"/>
      <dgm:spPr/>
    </dgm:pt>
    <dgm:pt modelId="{47791DC5-FB69-43AB-B23E-51D51789722B}" type="pres">
      <dgm:prSet presAssocID="{DFC39AF7-10F7-45D7-9CAC-F4DDC6F68D52}" presName="background" presStyleLbl="node0" presStyleIdx="0" presStyleCnt="4"/>
      <dgm:spPr/>
    </dgm:pt>
    <dgm:pt modelId="{20BB081A-67D7-4E8E-B40C-866B1088712B}" type="pres">
      <dgm:prSet presAssocID="{DFC39AF7-10F7-45D7-9CAC-F4DDC6F68D52}" presName="text" presStyleLbl="fgAcc0" presStyleIdx="0" presStyleCnt="4">
        <dgm:presLayoutVars>
          <dgm:chPref val="3"/>
        </dgm:presLayoutVars>
      </dgm:prSet>
      <dgm:spPr/>
    </dgm:pt>
    <dgm:pt modelId="{5EC4678C-723E-47E7-B186-6E18A52FFD4E}" type="pres">
      <dgm:prSet presAssocID="{DFC39AF7-10F7-45D7-9CAC-F4DDC6F68D52}" presName="hierChild2" presStyleCnt="0"/>
      <dgm:spPr/>
    </dgm:pt>
    <dgm:pt modelId="{A3DEB9E4-23A3-4EA9-9938-00599A979F07}" type="pres">
      <dgm:prSet presAssocID="{A682C09A-1237-426A-8E76-49E80585C040}" presName="hierRoot1" presStyleCnt="0"/>
      <dgm:spPr/>
    </dgm:pt>
    <dgm:pt modelId="{F0ECD188-AD8D-482E-A2AF-DE15D13CD1D5}" type="pres">
      <dgm:prSet presAssocID="{A682C09A-1237-426A-8E76-49E80585C040}" presName="composite" presStyleCnt="0"/>
      <dgm:spPr/>
    </dgm:pt>
    <dgm:pt modelId="{C784B47A-DAD7-41AA-BE0B-F601C67E6FC6}" type="pres">
      <dgm:prSet presAssocID="{A682C09A-1237-426A-8E76-49E80585C040}" presName="background" presStyleLbl="node0" presStyleIdx="1" presStyleCnt="4"/>
      <dgm:spPr/>
    </dgm:pt>
    <dgm:pt modelId="{7C665848-EFB9-46F3-ACF4-A0138A32178F}" type="pres">
      <dgm:prSet presAssocID="{A682C09A-1237-426A-8E76-49E80585C040}" presName="text" presStyleLbl="fgAcc0" presStyleIdx="1" presStyleCnt="4">
        <dgm:presLayoutVars>
          <dgm:chPref val="3"/>
        </dgm:presLayoutVars>
      </dgm:prSet>
      <dgm:spPr/>
    </dgm:pt>
    <dgm:pt modelId="{4EE56D85-1785-433F-BEAD-9A4ED118B2B7}" type="pres">
      <dgm:prSet presAssocID="{A682C09A-1237-426A-8E76-49E80585C040}" presName="hierChild2" presStyleCnt="0"/>
      <dgm:spPr/>
    </dgm:pt>
    <dgm:pt modelId="{08D58A73-AED7-4320-99B3-3F927C893029}" type="pres">
      <dgm:prSet presAssocID="{EBE6EB7A-C8D4-4FD7-9478-93B1E468CECA}" presName="hierRoot1" presStyleCnt="0"/>
      <dgm:spPr/>
    </dgm:pt>
    <dgm:pt modelId="{52BD0127-8A37-47E2-A77B-F68C05AADD42}" type="pres">
      <dgm:prSet presAssocID="{EBE6EB7A-C8D4-4FD7-9478-93B1E468CECA}" presName="composite" presStyleCnt="0"/>
      <dgm:spPr/>
    </dgm:pt>
    <dgm:pt modelId="{2511241E-877F-42E8-8DEB-C7A0742F9CC4}" type="pres">
      <dgm:prSet presAssocID="{EBE6EB7A-C8D4-4FD7-9478-93B1E468CECA}" presName="background" presStyleLbl="node0" presStyleIdx="2" presStyleCnt="4"/>
      <dgm:spPr/>
    </dgm:pt>
    <dgm:pt modelId="{CBCCF018-EFA8-405B-9512-524AB98905FC}" type="pres">
      <dgm:prSet presAssocID="{EBE6EB7A-C8D4-4FD7-9478-93B1E468CECA}" presName="text" presStyleLbl="fgAcc0" presStyleIdx="2" presStyleCnt="4">
        <dgm:presLayoutVars>
          <dgm:chPref val="3"/>
        </dgm:presLayoutVars>
      </dgm:prSet>
      <dgm:spPr/>
    </dgm:pt>
    <dgm:pt modelId="{EF9D5CB9-DDCF-41AF-AB05-325CCF1C1BC3}" type="pres">
      <dgm:prSet presAssocID="{EBE6EB7A-C8D4-4FD7-9478-93B1E468CECA}" presName="hierChild2" presStyleCnt="0"/>
      <dgm:spPr/>
    </dgm:pt>
    <dgm:pt modelId="{02320843-1756-40D3-A3E8-D46B7BD70342}" type="pres">
      <dgm:prSet presAssocID="{ADCCFA8B-A8DD-4F1B-8568-27B32547AE0F}" presName="hierRoot1" presStyleCnt="0"/>
      <dgm:spPr/>
    </dgm:pt>
    <dgm:pt modelId="{0AF7C975-A03A-4902-8664-FDB48F2996A5}" type="pres">
      <dgm:prSet presAssocID="{ADCCFA8B-A8DD-4F1B-8568-27B32547AE0F}" presName="composite" presStyleCnt="0"/>
      <dgm:spPr/>
    </dgm:pt>
    <dgm:pt modelId="{242408F7-4620-4721-BD2A-AA965387E1A9}" type="pres">
      <dgm:prSet presAssocID="{ADCCFA8B-A8DD-4F1B-8568-27B32547AE0F}" presName="background" presStyleLbl="node0" presStyleIdx="3" presStyleCnt="4"/>
      <dgm:spPr/>
    </dgm:pt>
    <dgm:pt modelId="{881C8148-6724-45C1-A68A-2806EE78F618}" type="pres">
      <dgm:prSet presAssocID="{ADCCFA8B-A8DD-4F1B-8568-27B32547AE0F}" presName="text" presStyleLbl="fgAcc0" presStyleIdx="3" presStyleCnt="4">
        <dgm:presLayoutVars>
          <dgm:chPref val="3"/>
        </dgm:presLayoutVars>
      </dgm:prSet>
      <dgm:spPr/>
    </dgm:pt>
    <dgm:pt modelId="{5384C679-33A9-4141-BAB6-0163E51FEF41}" type="pres">
      <dgm:prSet presAssocID="{ADCCFA8B-A8DD-4F1B-8568-27B32547AE0F}" presName="hierChild2" presStyleCnt="0"/>
      <dgm:spPr/>
    </dgm:pt>
  </dgm:ptLst>
  <dgm:cxnLst>
    <dgm:cxn modelId="{7608D713-3BE1-4386-9609-3778AD93AEAD}" type="presOf" srcId="{ADCCFA8B-A8DD-4F1B-8568-27B32547AE0F}" destId="{881C8148-6724-45C1-A68A-2806EE78F618}" srcOrd="0" destOrd="0" presId="urn:microsoft.com/office/officeart/2005/8/layout/hierarchy1"/>
    <dgm:cxn modelId="{5F3CFC2E-8DAF-49AF-B08C-91C0CED9EA35}" srcId="{30534B57-5704-499A-9739-451C433C698A}" destId="{DFC39AF7-10F7-45D7-9CAC-F4DDC6F68D52}" srcOrd="0" destOrd="0" parTransId="{CD2C8B3B-DCF5-4C5B-88BE-78071B0ED7B0}" sibTransId="{AAF4B99F-C321-4C89-B261-A6E33399FBDE}"/>
    <dgm:cxn modelId="{E231D55E-250D-408A-BB11-FE92E9459FDB}" type="presOf" srcId="{30534B57-5704-499A-9739-451C433C698A}" destId="{6B054B20-544E-4A5E-B475-3ED063A7AE8F}" srcOrd="0" destOrd="0" presId="urn:microsoft.com/office/officeart/2005/8/layout/hierarchy1"/>
    <dgm:cxn modelId="{4100917C-EBD7-4D21-BDE4-B89D5225C78E}" srcId="{30534B57-5704-499A-9739-451C433C698A}" destId="{A682C09A-1237-426A-8E76-49E80585C040}" srcOrd="1" destOrd="0" parTransId="{1498B052-6224-4205-B816-A3704E4BF6F9}" sibTransId="{D3C9A06D-B897-4805-85BA-66062C3F7F56}"/>
    <dgm:cxn modelId="{680F7AB2-1447-4856-B6F5-FD4FC7867E10}" type="presOf" srcId="{A682C09A-1237-426A-8E76-49E80585C040}" destId="{7C665848-EFB9-46F3-ACF4-A0138A32178F}" srcOrd="0" destOrd="0" presId="urn:microsoft.com/office/officeart/2005/8/layout/hierarchy1"/>
    <dgm:cxn modelId="{65E4E6BB-421D-4BEA-9E45-FCB822499E69}" type="presOf" srcId="{EBE6EB7A-C8D4-4FD7-9478-93B1E468CECA}" destId="{CBCCF018-EFA8-405B-9512-524AB98905FC}" srcOrd="0" destOrd="0" presId="urn:microsoft.com/office/officeart/2005/8/layout/hierarchy1"/>
    <dgm:cxn modelId="{D89D3AC6-330C-4579-8158-7BC5A8F85197}" srcId="{30534B57-5704-499A-9739-451C433C698A}" destId="{ADCCFA8B-A8DD-4F1B-8568-27B32547AE0F}" srcOrd="3" destOrd="0" parTransId="{C461D916-D484-4E2B-8EC9-AD4B56C0D94A}" sibTransId="{BE766A69-9754-429D-BCFC-C9BCE33D5689}"/>
    <dgm:cxn modelId="{14E67DEA-4CDA-41BF-A310-3ACA517E9F65}" srcId="{30534B57-5704-499A-9739-451C433C698A}" destId="{EBE6EB7A-C8D4-4FD7-9478-93B1E468CECA}" srcOrd="2" destOrd="0" parTransId="{410FF093-6E1A-425D-8F52-E922827567CD}" sibTransId="{C75D0F3F-0F4F-452A-BB1F-068438410981}"/>
    <dgm:cxn modelId="{17937DEC-FFEC-4A4D-AC54-2C962895C62E}" type="presOf" srcId="{DFC39AF7-10F7-45D7-9CAC-F4DDC6F68D52}" destId="{20BB081A-67D7-4E8E-B40C-866B1088712B}" srcOrd="0" destOrd="0" presId="urn:microsoft.com/office/officeart/2005/8/layout/hierarchy1"/>
    <dgm:cxn modelId="{4BF066EC-B3E0-4AD7-9501-F10D88103451}" type="presParOf" srcId="{6B054B20-544E-4A5E-B475-3ED063A7AE8F}" destId="{E6CB7A79-580F-42A0-BE80-CC85B4BB8173}" srcOrd="0" destOrd="0" presId="urn:microsoft.com/office/officeart/2005/8/layout/hierarchy1"/>
    <dgm:cxn modelId="{E5B11FA8-E08F-4D12-AC85-FEB3B4114134}" type="presParOf" srcId="{E6CB7A79-580F-42A0-BE80-CC85B4BB8173}" destId="{9A4186E5-59D9-4EB6-BE55-D39C4FB3047A}" srcOrd="0" destOrd="0" presId="urn:microsoft.com/office/officeart/2005/8/layout/hierarchy1"/>
    <dgm:cxn modelId="{AD626B8A-2AC2-404D-86A7-8141CAF4D07C}" type="presParOf" srcId="{9A4186E5-59D9-4EB6-BE55-D39C4FB3047A}" destId="{47791DC5-FB69-43AB-B23E-51D51789722B}" srcOrd="0" destOrd="0" presId="urn:microsoft.com/office/officeart/2005/8/layout/hierarchy1"/>
    <dgm:cxn modelId="{27A054B9-F925-45D2-9F30-085FEB741691}" type="presParOf" srcId="{9A4186E5-59D9-4EB6-BE55-D39C4FB3047A}" destId="{20BB081A-67D7-4E8E-B40C-866B1088712B}" srcOrd="1" destOrd="0" presId="urn:microsoft.com/office/officeart/2005/8/layout/hierarchy1"/>
    <dgm:cxn modelId="{3BBEDCCF-1AFC-4C21-85D3-3FDC16464489}" type="presParOf" srcId="{E6CB7A79-580F-42A0-BE80-CC85B4BB8173}" destId="{5EC4678C-723E-47E7-B186-6E18A52FFD4E}" srcOrd="1" destOrd="0" presId="urn:microsoft.com/office/officeart/2005/8/layout/hierarchy1"/>
    <dgm:cxn modelId="{E60F7A5C-FA53-46C6-9FAA-8E3E822232A1}" type="presParOf" srcId="{6B054B20-544E-4A5E-B475-3ED063A7AE8F}" destId="{A3DEB9E4-23A3-4EA9-9938-00599A979F07}" srcOrd="1" destOrd="0" presId="urn:microsoft.com/office/officeart/2005/8/layout/hierarchy1"/>
    <dgm:cxn modelId="{E15FF031-2A12-40A3-B2D1-9DCD3E81641D}" type="presParOf" srcId="{A3DEB9E4-23A3-4EA9-9938-00599A979F07}" destId="{F0ECD188-AD8D-482E-A2AF-DE15D13CD1D5}" srcOrd="0" destOrd="0" presId="urn:microsoft.com/office/officeart/2005/8/layout/hierarchy1"/>
    <dgm:cxn modelId="{E690C636-3C28-4E51-A5F6-7550BFD26FF9}" type="presParOf" srcId="{F0ECD188-AD8D-482E-A2AF-DE15D13CD1D5}" destId="{C784B47A-DAD7-41AA-BE0B-F601C67E6FC6}" srcOrd="0" destOrd="0" presId="urn:microsoft.com/office/officeart/2005/8/layout/hierarchy1"/>
    <dgm:cxn modelId="{92C76BD4-2429-4150-8F0B-478F7F999458}" type="presParOf" srcId="{F0ECD188-AD8D-482E-A2AF-DE15D13CD1D5}" destId="{7C665848-EFB9-46F3-ACF4-A0138A32178F}" srcOrd="1" destOrd="0" presId="urn:microsoft.com/office/officeart/2005/8/layout/hierarchy1"/>
    <dgm:cxn modelId="{B140453B-509E-4250-A9B8-8CFCF24464A1}" type="presParOf" srcId="{A3DEB9E4-23A3-4EA9-9938-00599A979F07}" destId="{4EE56D85-1785-433F-BEAD-9A4ED118B2B7}" srcOrd="1" destOrd="0" presId="urn:microsoft.com/office/officeart/2005/8/layout/hierarchy1"/>
    <dgm:cxn modelId="{DE76CEE0-4B84-4236-BEBB-989A7A23C487}" type="presParOf" srcId="{6B054B20-544E-4A5E-B475-3ED063A7AE8F}" destId="{08D58A73-AED7-4320-99B3-3F927C893029}" srcOrd="2" destOrd="0" presId="urn:microsoft.com/office/officeart/2005/8/layout/hierarchy1"/>
    <dgm:cxn modelId="{B0AA1F55-EF97-43EC-8E06-273D88D78E1E}" type="presParOf" srcId="{08D58A73-AED7-4320-99B3-3F927C893029}" destId="{52BD0127-8A37-47E2-A77B-F68C05AADD42}" srcOrd="0" destOrd="0" presId="urn:microsoft.com/office/officeart/2005/8/layout/hierarchy1"/>
    <dgm:cxn modelId="{683D125C-2154-4882-ABA5-84AD67AD3227}" type="presParOf" srcId="{52BD0127-8A37-47E2-A77B-F68C05AADD42}" destId="{2511241E-877F-42E8-8DEB-C7A0742F9CC4}" srcOrd="0" destOrd="0" presId="urn:microsoft.com/office/officeart/2005/8/layout/hierarchy1"/>
    <dgm:cxn modelId="{7744E124-51D9-4C13-A272-C4BE67A21986}" type="presParOf" srcId="{52BD0127-8A37-47E2-A77B-F68C05AADD42}" destId="{CBCCF018-EFA8-405B-9512-524AB98905FC}" srcOrd="1" destOrd="0" presId="urn:microsoft.com/office/officeart/2005/8/layout/hierarchy1"/>
    <dgm:cxn modelId="{6A330BDD-616A-4219-813D-28AC1ADCCF70}" type="presParOf" srcId="{08D58A73-AED7-4320-99B3-3F927C893029}" destId="{EF9D5CB9-DDCF-41AF-AB05-325CCF1C1BC3}" srcOrd="1" destOrd="0" presId="urn:microsoft.com/office/officeart/2005/8/layout/hierarchy1"/>
    <dgm:cxn modelId="{7DBF8491-8644-49FA-92EA-01FC3D1CFB93}" type="presParOf" srcId="{6B054B20-544E-4A5E-B475-3ED063A7AE8F}" destId="{02320843-1756-40D3-A3E8-D46B7BD70342}" srcOrd="3" destOrd="0" presId="urn:microsoft.com/office/officeart/2005/8/layout/hierarchy1"/>
    <dgm:cxn modelId="{D7C730EC-D5E4-4368-BEEB-32BFBDB0AC4B}" type="presParOf" srcId="{02320843-1756-40D3-A3E8-D46B7BD70342}" destId="{0AF7C975-A03A-4902-8664-FDB48F2996A5}" srcOrd="0" destOrd="0" presId="urn:microsoft.com/office/officeart/2005/8/layout/hierarchy1"/>
    <dgm:cxn modelId="{9159741F-ABAF-4F1E-8D5F-EC1B035FE158}" type="presParOf" srcId="{0AF7C975-A03A-4902-8664-FDB48F2996A5}" destId="{242408F7-4620-4721-BD2A-AA965387E1A9}" srcOrd="0" destOrd="0" presId="urn:microsoft.com/office/officeart/2005/8/layout/hierarchy1"/>
    <dgm:cxn modelId="{A7BB272D-370A-490E-A080-CAE9219985A8}" type="presParOf" srcId="{0AF7C975-A03A-4902-8664-FDB48F2996A5}" destId="{881C8148-6724-45C1-A68A-2806EE78F618}" srcOrd="1" destOrd="0" presId="urn:microsoft.com/office/officeart/2005/8/layout/hierarchy1"/>
    <dgm:cxn modelId="{7F6893DA-A5BB-44D0-9954-D16E282F8A17}" type="presParOf" srcId="{02320843-1756-40D3-A3E8-D46B7BD70342}" destId="{5384C679-33A9-4141-BAB6-0163E51FEF4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330B55-62C4-45B0-87B9-14B3A5896DF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C09A1E3-3E97-4293-97FA-5FFA7D694900}">
      <dgm:prSet/>
      <dgm:spPr/>
      <dgm:t>
        <a:bodyPr/>
        <a:lstStyle/>
        <a:p>
          <a:r>
            <a:rPr lang="en-DE"/>
            <a:t>Csapat meghatározása</a:t>
          </a:r>
          <a:endParaRPr lang="en-US"/>
        </a:p>
      </dgm:t>
    </dgm:pt>
    <dgm:pt modelId="{375EBBB7-8FA5-4E10-9205-C5F5F9B75014}" type="parTrans" cxnId="{C7A734CA-7E31-46BA-B2DF-1DDF13CADDD2}">
      <dgm:prSet/>
      <dgm:spPr/>
      <dgm:t>
        <a:bodyPr/>
        <a:lstStyle/>
        <a:p>
          <a:endParaRPr lang="en-US"/>
        </a:p>
      </dgm:t>
    </dgm:pt>
    <dgm:pt modelId="{1D9E3F5C-CF53-4EBF-91FB-ABBBA159DB52}" type="sibTrans" cxnId="{C7A734CA-7E31-46BA-B2DF-1DDF13CADDD2}">
      <dgm:prSet/>
      <dgm:spPr/>
      <dgm:t>
        <a:bodyPr/>
        <a:lstStyle/>
        <a:p>
          <a:endParaRPr lang="en-US"/>
        </a:p>
      </dgm:t>
    </dgm:pt>
    <dgm:pt modelId="{67C5CA70-8F99-41AC-B2EE-695BF632CB9D}">
      <dgm:prSet/>
      <dgm:spPr/>
      <dgm:t>
        <a:bodyPr/>
        <a:lstStyle/>
        <a:p>
          <a:r>
            <a:rPr lang="en-DE"/>
            <a:t>Feladatkörök kiosztása</a:t>
          </a:r>
          <a:endParaRPr lang="en-US"/>
        </a:p>
      </dgm:t>
    </dgm:pt>
    <dgm:pt modelId="{0732F758-BA0D-4B14-8927-07228F7C2CD3}" type="parTrans" cxnId="{8513C852-D59C-4AEA-83B1-18D06CBD2C8B}">
      <dgm:prSet/>
      <dgm:spPr/>
      <dgm:t>
        <a:bodyPr/>
        <a:lstStyle/>
        <a:p>
          <a:endParaRPr lang="en-US"/>
        </a:p>
      </dgm:t>
    </dgm:pt>
    <dgm:pt modelId="{CC72301C-05AB-48E9-9BED-CC362FEA7958}" type="sibTrans" cxnId="{8513C852-D59C-4AEA-83B1-18D06CBD2C8B}">
      <dgm:prSet/>
      <dgm:spPr/>
      <dgm:t>
        <a:bodyPr/>
        <a:lstStyle/>
        <a:p>
          <a:endParaRPr lang="en-US"/>
        </a:p>
      </dgm:t>
    </dgm:pt>
    <dgm:pt modelId="{DE1680FB-3092-488D-915D-0250CFCC3D1B}">
      <dgm:prSet/>
      <dgm:spPr/>
      <dgm:t>
        <a:bodyPr/>
        <a:lstStyle/>
        <a:p>
          <a:r>
            <a:rPr lang="en-DE"/>
            <a:t>Szükséges eszközök, anyagok</a:t>
          </a:r>
          <a:endParaRPr lang="en-US"/>
        </a:p>
      </dgm:t>
    </dgm:pt>
    <dgm:pt modelId="{7C668783-7E09-430A-A3B8-954262A15752}" type="parTrans" cxnId="{A21C7CB1-634E-45AA-B28D-CAD2304BAEB8}">
      <dgm:prSet/>
      <dgm:spPr/>
      <dgm:t>
        <a:bodyPr/>
        <a:lstStyle/>
        <a:p>
          <a:endParaRPr lang="en-US"/>
        </a:p>
      </dgm:t>
    </dgm:pt>
    <dgm:pt modelId="{4E321007-0BE3-4201-B59D-9419586C13D5}" type="sibTrans" cxnId="{A21C7CB1-634E-45AA-B28D-CAD2304BAEB8}">
      <dgm:prSet/>
      <dgm:spPr/>
      <dgm:t>
        <a:bodyPr/>
        <a:lstStyle/>
        <a:p>
          <a:endParaRPr lang="en-US"/>
        </a:p>
      </dgm:t>
    </dgm:pt>
    <dgm:pt modelId="{DC1515C7-078B-41EC-9C3B-A5B0B357DDFC}">
      <dgm:prSet/>
      <dgm:spPr/>
      <dgm:t>
        <a:bodyPr/>
        <a:lstStyle/>
        <a:p>
          <a:r>
            <a:rPr lang="en-DE"/>
            <a:t>Idő és költségek becslése</a:t>
          </a:r>
          <a:endParaRPr lang="en-US"/>
        </a:p>
      </dgm:t>
    </dgm:pt>
    <dgm:pt modelId="{49FBF220-2067-4489-84D7-D6217FF38699}" type="parTrans" cxnId="{499B9EF4-8C7B-44FD-ACF3-684A45EAF730}">
      <dgm:prSet/>
      <dgm:spPr/>
      <dgm:t>
        <a:bodyPr/>
        <a:lstStyle/>
        <a:p>
          <a:endParaRPr lang="en-US"/>
        </a:p>
      </dgm:t>
    </dgm:pt>
    <dgm:pt modelId="{BEEE0864-8F90-4103-9018-DFF13A4C5AF9}" type="sibTrans" cxnId="{499B9EF4-8C7B-44FD-ACF3-684A45EAF730}">
      <dgm:prSet/>
      <dgm:spPr/>
      <dgm:t>
        <a:bodyPr/>
        <a:lstStyle/>
        <a:p>
          <a:endParaRPr lang="en-US"/>
        </a:p>
      </dgm:t>
    </dgm:pt>
    <dgm:pt modelId="{DD1BF74F-A0F0-4B65-B5F3-45B6BB92A3A9}" type="pres">
      <dgm:prSet presAssocID="{55330B55-62C4-45B0-87B9-14B3A5896DF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02B1D7-E23E-4F40-AA77-D13E2156DDB2}" type="pres">
      <dgm:prSet presAssocID="{8C09A1E3-3E97-4293-97FA-5FFA7D694900}" presName="hierRoot1" presStyleCnt="0"/>
      <dgm:spPr/>
    </dgm:pt>
    <dgm:pt modelId="{D99015FB-DE44-4940-8FDA-29FCDE0A3E58}" type="pres">
      <dgm:prSet presAssocID="{8C09A1E3-3E97-4293-97FA-5FFA7D694900}" presName="composite" presStyleCnt="0"/>
      <dgm:spPr/>
    </dgm:pt>
    <dgm:pt modelId="{6A1E8A9A-E7C1-4231-B9D7-484B6FA8D94E}" type="pres">
      <dgm:prSet presAssocID="{8C09A1E3-3E97-4293-97FA-5FFA7D694900}" presName="background" presStyleLbl="node0" presStyleIdx="0" presStyleCnt="4"/>
      <dgm:spPr/>
    </dgm:pt>
    <dgm:pt modelId="{F4CC70A4-1ED7-4935-9A40-D6BB3CE7A0CB}" type="pres">
      <dgm:prSet presAssocID="{8C09A1E3-3E97-4293-97FA-5FFA7D694900}" presName="text" presStyleLbl="fgAcc0" presStyleIdx="0" presStyleCnt="4">
        <dgm:presLayoutVars>
          <dgm:chPref val="3"/>
        </dgm:presLayoutVars>
      </dgm:prSet>
      <dgm:spPr/>
    </dgm:pt>
    <dgm:pt modelId="{4640A4FD-8E38-4B7B-8C49-B38D0A8C10FE}" type="pres">
      <dgm:prSet presAssocID="{8C09A1E3-3E97-4293-97FA-5FFA7D694900}" presName="hierChild2" presStyleCnt="0"/>
      <dgm:spPr/>
    </dgm:pt>
    <dgm:pt modelId="{C1EFF4FC-5A89-4AB7-B71E-B35BABF53180}" type="pres">
      <dgm:prSet presAssocID="{67C5CA70-8F99-41AC-B2EE-695BF632CB9D}" presName="hierRoot1" presStyleCnt="0"/>
      <dgm:spPr/>
    </dgm:pt>
    <dgm:pt modelId="{698F854D-FC75-4760-B9B1-8DC122309E08}" type="pres">
      <dgm:prSet presAssocID="{67C5CA70-8F99-41AC-B2EE-695BF632CB9D}" presName="composite" presStyleCnt="0"/>
      <dgm:spPr/>
    </dgm:pt>
    <dgm:pt modelId="{C2BA8193-9587-4926-AD09-BEBBC7C971E1}" type="pres">
      <dgm:prSet presAssocID="{67C5CA70-8F99-41AC-B2EE-695BF632CB9D}" presName="background" presStyleLbl="node0" presStyleIdx="1" presStyleCnt="4"/>
      <dgm:spPr/>
    </dgm:pt>
    <dgm:pt modelId="{8EB66157-CB82-4956-8DF2-A340ECA05245}" type="pres">
      <dgm:prSet presAssocID="{67C5CA70-8F99-41AC-B2EE-695BF632CB9D}" presName="text" presStyleLbl="fgAcc0" presStyleIdx="1" presStyleCnt="4">
        <dgm:presLayoutVars>
          <dgm:chPref val="3"/>
        </dgm:presLayoutVars>
      </dgm:prSet>
      <dgm:spPr/>
    </dgm:pt>
    <dgm:pt modelId="{1E639C6C-8A8B-4593-B483-F5C779AD1FBC}" type="pres">
      <dgm:prSet presAssocID="{67C5CA70-8F99-41AC-B2EE-695BF632CB9D}" presName="hierChild2" presStyleCnt="0"/>
      <dgm:spPr/>
    </dgm:pt>
    <dgm:pt modelId="{C17FA875-9B73-489F-9857-C033132FBC03}" type="pres">
      <dgm:prSet presAssocID="{DE1680FB-3092-488D-915D-0250CFCC3D1B}" presName="hierRoot1" presStyleCnt="0"/>
      <dgm:spPr/>
    </dgm:pt>
    <dgm:pt modelId="{377B4D5F-3D02-4AF0-9C5E-41E3895D4738}" type="pres">
      <dgm:prSet presAssocID="{DE1680FB-3092-488D-915D-0250CFCC3D1B}" presName="composite" presStyleCnt="0"/>
      <dgm:spPr/>
    </dgm:pt>
    <dgm:pt modelId="{896FBD06-E678-409B-9261-16269E2369B6}" type="pres">
      <dgm:prSet presAssocID="{DE1680FB-3092-488D-915D-0250CFCC3D1B}" presName="background" presStyleLbl="node0" presStyleIdx="2" presStyleCnt="4"/>
      <dgm:spPr/>
    </dgm:pt>
    <dgm:pt modelId="{D44214D4-5384-4192-AA34-2CA0F901808F}" type="pres">
      <dgm:prSet presAssocID="{DE1680FB-3092-488D-915D-0250CFCC3D1B}" presName="text" presStyleLbl="fgAcc0" presStyleIdx="2" presStyleCnt="4">
        <dgm:presLayoutVars>
          <dgm:chPref val="3"/>
        </dgm:presLayoutVars>
      </dgm:prSet>
      <dgm:spPr/>
    </dgm:pt>
    <dgm:pt modelId="{F92375E8-62EF-4EBB-8670-B2421A175BFF}" type="pres">
      <dgm:prSet presAssocID="{DE1680FB-3092-488D-915D-0250CFCC3D1B}" presName="hierChild2" presStyleCnt="0"/>
      <dgm:spPr/>
    </dgm:pt>
    <dgm:pt modelId="{8EBEB495-B582-4A3B-9F41-F80D478A7191}" type="pres">
      <dgm:prSet presAssocID="{DC1515C7-078B-41EC-9C3B-A5B0B357DDFC}" presName="hierRoot1" presStyleCnt="0"/>
      <dgm:spPr/>
    </dgm:pt>
    <dgm:pt modelId="{83575FD7-3A0E-4D31-845F-A2859241A761}" type="pres">
      <dgm:prSet presAssocID="{DC1515C7-078B-41EC-9C3B-A5B0B357DDFC}" presName="composite" presStyleCnt="0"/>
      <dgm:spPr/>
    </dgm:pt>
    <dgm:pt modelId="{3F536B3B-730D-457A-9F80-58229E9E46BE}" type="pres">
      <dgm:prSet presAssocID="{DC1515C7-078B-41EC-9C3B-A5B0B357DDFC}" presName="background" presStyleLbl="node0" presStyleIdx="3" presStyleCnt="4"/>
      <dgm:spPr/>
    </dgm:pt>
    <dgm:pt modelId="{157711EC-7562-403F-A2AB-3FD7A3E78E7B}" type="pres">
      <dgm:prSet presAssocID="{DC1515C7-078B-41EC-9C3B-A5B0B357DDFC}" presName="text" presStyleLbl="fgAcc0" presStyleIdx="3" presStyleCnt="4">
        <dgm:presLayoutVars>
          <dgm:chPref val="3"/>
        </dgm:presLayoutVars>
      </dgm:prSet>
      <dgm:spPr/>
    </dgm:pt>
    <dgm:pt modelId="{25E13ABE-E875-423F-B568-B986F228CECF}" type="pres">
      <dgm:prSet presAssocID="{DC1515C7-078B-41EC-9C3B-A5B0B357DDFC}" presName="hierChild2" presStyleCnt="0"/>
      <dgm:spPr/>
    </dgm:pt>
  </dgm:ptLst>
  <dgm:cxnLst>
    <dgm:cxn modelId="{5A71A42B-E49C-4186-86BE-AE37A56F5B58}" type="presOf" srcId="{55330B55-62C4-45B0-87B9-14B3A5896DF8}" destId="{DD1BF74F-A0F0-4B65-B5F3-45B6BB92A3A9}" srcOrd="0" destOrd="0" presId="urn:microsoft.com/office/officeart/2005/8/layout/hierarchy1"/>
    <dgm:cxn modelId="{E53A2A46-A242-4077-8233-E0133C794064}" type="presOf" srcId="{DC1515C7-078B-41EC-9C3B-A5B0B357DDFC}" destId="{157711EC-7562-403F-A2AB-3FD7A3E78E7B}" srcOrd="0" destOrd="0" presId="urn:microsoft.com/office/officeart/2005/8/layout/hierarchy1"/>
    <dgm:cxn modelId="{8513C852-D59C-4AEA-83B1-18D06CBD2C8B}" srcId="{55330B55-62C4-45B0-87B9-14B3A5896DF8}" destId="{67C5CA70-8F99-41AC-B2EE-695BF632CB9D}" srcOrd="1" destOrd="0" parTransId="{0732F758-BA0D-4B14-8927-07228F7C2CD3}" sibTransId="{CC72301C-05AB-48E9-9BED-CC362FEA7958}"/>
    <dgm:cxn modelId="{398AFC81-8BD0-4F16-8EB3-48C2FB37A19D}" type="presOf" srcId="{8C09A1E3-3E97-4293-97FA-5FFA7D694900}" destId="{F4CC70A4-1ED7-4935-9A40-D6BB3CE7A0CB}" srcOrd="0" destOrd="0" presId="urn:microsoft.com/office/officeart/2005/8/layout/hierarchy1"/>
    <dgm:cxn modelId="{5C2A1C8F-6778-4A10-B674-094FB6655DB6}" type="presOf" srcId="{DE1680FB-3092-488D-915D-0250CFCC3D1B}" destId="{D44214D4-5384-4192-AA34-2CA0F901808F}" srcOrd="0" destOrd="0" presId="urn:microsoft.com/office/officeart/2005/8/layout/hierarchy1"/>
    <dgm:cxn modelId="{909BA991-6DD6-4E4A-95E1-5FB9315654D1}" type="presOf" srcId="{67C5CA70-8F99-41AC-B2EE-695BF632CB9D}" destId="{8EB66157-CB82-4956-8DF2-A340ECA05245}" srcOrd="0" destOrd="0" presId="urn:microsoft.com/office/officeart/2005/8/layout/hierarchy1"/>
    <dgm:cxn modelId="{A21C7CB1-634E-45AA-B28D-CAD2304BAEB8}" srcId="{55330B55-62C4-45B0-87B9-14B3A5896DF8}" destId="{DE1680FB-3092-488D-915D-0250CFCC3D1B}" srcOrd="2" destOrd="0" parTransId="{7C668783-7E09-430A-A3B8-954262A15752}" sibTransId="{4E321007-0BE3-4201-B59D-9419586C13D5}"/>
    <dgm:cxn modelId="{C7A734CA-7E31-46BA-B2DF-1DDF13CADDD2}" srcId="{55330B55-62C4-45B0-87B9-14B3A5896DF8}" destId="{8C09A1E3-3E97-4293-97FA-5FFA7D694900}" srcOrd="0" destOrd="0" parTransId="{375EBBB7-8FA5-4E10-9205-C5F5F9B75014}" sibTransId="{1D9E3F5C-CF53-4EBF-91FB-ABBBA159DB52}"/>
    <dgm:cxn modelId="{499B9EF4-8C7B-44FD-ACF3-684A45EAF730}" srcId="{55330B55-62C4-45B0-87B9-14B3A5896DF8}" destId="{DC1515C7-078B-41EC-9C3B-A5B0B357DDFC}" srcOrd="3" destOrd="0" parTransId="{49FBF220-2067-4489-84D7-D6217FF38699}" sibTransId="{BEEE0864-8F90-4103-9018-DFF13A4C5AF9}"/>
    <dgm:cxn modelId="{0D36AA19-8055-48C6-B038-A8BDD41E7478}" type="presParOf" srcId="{DD1BF74F-A0F0-4B65-B5F3-45B6BB92A3A9}" destId="{0802B1D7-E23E-4F40-AA77-D13E2156DDB2}" srcOrd="0" destOrd="0" presId="urn:microsoft.com/office/officeart/2005/8/layout/hierarchy1"/>
    <dgm:cxn modelId="{6C0E8EF3-5A37-47B4-BE77-14EF34BA2351}" type="presParOf" srcId="{0802B1D7-E23E-4F40-AA77-D13E2156DDB2}" destId="{D99015FB-DE44-4940-8FDA-29FCDE0A3E58}" srcOrd="0" destOrd="0" presId="urn:microsoft.com/office/officeart/2005/8/layout/hierarchy1"/>
    <dgm:cxn modelId="{10B44AD8-565E-48FB-84DB-3DF1BBCAACF8}" type="presParOf" srcId="{D99015FB-DE44-4940-8FDA-29FCDE0A3E58}" destId="{6A1E8A9A-E7C1-4231-B9D7-484B6FA8D94E}" srcOrd="0" destOrd="0" presId="urn:microsoft.com/office/officeart/2005/8/layout/hierarchy1"/>
    <dgm:cxn modelId="{9331BEFD-5262-4084-A4F0-DBF0C408AADA}" type="presParOf" srcId="{D99015FB-DE44-4940-8FDA-29FCDE0A3E58}" destId="{F4CC70A4-1ED7-4935-9A40-D6BB3CE7A0CB}" srcOrd="1" destOrd="0" presId="urn:microsoft.com/office/officeart/2005/8/layout/hierarchy1"/>
    <dgm:cxn modelId="{AA6BDA32-BE8E-4951-B17D-CA791FF76D9D}" type="presParOf" srcId="{0802B1D7-E23E-4F40-AA77-D13E2156DDB2}" destId="{4640A4FD-8E38-4B7B-8C49-B38D0A8C10FE}" srcOrd="1" destOrd="0" presId="urn:microsoft.com/office/officeart/2005/8/layout/hierarchy1"/>
    <dgm:cxn modelId="{A119FF58-8788-4D97-A2BA-25CA702E3AE0}" type="presParOf" srcId="{DD1BF74F-A0F0-4B65-B5F3-45B6BB92A3A9}" destId="{C1EFF4FC-5A89-4AB7-B71E-B35BABF53180}" srcOrd="1" destOrd="0" presId="urn:microsoft.com/office/officeart/2005/8/layout/hierarchy1"/>
    <dgm:cxn modelId="{369580BC-6AB3-47E5-B33B-CC0EF3E718EF}" type="presParOf" srcId="{C1EFF4FC-5A89-4AB7-B71E-B35BABF53180}" destId="{698F854D-FC75-4760-B9B1-8DC122309E08}" srcOrd="0" destOrd="0" presId="urn:microsoft.com/office/officeart/2005/8/layout/hierarchy1"/>
    <dgm:cxn modelId="{FFF479FD-12C6-4643-9066-47A9239FA370}" type="presParOf" srcId="{698F854D-FC75-4760-B9B1-8DC122309E08}" destId="{C2BA8193-9587-4926-AD09-BEBBC7C971E1}" srcOrd="0" destOrd="0" presId="urn:microsoft.com/office/officeart/2005/8/layout/hierarchy1"/>
    <dgm:cxn modelId="{BA5EAA53-30D2-4071-BF53-D4875E8D7EC3}" type="presParOf" srcId="{698F854D-FC75-4760-B9B1-8DC122309E08}" destId="{8EB66157-CB82-4956-8DF2-A340ECA05245}" srcOrd="1" destOrd="0" presId="urn:microsoft.com/office/officeart/2005/8/layout/hierarchy1"/>
    <dgm:cxn modelId="{E6BAF77C-5E2B-4103-8F14-A5F90823FCBF}" type="presParOf" srcId="{C1EFF4FC-5A89-4AB7-B71E-B35BABF53180}" destId="{1E639C6C-8A8B-4593-B483-F5C779AD1FBC}" srcOrd="1" destOrd="0" presId="urn:microsoft.com/office/officeart/2005/8/layout/hierarchy1"/>
    <dgm:cxn modelId="{F8A35DBE-45A6-43A2-8CB7-C9728BB4CFA5}" type="presParOf" srcId="{DD1BF74F-A0F0-4B65-B5F3-45B6BB92A3A9}" destId="{C17FA875-9B73-489F-9857-C033132FBC03}" srcOrd="2" destOrd="0" presId="urn:microsoft.com/office/officeart/2005/8/layout/hierarchy1"/>
    <dgm:cxn modelId="{94433EA6-B9A9-4E8E-88BF-BDE7494A48FC}" type="presParOf" srcId="{C17FA875-9B73-489F-9857-C033132FBC03}" destId="{377B4D5F-3D02-4AF0-9C5E-41E3895D4738}" srcOrd="0" destOrd="0" presId="urn:microsoft.com/office/officeart/2005/8/layout/hierarchy1"/>
    <dgm:cxn modelId="{59D8C491-D099-4103-83E3-8C41301FC648}" type="presParOf" srcId="{377B4D5F-3D02-4AF0-9C5E-41E3895D4738}" destId="{896FBD06-E678-409B-9261-16269E2369B6}" srcOrd="0" destOrd="0" presId="urn:microsoft.com/office/officeart/2005/8/layout/hierarchy1"/>
    <dgm:cxn modelId="{69BE687F-9DE5-4F5C-8D0B-D03831AAC43E}" type="presParOf" srcId="{377B4D5F-3D02-4AF0-9C5E-41E3895D4738}" destId="{D44214D4-5384-4192-AA34-2CA0F901808F}" srcOrd="1" destOrd="0" presId="urn:microsoft.com/office/officeart/2005/8/layout/hierarchy1"/>
    <dgm:cxn modelId="{1A8FEF8F-DC69-45AA-8C97-703192FD93A2}" type="presParOf" srcId="{C17FA875-9B73-489F-9857-C033132FBC03}" destId="{F92375E8-62EF-4EBB-8670-B2421A175BFF}" srcOrd="1" destOrd="0" presId="urn:microsoft.com/office/officeart/2005/8/layout/hierarchy1"/>
    <dgm:cxn modelId="{313A0B6D-51B2-4EC4-9583-404687F20B55}" type="presParOf" srcId="{DD1BF74F-A0F0-4B65-B5F3-45B6BB92A3A9}" destId="{8EBEB495-B582-4A3B-9F41-F80D478A7191}" srcOrd="3" destOrd="0" presId="urn:microsoft.com/office/officeart/2005/8/layout/hierarchy1"/>
    <dgm:cxn modelId="{A07A1F27-7EBC-44AC-B171-40D5F16D5032}" type="presParOf" srcId="{8EBEB495-B582-4A3B-9F41-F80D478A7191}" destId="{83575FD7-3A0E-4D31-845F-A2859241A761}" srcOrd="0" destOrd="0" presId="urn:microsoft.com/office/officeart/2005/8/layout/hierarchy1"/>
    <dgm:cxn modelId="{49169173-EDA4-4CF9-9351-7FA3E90F228F}" type="presParOf" srcId="{83575FD7-3A0E-4D31-845F-A2859241A761}" destId="{3F536B3B-730D-457A-9F80-58229E9E46BE}" srcOrd="0" destOrd="0" presId="urn:microsoft.com/office/officeart/2005/8/layout/hierarchy1"/>
    <dgm:cxn modelId="{BCD13D22-D891-4D31-9B31-A4884B7D7107}" type="presParOf" srcId="{83575FD7-3A0E-4D31-845F-A2859241A761}" destId="{157711EC-7562-403F-A2AB-3FD7A3E78E7B}" srcOrd="1" destOrd="0" presId="urn:microsoft.com/office/officeart/2005/8/layout/hierarchy1"/>
    <dgm:cxn modelId="{F5CDAF22-F129-4E60-8455-D529C9D9E2F3}" type="presParOf" srcId="{8EBEB495-B582-4A3B-9F41-F80D478A7191}" destId="{25E13ABE-E875-423F-B568-B986F228CE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CBC93A-AE0E-4CED-8508-1F4537A9A60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14EB187-0BD0-44F8-B8E9-D0CDD09A2DD5}">
      <dgm:prSet/>
      <dgm:spPr/>
      <dgm:t>
        <a:bodyPr/>
        <a:lstStyle/>
        <a:p>
          <a:r>
            <a:rPr lang="en-DE"/>
            <a:t>Projektterv készítése</a:t>
          </a:r>
          <a:endParaRPr lang="en-US"/>
        </a:p>
      </dgm:t>
    </dgm:pt>
    <dgm:pt modelId="{0A30957E-72F2-4AAA-B1B2-58AFE3BDC43D}" type="parTrans" cxnId="{EB7613FC-6AD1-4BD3-AC08-978D4A172E85}">
      <dgm:prSet/>
      <dgm:spPr/>
      <dgm:t>
        <a:bodyPr/>
        <a:lstStyle/>
        <a:p>
          <a:endParaRPr lang="en-US"/>
        </a:p>
      </dgm:t>
    </dgm:pt>
    <dgm:pt modelId="{7B032E87-371D-447F-9550-654E2FF8A96D}" type="sibTrans" cxnId="{EB7613FC-6AD1-4BD3-AC08-978D4A172E85}">
      <dgm:prSet/>
      <dgm:spPr/>
      <dgm:t>
        <a:bodyPr/>
        <a:lstStyle/>
        <a:p>
          <a:endParaRPr lang="en-US"/>
        </a:p>
      </dgm:t>
    </dgm:pt>
    <dgm:pt modelId="{FC31B0FE-0F8B-4F7C-B149-0D5BAACA752B}">
      <dgm:prSet/>
      <dgm:spPr/>
      <dgm:t>
        <a:bodyPr/>
        <a:lstStyle/>
        <a:p>
          <a:r>
            <a:rPr lang="en-DE"/>
            <a:t>Követelmények rögzítése</a:t>
          </a:r>
          <a:endParaRPr lang="en-US"/>
        </a:p>
      </dgm:t>
    </dgm:pt>
    <dgm:pt modelId="{5EA7B1FE-1AAE-43AC-91AC-DA75B3114232}" type="parTrans" cxnId="{7CE7C602-00B4-4855-923F-E68DF6E64934}">
      <dgm:prSet/>
      <dgm:spPr/>
      <dgm:t>
        <a:bodyPr/>
        <a:lstStyle/>
        <a:p>
          <a:endParaRPr lang="en-US"/>
        </a:p>
      </dgm:t>
    </dgm:pt>
    <dgm:pt modelId="{D8E31BAA-05AB-466B-B3AD-E1709EECB5A9}" type="sibTrans" cxnId="{7CE7C602-00B4-4855-923F-E68DF6E64934}">
      <dgm:prSet/>
      <dgm:spPr/>
      <dgm:t>
        <a:bodyPr/>
        <a:lstStyle/>
        <a:p>
          <a:endParaRPr lang="en-US"/>
        </a:p>
      </dgm:t>
    </dgm:pt>
    <dgm:pt modelId="{14F6FD49-FD90-4CF0-81C0-FA7D699F4AA1}">
      <dgm:prSet/>
      <dgm:spPr/>
      <dgm:t>
        <a:bodyPr/>
        <a:lstStyle/>
        <a:p>
          <a:r>
            <a:rPr lang="en-DE"/>
            <a:t>Ütemezés meghatározása</a:t>
          </a:r>
          <a:endParaRPr lang="en-US"/>
        </a:p>
      </dgm:t>
    </dgm:pt>
    <dgm:pt modelId="{330B736E-FA4B-4280-8030-D72211414B2C}" type="parTrans" cxnId="{B0C0D6EC-D487-4084-837E-8F8E0C8A18BE}">
      <dgm:prSet/>
      <dgm:spPr/>
      <dgm:t>
        <a:bodyPr/>
        <a:lstStyle/>
        <a:p>
          <a:endParaRPr lang="en-US"/>
        </a:p>
      </dgm:t>
    </dgm:pt>
    <dgm:pt modelId="{A2DE51DA-6D23-49A4-9166-87E2FEB35219}" type="sibTrans" cxnId="{B0C0D6EC-D487-4084-837E-8F8E0C8A18BE}">
      <dgm:prSet/>
      <dgm:spPr/>
      <dgm:t>
        <a:bodyPr/>
        <a:lstStyle/>
        <a:p>
          <a:endParaRPr lang="en-US"/>
        </a:p>
      </dgm:t>
    </dgm:pt>
    <dgm:pt modelId="{FDD5864E-C0F4-46E7-9CA1-4CD4AFC47130}">
      <dgm:prSet/>
      <dgm:spPr/>
      <dgm:t>
        <a:bodyPr/>
        <a:lstStyle/>
        <a:p>
          <a:r>
            <a:rPr lang="en-DE"/>
            <a:t>Felelősségek dokumentálása</a:t>
          </a:r>
          <a:endParaRPr lang="en-US"/>
        </a:p>
      </dgm:t>
    </dgm:pt>
    <dgm:pt modelId="{DD656DA2-1C9D-40ED-8795-E47A7EACF252}" type="parTrans" cxnId="{D691CE1C-5142-49B4-9CBF-E6C4FF211062}">
      <dgm:prSet/>
      <dgm:spPr/>
      <dgm:t>
        <a:bodyPr/>
        <a:lstStyle/>
        <a:p>
          <a:endParaRPr lang="en-US"/>
        </a:p>
      </dgm:t>
    </dgm:pt>
    <dgm:pt modelId="{B0711AB2-3A20-4424-AB47-F74213EAF335}" type="sibTrans" cxnId="{D691CE1C-5142-49B4-9CBF-E6C4FF211062}">
      <dgm:prSet/>
      <dgm:spPr/>
      <dgm:t>
        <a:bodyPr/>
        <a:lstStyle/>
        <a:p>
          <a:endParaRPr lang="en-US"/>
        </a:p>
      </dgm:t>
    </dgm:pt>
    <dgm:pt modelId="{52069EE9-534B-4FA1-8525-E3B02771338A}" type="pres">
      <dgm:prSet presAssocID="{F3CBC93A-AE0E-4CED-8508-1F4537A9A6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C769C2A-0E9C-4B6E-872F-41E76BC77BE1}" type="pres">
      <dgm:prSet presAssocID="{B14EB187-0BD0-44F8-B8E9-D0CDD09A2DD5}" presName="hierRoot1" presStyleCnt="0"/>
      <dgm:spPr/>
    </dgm:pt>
    <dgm:pt modelId="{E3CF70C4-24A1-4DDF-A712-E1221861C0B2}" type="pres">
      <dgm:prSet presAssocID="{B14EB187-0BD0-44F8-B8E9-D0CDD09A2DD5}" presName="composite" presStyleCnt="0"/>
      <dgm:spPr/>
    </dgm:pt>
    <dgm:pt modelId="{017B0BAC-96C2-43D4-8D57-97892DC56231}" type="pres">
      <dgm:prSet presAssocID="{B14EB187-0BD0-44F8-B8E9-D0CDD09A2DD5}" presName="background" presStyleLbl="node0" presStyleIdx="0" presStyleCnt="4"/>
      <dgm:spPr/>
    </dgm:pt>
    <dgm:pt modelId="{5FFB93D4-4DAE-4129-B082-09E60A391B13}" type="pres">
      <dgm:prSet presAssocID="{B14EB187-0BD0-44F8-B8E9-D0CDD09A2DD5}" presName="text" presStyleLbl="fgAcc0" presStyleIdx="0" presStyleCnt="4">
        <dgm:presLayoutVars>
          <dgm:chPref val="3"/>
        </dgm:presLayoutVars>
      </dgm:prSet>
      <dgm:spPr/>
    </dgm:pt>
    <dgm:pt modelId="{60860680-E092-44FF-87AF-795463B4AA04}" type="pres">
      <dgm:prSet presAssocID="{B14EB187-0BD0-44F8-B8E9-D0CDD09A2DD5}" presName="hierChild2" presStyleCnt="0"/>
      <dgm:spPr/>
    </dgm:pt>
    <dgm:pt modelId="{669741A5-5DF0-4217-8CB3-680A15CE6E7F}" type="pres">
      <dgm:prSet presAssocID="{FC31B0FE-0F8B-4F7C-B149-0D5BAACA752B}" presName="hierRoot1" presStyleCnt="0"/>
      <dgm:spPr/>
    </dgm:pt>
    <dgm:pt modelId="{390F3C69-E3AB-4B77-8B3D-071377661FD0}" type="pres">
      <dgm:prSet presAssocID="{FC31B0FE-0F8B-4F7C-B149-0D5BAACA752B}" presName="composite" presStyleCnt="0"/>
      <dgm:spPr/>
    </dgm:pt>
    <dgm:pt modelId="{9119E99A-3FC5-4242-9B4C-354FC9688666}" type="pres">
      <dgm:prSet presAssocID="{FC31B0FE-0F8B-4F7C-B149-0D5BAACA752B}" presName="background" presStyleLbl="node0" presStyleIdx="1" presStyleCnt="4"/>
      <dgm:spPr/>
    </dgm:pt>
    <dgm:pt modelId="{6B7B9360-8422-4CF0-A63D-C1F2CC66A610}" type="pres">
      <dgm:prSet presAssocID="{FC31B0FE-0F8B-4F7C-B149-0D5BAACA752B}" presName="text" presStyleLbl="fgAcc0" presStyleIdx="1" presStyleCnt="4">
        <dgm:presLayoutVars>
          <dgm:chPref val="3"/>
        </dgm:presLayoutVars>
      </dgm:prSet>
      <dgm:spPr/>
    </dgm:pt>
    <dgm:pt modelId="{85502304-0202-43B3-980C-72ED0CEEFC2D}" type="pres">
      <dgm:prSet presAssocID="{FC31B0FE-0F8B-4F7C-B149-0D5BAACA752B}" presName="hierChild2" presStyleCnt="0"/>
      <dgm:spPr/>
    </dgm:pt>
    <dgm:pt modelId="{F58BF7E8-EDE7-4595-BE23-EFD0F7161B3B}" type="pres">
      <dgm:prSet presAssocID="{14F6FD49-FD90-4CF0-81C0-FA7D699F4AA1}" presName="hierRoot1" presStyleCnt="0"/>
      <dgm:spPr/>
    </dgm:pt>
    <dgm:pt modelId="{27ED9212-925A-4891-92C7-B534C6B05556}" type="pres">
      <dgm:prSet presAssocID="{14F6FD49-FD90-4CF0-81C0-FA7D699F4AA1}" presName="composite" presStyleCnt="0"/>
      <dgm:spPr/>
    </dgm:pt>
    <dgm:pt modelId="{05036421-1435-41E5-A965-1B8DEDD59E16}" type="pres">
      <dgm:prSet presAssocID="{14F6FD49-FD90-4CF0-81C0-FA7D699F4AA1}" presName="background" presStyleLbl="node0" presStyleIdx="2" presStyleCnt="4"/>
      <dgm:spPr/>
    </dgm:pt>
    <dgm:pt modelId="{E6D7DA15-2888-4F08-A5D8-2020D9B97E78}" type="pres">
      <dgm:prSet presAssocID="{14F6FD49-FD90-4CF0-81C0-FA7D699F4AA1}" presName="text" presStyleLbl="fgAcc0" presStyleIdx="2" presStyleCnt="4">
        <dgm:presLayoutVars>
          <dgm:chPref val="3"/>
        </dgm:presLayoutVars>
      </dgm:prSet>
      <dgm:spPr/>
    </dgm:pt>
    <dgm:pt modelId="{2134EBE8-E8CC-42F4-914F-FA0E4C3CD704}" type="pres">
      <dgm:prSet presAssocID="{14F6FD49-FD90-4CF0-81C0-FA7D699F4AA1}" presName="hierChild2" presStyleCnt="0"/>
      <dgm:spPr/>
    </dgm:pt>
    <dgm:pt modelId="{76487D9E-F889-4D07-A6C3-828ECBFB3536}" type="pres">
      <dgm:prSet presAssocID="{FDD5864E-C0F4-46E7-9CA1-4CD4AFC47130}" presName="hierRoot1" presStyleCnt="0"/>
      <dgm:spPr/>
    </dgm:pt>
    <dgm:pt modelId="{1CFB4C59-B9E7-48F9-9749-1B21C6123366}" type="pres">
      <dgm:prSet presAssocID="{FDD5864E-C0F4-46E7-9CA1-4CD4AFC47130}" presName="composite" presStyleCnt="0"/>
      <dgm:spPr/>
    </dgm:pt>
    <dgm:pt modelId="{40459D8A-B272-4F73-93A1-E76A2A6A448E}" type="pres">
      <dgm:prSet presAssocID="{FDD5864E-C0F4-46E7-9CA1-4CD4AFC47130}" presName="background" presStyleLbl="node0" presStyleIdx="3" presStyleCnt="4"/>
      <dgm:spPr/>
    </dgm:pt>
    <dgm:pt modelId="{F5BFB4FC-1342-49BC-9675-0B1D38F1846B}" type="pres">
      <dgm:prSet presAssocID="{FDD5864E-C0F4-46E7-9CA1-4CD4AFC47130}" presName="text" presStyleLbl="fgAcc0" presStyleIdx="3" presStyleCnt="4">
        <dgm:presLayoutVars>
          <dgm:chPref val="3"/>
        </dgm:presLayoutVars>
      </dgm:prSet>
      <dgm:spPr/>
    </dgm:pt>
    <dgm:pt modelId="{1C588EC7-63AF-482C-90D5-15582AF8863D}" type="pres">
      <dgm:prSet presAssocID="{FDD5864E-C0F4-46E7-9CA1-4CD4AFC47130}" presName="hierChild2" presStyleCnt="0"/>
      <dgm:spPr/>
    </dgm:pt>
  </dgm:ptLst>
  <dgm:cxnLst>
    <dgm:cxn modelId="{7CE7C602-00B4-4855-923F-E68DF6E64934}" srcId="{F3CBC93A-AE0E-4CED-8508-1F4537A9A60C}" destId="{FC31B0FE-0F8B-4F7C-B149-0D5BAACA752B}" srcOrd="1" destOrd="0" parTransId="{5EA7B1FE-1AAE-43AC-91AC-DA75B3114232}" sibTransId="{D8E31BAA-05AB-466B-B3AD-E1709EECB5A9}"/>
    <dgm:cxn modelId="{D691CE1C-5142-49B4-9CBF-E6C4FF211062}" srcId="{F3CBC93A-AE0E-4CED-8508-1F4537A9A60C}" destId="{FDD5864E-C0F4-46E7-9CA1-4CD4AFC47130}" srcOrd="3" destOrd="0" parTransId="{DD656DA2-1C9D-40ED-8795-E47A7EACF252}" sibTransId="{B0711AB2-3A20-4424-AB47-F74213EAF335}"/>
    <dgm:cxn modelId="{0B9D3726-94D4-4BBA-8DE6-594A92822E20}" type="presOf" srcId="{FC31B0FE-0F8B-4F7C-B149-0D5BAACA752B}" destId="{6B7B9360-8422-4CF0-A63D-C1F2CC66A610}" srcOrd="0" destOrd="0" presId="urn:microsoft.com/office/officeart/2005/8/layout/hierarchy1"/>
    <dgm:cxn modelId="{2C46BD5D-926B-47D5-8C4B-8C5A597DA97D}" type="presOf" srcId="{14F6FD49-FD90-4CF0-81C0-FA7D699F4AA1}" destId="{E6D7DA15-2888-4F08-A5D8-2020D9B97E78}" srcOrd="0" destOrd="0" presId="urn:microsoft.com/office/officeart/2005/8/layout/hierarchy1"/>
    <dgm:cxn modelId="{B9198D4D-ECDE-4C02-B3AF-DEED028BBC57}" type="presOf" srcId="{F3CBC93A-AE0E-4CED-8508-1F4537A9A60C}" destId="{52069EE9-534B-4FA1-8525-E3B02771338A}" srcOrd="0" destOrd="0" presId="urn:microsoft.com/office/officeart/2005/8/layout/hierarchy1"/>
    <dgm:cxn modelId="{A3B496A6-6ADA-4A22-B4F4-18494DCA28ED}" type="presOf" srcId="{FDD5864E-C0F4-46E7-9CA1-4CD4AFC47130}" destId="{F5BFB4FC-1342-49BC-9675-0B1D38F1846B}" srcOrd="0" destOrd="0" presId="urn:microsoft.com/office/officeart/2005/8/layout/hierarchy1"/>
    <dgm:cxn modelId="{B57CCECD-5094-4C1F-B6A1-355BE06A5E91}" type="presOf" srcId="{B14EB187-0BD0-44F8-B8E9-D0CDD09A2DD5}" destId="{5FFB93D4-4DAE-4129-B082-09E60A391B13}" srcOrd="0" destOrd="0" presId="urn:microsoft.com/office/officeart/2005/8/layout/hierarchy1"/>
    <dgm:cxn modelId="{B0C0D6EC-D487-4084-837E-8F8E0C8A18BE}" srcId="{F3CBC93A-AE0E-4CED-8508-1F4537A9A60C}" destId="{14F6FD49-FD90-4CF0-81C0-FA7D699F4AA1}" srcOrd="2" destOrd="0" parTransId="{330B736E-FA4B-4280-8030-D72211414B2C}" sibTransId="{A2DE51DA-6D23-49A4-9166-87E2FEB35219}"/>
    <dgm:cxn modelId="{EB7613FC-6AD1-4BD3-AC08-978D4A172E85}" srcId="{F3CBC93A-AE0E-4CED-8508-1F4537A9A60C}" destId="{B14EB187-0BD0-44F8-B8E9-D0CDD09A2DD5}" srcOrd="0" destOrd="0" parTransId="{0A30957E-72F2-4AAA-B1B2-58AFE3BDC43D}" sibTransId="{7B032E87-371D-447F-9550-654E2FF8A96D}"/>
    <dgm:cxn modelId="{0A833A53-EE74-44F2-8C74-31305926EA5F}" type="presParOf" srcId="{52069EE9-534B-4FA1-8525-E3B02771338A}" destId="{0C769C2A-0E9C-4B6E-872F-41E76BC77BE1}" srcOrd="0" destOrd="0" presId="urn:microsoft.com/office/officeart/2005/8/layout/hierarchy1"/>
    <dgm:cxn modelId="{74933657-C984-4457-B328-21E845F0AC3B}" type="presParOf" srcId="{0C769C2A-0E9C-4B6E-872F-41E76BC77BE1}" destId="{E3CF70C4-24A1-4DDF-A712-E1221861C0B2}" srcOrd="0" destOrd="0" presId="urn:microsoft.com/office/officeart/2005/8/layout/hierarchy1"/>
    <dgm:cxn modelId="{A8B77CD4-1AFF-4162-B0D5-18CC1DD3C44D}" type="presParOf" srcId="{E3CF70C4-24A1-4DDF-A712-E1221861C0B2}" destId="{017B0BAC-96C2-43D4-8D57-97892DC56231}" srcOrd="0" destOrd="0" presId="urn:microsoft.com/office/officeart/2005/8/layout/hierarchy1"/>
    <dgm:cxn modelId="{5B16A200-946A-4C7F-95AC-94CEBF1450C0}" type="presParOf" srcId="{E3CF70C4-24A1-4DDF-A712-E1221861C0B2}" destId="{5FFB93D4-4DAE-4129-B082-09E60A391B13}" srcOrd="1" destOrd="0" presId="urn:microsoft.com/office/officeart/2005/8/layout/hierarchy1"/>
    <dgm:cxn modelId="{E3D03AD2-95C5-46B9-B18B-65D9AF453071}" type="presParOf" srcId="{0C769C2A-0E9C-4B6E-872F-41E76BC77BE1}" destId="{60860680-E092-44FF-87AF-795463B4AA04}" srcOrd="1" destOrd="0" presId="urn:microsoft.com/office/officeart/2005/8/layout/hierarchy1"/>
    <dgm:cxn modelId="{4E827158-E71A-4A95-AE76-457AA563DC8B}" type="presParOf" srcId="{52069EE9-534B-4FA1-8525-E3B02771338A}" destId="{669741A5-5DF0-4217-8CB3-680A15CE6E7F}" srcOrd="1" destOrd="0" presId="urn:microsoft.com/office/officeart/2005/8/layout/hierarchy1"/>
    <dgm:cxn modelId="{57E22524-9F78-4261-8894-36EAADB5BDD7}" type="presParOf" srcId="{669741A5-5DF0-4217-8CB3-680A15CE6E7F}" destId="{390F3C69-E3AB-4B77-8B3D-071377661FD0}" srcOrd="0" destOrd="0" presId="urn:microsoft.com/office/officeart/2005/8/layout/hierarchy1"/>
    <dgm:cxn modelId="{D15F434B-3C22-453B-86DC-A605604E2861}" type="presParOf" srcId="{390F3C69-E3AB-4B77-8B3D-071377661FD0}" destId="{9119E99A-3FC5-4242-9B4C-354FC9688666}" srcOrd="0" destOrd="0" presId="urn:microsoft.com/office/officeart/2005/8/layout/hierarchy1"/>
    <dgm:cxn modelId="{513DFA78-3B5D-407B-B6CE-FD6066014146}" type="presParOf" srcId="{390F3C69-E3AB-4B77-8B3D-071377661FD0}" destId="{6B7B9360-8422-4CF0-A63D-C1F2CC66A610}" srcOrd="1" destOrd="0" presId="urn:microsoft.com/office/officeart/2005/8/layout/hierarchy1"/>
    <dgm:cxn modelId="{F7328C2E-2461-4E7A-965D-6E375F05D69E}" type="presParOf" srcId="{669741A5-5DF0-4217-8CB3-680A15CE6E7F}" destId="{85502304-0202-43B3-980C-72ED0CEEFC2D}" srcOrd="1" destOrd="0" presId="urn:microsoft.com/office/officeart/2005/8/layout/hierarchy1"/>
    <dgm:cxn modelId="{4FF38E16-77E4-484B-BBEF-8DEDFAB16311}" type="presParOf" srcId="{52069EE9-534B-4FA1-8525-E3B02771338A}" destId="{F58BF7E8-EDE7-4595-BE23-EFD0F7161B3B}" srcOrd="2" destOrd="0" presId="urn:microsoft.com/office/officeart/2005/8/layout/hierarchy1"/>
    <dgm:cxn modelId="{E2B06F8E-F1C4-47CD-B3BB-2884C1192180}" type="presParOf" srcId="{F58BF7E8-EDE7-4595-BE23-EFD0F7161B3B}" destId="{27ED9212-925A-4891-92C7-B534C6B05556}" srcOrd="0" destOrd="0" presId="urn:microsoft.com/office/officeart/2005/8/layout/hierarchy1"/>
    <dgm:cxn modelId="{1F88FADF-5499-4B9B-94FB-7CA4B7F3AE04}" type="presParOf" srcId="{27ED9212-925A-4891-92C7-B534C6B05556}" destId="{05036421-1435-41E5-A965-1B8DEDD59E16}" srcOrd="0" destOrd="0" presId="urn:microsoft.com/office/officeart/2005/8/layout/hierarchy1"/>
    <dgm:cxn modelId="{090DAF3C-8251-473A-BBAD-1D64F427AD7D}" type="presParOf" srcId="{27ED9212-925A-4891-92C7-B534C6B05556}" destId="{E6D7DA15-2888-4F08-A5D8-2020D9B97E78}" srcOrd="1" destOrd="0" presId="urn:microsoft.com/office/officeart/2005/8/layout/hierarchy1"/>
    <dgm:cxn modelId="{6C8FADC5-64FF-4120-AE03-519803B814B1}" type="presParOf" srcId="{F58BF7E8-EDE7-4595-BE23-EFD0F7161B3B}" destId="{2134EBE8-E8CC-42F4-914F-FA0E4C3CD704}" srcOrd="1" destOrd="0" presId="urn:microsoft.com/office/officeart/2005/8/layout/hierarchy1"/>
    <dgm:cxn modelId="{11F6EEDB-210D-479D-B4EC-11CC93A2476F}" type="presParOf" srcId="{52069EE9-534B-4FA1-8525-E3B02771338A}" destId="{76487D9E-F889-4D07-A6C3-828ECBFB3536}" srcOrd="3" destOrd="0" presId="urn:microsoft.com/office/officeart/2005/8/layout/hierarchy1"/>
    <dgm:cxn modelId="{A2523F97-AE15-42E3-8727-CFA7728DFFE8}" type="presParOf" srcId="{76487D9E-F889-4D07-A6C3-828ECBFB3536}" destId="{1CFB4C59-B9E7-48F9-9749-1B21C6123366}" srcOrd="0" destOrd="0" presId="urn:microsoft.com/office/officeart/2005/8/layout/hierarchy1"/>
    <dgm:cxn modelId="{2528C9E3-8324-4351-B3A8-8A9ABF171C60}" type="presParOf" srcId="{1CFB4C59-B9E7-48F9-9749-1B21C6123366}" destId="{40459D8A-B272-4F73-93A1-E76A2A6A448E}" srcOrd="0" destOrd="0" presId="urn:microsoft.com/office/officeart/2005/8/layout/hierarchy1"/>
    <dgm:cxn modelId="{AAFA5D76-C8E7-4604-BE0C-E7F29769450C}" type="presParOf" srcId="{1CFB4C59-B9E7-48F9-9749-1B21C6123366}" destId="{F5BFB4FC-1342-49BC-9675-0B1D38F1846B}" srcOrd="1" destOrd="0" presId="urn:microsoft.com/office/officeart/2005/8/layout/hierarchy1"/>
    <dgm:cxn modelId="{63EA2F5B-AC53-44BD-A51E-53995CFF91C9}" type="presParOf" srcId="{76487D9E-F889-4D07-A6C3-828ECBFB3536}" destId="{1C588EC7-63AF-482C-90D5-15582AF8863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FD4EA-614B-4447-91D0-3A9D12B514C0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9A9B0-BEF7-4801-ABF3-23522B873510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Projekt elindítása</a:t>
          </a:r>
          <a:endParaRPr lang="en-US" sz="1800" kern="1200"/>
        </a:p>
      </dsp:txBody>
      <dsp:txXfrm>
        <a:off x="299702" y="1282093"/>
        <a:ext cx="2200851" cy="1366505"/>
      </dsp:txXfrm>
    </dsp:sp>
    <dsp:sp modelId="{B174DE97-9E0C-46A4-A8EA-DEC5F8E1A3E9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48A5A-CC40-463A-9677-8CF319BCDBE4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Probléma/igény felismerése</a:t>
          </a:r>
          <a:endParaRPr lang="en-US" sz="1800" kern="1200"/>
        </a:p>
      </dsp:txBody>
      <dsp:txXfrm>
        <a:off x="3093555" y="1282093"/>
        <a:ext cx="2200851" cy="1366505"/>
      </dsp:txXfrm>
    </dsp:sp>
    <dsp:sp modelId="{7983F4FF-2413-4B23-9B70-ECA8258B0741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3275-6961-4CBE-985B-66AA88579F6D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Célok megfogalmazásának kezdete</a:t>
          </a:r>
          <a:endParaRPr lang="en-US" sz="1800" kern="1200"/>
        </a:p>
      </dsp:txBody>
      <dsp:txXfrm>
        <a:off x="5887408" y="1282093"/>
        <a:ext cx="2200851" cy="1366505"/>
      </dsp:txXfrm>
    </dsp:sp>
    <dsp:sp modelId="{CDB0D95B-84BB-4B07-B32D-EB77589AF5B9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08BDC-0A49-4F58-A1B5-F0A17221476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800" kern="1200"/>
            <a:t>A projekt szükségességének vizsgálata</a:t>
          </a:r>
          <a:endParaRPr lang="en-US" sz="18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B0469B-60AB-402C-8BD0-11ED207FED86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97E7F-64DD-4A77-B41E-C7C72839E642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Világos, konkrét célok</a:t>
          </a:r>
          <a:endParaRPr lang="en-US" sz="2300" kern="1200"/>
        </a:p>
      </dsp:txBody>
      <dsp:txXfrm>
        <a:off x="299702" y="1282093"/>
        <a:ext cx="2200851" cy="1366505"/>
      </dsp:txXfrm>
    </dsp:sp>
    <dsp:sp modelId="{86FF7450-AF9D-4D5C-B402-066ACE65522D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D53AA0-F0C5-49FC-9153-8BDA0EF5CE58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Elérhető és mérhető eredmények</a:t>
          </a:r>
          <a:endParaRPr lang="en-US" sz="2300" kern="1200"/>
        </a:p>
      </dsp:txBody>
      <dsp:txXfrm>
        <a:off x="3093555" y="1282093"/>
        <a:ext cx="2200851" cy="1366505"/>
      </dsp:txXfrm>
    </dsp:sp>
    <dsp:sp modelId="{E74502F5-B646-498F-BA51-960D52E187DB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F371E-7A9B-4E44-A827-8A02C8031D29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Projektirányítás kijelölése</a:t>
          </a:r>
          <a:endParaRPr lang="en-US" sz="2300" kern="1200"/>
        </a:p>
      </dsp:txBody>
      <dsp:txXfrm>
        <a:off x="5887408" y="1282093"/>
        <a:ext cx="2200851" cy="1366505"/>
      </dsp:txXfrm>
    </dsp:sp>
    <dsp:sp modelId="{7FE0AE2B-AF84-4A05-94F2-992146377AF9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FBD3D-8D17-4275-9F0B-751618096912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Siker feltételeinek meghatározása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91DC5-FB69-43AB-B23E-51D51789722B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B081A-67D7-4E8E-B40C-866B1088712B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700" kern="1200"/>
            <a:t>Mit tartalmaz a projekt?</a:t>
          </a:r>
          <a:endParaRPr lang="en-US" sz="2700" kern="1200"/>
        </a:p>
      </dsp:txBody>
      <dsp:txXfrm>
        <a:off x="299702" y="1282093"/>
        <a:ext cx="2200851" cy="1366505"/>
      </dsp:txXfrm>
    </dsp:sp>
    <dsp:sp modelId="{C784B47A-DAD7-41AA-BE0B-F601C67E6FC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65848-EFB9-46F3-ACF4-A0138A32178F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Mi nem része?</a:t>
          </a:r>
          <a:endParaRPr lang="en-US" sz="2700" kern="1200"/>
        </a:p>
      </dsp:txBody>
      <dsp:txXfrm>
        <a:off x="3093555" y="1282093"/>
        <a:ext cx="2200851" cy="1366505"/>
      </dsp:txXfrm>
    </dsp:sp>
    <dsp:sp modelId="{2511241E-877F-42E8-8DEB-C7A0742F9CC4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CCF018-EFA8-405B-9512-524AB98905FC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Fő feladatok kijelölése</a:t>
          </a:r>
          <a:endParaRPr lang="en-US" sz="2700" kern="1200"/>
        </a:p>
      </dsp:txBody>
      <dsp:txXfrm>
        <a:off x="5887408" y="1282093"/>
        <a:ext cx="2200851" cy="1366505"/>
      </dsp:txXfrm>
    </dsp:sp>
    <dsp:sp modelId="{242408F7-4620-4721-BD2A-AA965387E1A9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1C8148-6724-45C1-A68A-2806EE78F618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700" kern="1200"/>
            <a:t>Keretek pontos rögzítése</a:t>
          </a:r>
          <a:endParaRPr lang="en-US" sz="2700" kern="1200"/>
        </a:p>
      </dsp:txBody>
      <dsp:txXfrm>
        <a:off x="8681261" y="1282093"/>
        <a:ext cx="2200851" cy="1366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E8A9A-E7C1-4231-B9D7-484B6FA8D94E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C70A4-1ED7-4935-9A40-D6BB3CE7A0CB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Csapat meghatározása</a:t>
          </a:r>
          <a:endParaRPr lang="en-US" sz="2300" kern="1200"/>
        </a:p>
      </dsp:txBody>
      <dsp:txXfrm>
        <a:off x="299702" y="1282093"/>
        <a:ext cx="2200851" cy="1366505"/>
      </dsp:txXfrm>
    </dsp:sp>
    <dsp:sp modelId="{C2BA8193-9587-4926-AD09-BEBBC7C971E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66157-CB82-4956-8DF2-A340ECA05245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Feladatkörök kiosztása</a:t>
          </a:r>
          <a:endParaRPr lang="en-US" sz="2300" kern="1200"/>
        </a:p>
      </dsp:txBody>
      <dsp:txXfrm>
        <a:off x="3093555" y="1282093"/>
        <a:ext cx="2200851" cy="1366505"/>
      </dsp:txXfrm>
    </dsp:sp>
    <dsp:sp modelId="{896FBD06-E678-409B-9261-16269E2369B6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214D4-5384-4192-AA34-2CA0F901808F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Szükséges eszközök, anyagok</a:t>
          </a:r>
          <a:endParaRPr lang="en-US" sz="2300" kern="1200"/>
        </a:p>
      </dsp:txBody>
      <dsp:txXfrm>
        <a:off x="5887408" y="1282093"/>
        <a:ext cx="2200851" cy="1366505"/>
      </dsp:txXfrm>
    </dsp:sp>
    <dsp:sp modelId="{3F536B3B-730D-457A-9F80-58229E9E46B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7711EC-7562-403F-A2AB-3FD7A3E78E7B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Idő és költségek becslése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7B0BAC-96C2-43D4-8D57-97892DC56231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B93D4-4DAE-4129-B082-09E60A391B13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Projektterv készítése</a:t>
          </a:r>
          <a:endParaRPr lang="en-US" sz="2300" kern="1200"/>
        </a:p>
      </dsp:txBody>
      <dsp:txXfrm>
        <a:off x="299702" y="1282093"/>
        <a:ext cx="2200851" cy="1366505"/>
      </dsp:txXfrm>
    </dsp:sp>
    <dsp:sp modelId="{9119E99A-3FC5-4242-9B4C-354FC968866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B9360-8422-4CF0-A63D-C1F2CC66A610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Követelmények rögzítése</a:t>
          </a:r>
          <a:endParaRPr lang="en-US" sz="2300" kern="1200"/>
        </a:p>
      </dsp:txBody>
      <dsp:txXfrm>
        <a:off x="3093555" y="1282093"/>
        <a:ext cx="2200851" cy="1366505"/>
      </dsp:txXfrm>
    </dsp:sp>
    <dsp:sp modelId="{05036421-1435-41E5-A965-1B8DEDD59E16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7DA15-2888-4F08-A5D8-2020D9B97E78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Ütemezés meghatározása</a:t>
          </a:r>
          <a:endParaRPr lang="en-US" sz="2300" kern="1200"/>
        </a:p>
      </dsp:txBody>
      <dsp:txXfrm>
        <a:off x="5887408" y="1282093"/>
        <a:ext cx="2200851" cy="1366505"/>
      </dsp:txXfrm>
    </dsp:sp>
    <dsp:sp modelId="{40459D8A-B272-4F73-93A1-E76A2A6A448E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FB4FC-1342-49BC-9675-0B1D38F1846B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Felelősségek dokumentálása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C907D8-B79E-8DD3-FE43-DF972B43E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7DF157E-2879-C966-CF48-4ECE83075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26E9815-3E2D-A226-1762-349B20D28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49CB92A-6ECE-1C22-2746-A6C36465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0BC633-3F82-A194-E00C-027F360F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969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ACD061-27D8-B8CE-CE0E-D3F86BE0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DD00CE-099F-F95F-39E2-D004A20F1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C9CDE6-1F80-AD53-1BBF-888EAD484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35212F-4621-7C44-4BB7-C876C8D5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F9292D-97EF-8EBC-D06A-78F5F0F3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98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EF4CFD-4061-2E33-3CED-0CC3F6F9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99D11E8-94CE-FB04-C2B5-497E114F4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C7A670F-C495-6E1E-3374-809DB29D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A1CC112-78C7-7284-A897-3824E24B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0936B98-4CDD-0285-CCEF-8884B805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708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C900A8-4E5A-F68F-5163-2FAA252A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DAD3AD5-0F56-BFB2-0C7C-3FDD2671A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FF5EE2E-1D6C-0846-36F5-398B83F1D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12C4274-BCC1-C1F3-665B-8E9C895EB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4031C00-8F44-5B61-A6FA-C4905698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E416153-0BB5-97F3-81BC-E7A342A3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993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5DEC1B-3520-5F07-E450-79448357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8A80EC0-1BD8-9EF2-05A7-515FAB66B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A43D555-8B9C-B144-96E7-C61585A14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86A001B-3043-28FE-77E7-5877977C6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0FE7F3E-F5AD-B9A0-4724-60A1E75E1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94689FB-2EE1-97D1-648C-9786CACE8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DEC6F86-8556-22BF-66FA-C862D184F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DEFD799-DCDD-945E-AC73-E3F6AB40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606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F13D4B-A77D-CE12-A6A8-18000AAD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7D09E3C-F670-CE1D-4F3B-0F5A2B6F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0F0CAF5-1890-20F4-070E-6533FEDF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6DD52AA-3501-DC6D-768A-B9B3318A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127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2AFB072-1344-0491-145A-B2618B408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FB5B250-8226-FECD-11F8-ADA936E8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7B598B6-BEE4-C01F-5B7D-032A6A2F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359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059983-CAC3-92D5-EDBE-CAF6E61A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8F7364-ADB6-4465-FF45-274C343D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04BA1E8-D42D-926F-892A-C67EE1786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F638BF2-493D-433E-C2BC-BE4CFB9FE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9952DE-13FF-4857-3862-E7DBA84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A1EC4ED-10DF-3484-E449-8AC7BD85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65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7AD3B3-F5B5-901D-B04B-59A0E14A0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256388C-09BD-B560-770F-E569C5248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EB5E4E3-F1CE-32EA-7B0E-64C9D5912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08FF3AA-B1AF-B686-B58C-96421F090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76C0A9A-280B-5E0A-474E-ED6BCF9C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9A3B64F-D704-8D60-821D-0A6B36AE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1487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2E6A58-49AE-EC37-5154-1C0572B8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C3789CA-53A7-426A-3D7C-963702DDF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8F0B1CF-2643-C91D-A5D5-EDCA76E8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B59DE1-B57C-D56C-984D-782F0F73A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2414899-A8D9-5D1C-C907-0EE6DEC7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9188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28FE57A-0392-E822-893C-933202FEF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5E6B0D2-9502-E396-8838-8EFE19500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3E50444-2030-FBA1-AF36-48A262A31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2157628-D402-8651-8485-C8B05C49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2FB13A-5514-EDCB-B2AE-EEA9CCF4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120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6B793CB3-6528-1CCE-0AEA-426129B9A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F82B305-2769-8103-2841-CC0607C1F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E9B2DD-2418-0E47-D574-2FBB08199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120AD-EB28-44FC-B92F-DB14BC5AEBE6}" type="datetimeFigureOut">
              <a:rPr lang="hu-HU" smtClean="0"/>
              <a:t>2026. 03. 18.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0C50E9-1F65-2946-C7E1-40E9CB21A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4029C8-75B4-7E0D-41AB-CD9D4BA81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6D4C6-86F1-46E0-ADEB-4A04882F38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142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ive.hu/Downloads/Szakkepzesi_dokumentumok/Bemeneti_kompetenciak_meresi_ertekelesi_eszkozrendszerenek_kialakitasa/7_1143_tartalomelem_001_munkaanyag_091231.pdf" TargetMode="External"/><Relationship Id="rId3" Type="http://schemas.openxmlformats.org/officeDocument/2006/relationships/hyperlink" Target="https://notebooklm.google.com/" TargetMode="External"/><Relationship Id="rId7" Type="http://schemas.openxmlformats.org/officeDocument/2006/relationships/hyperlink" Target="https://hu.wikipedia.org/wiki/Projektalap&#237;t&#243;_dokumentum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ickup.com/hu/blog/126188/projekt-inditas" TargetMode="External"/><Relationship Id="rId5" Type="http://schemas.openxmlformats.org/officeDocument/2006/relationships/hyperlink" Target="https://robotizalunk.com/kickoff-meeting-utmutato-a-projektek-elinditasahoz/" TargetMode="External"/><Relationship Id="rId4" Type="http://schemas.openxmlformats.org/officeDocument/2006/relationships/hyperlink" Target="https://www.tziconsulting.hu/l/a-projektmenedzsment-5-fazisa-utmutato-lepesrol-lepesr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937D9AC-D116-331B-9B8D-AF51191B8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hu-HU" sz="4800" noProof="0">
                <a:solidFill>
                  <a:srgbClr val="FFFFFF"/>
                </a:solidFill>
              </a:rPr>
              <a:t>Projektek kezdeményezése és definiálása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F90ABEE-3B04-91AB-BCA5-36BF86BC1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hu-HU" sz="2200" noProof="0">
                <a:solidFill>
                  <a:srgbClr val="FFFFFF"/>
                </a:solidFill>
              </a:rPr>
              <a:t>Molek Tamás Sándor</a:t>
            </a:r>
          </a:p>
          <a:p>
            <a:r>
              <a:rPr lang="hu-HU" sz="2200" noProof="0">
                <a:solidFill>
                  <a:srgbClr val="FFFFFF"/>
                </a:solidFill>
              </a:rPr>
              <a:t>12.E</a:t>
            </a:r>
          </a:p>
        </p:txBody>
      </p:sp>
    </p:spTree>
    <p:extLst>
      <p:ext uri="{BB962C8B-B14F-4D97-AF65-F5344CB8AC3E}">
        <p14:creationId xmlns:p14="http://schemas.microsoft.com/office/powerpoint/2010/main" val="209343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8DCE041-2936-4782-C3EA-0E6C20E5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 noProof="0">
                <a:solidFill>
                  <a:srgbClr val="FFFFFF"/>
                </a:solidFill>
              </a:rPr>
              <a:t>Mi az a kezdeményezés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86A8899B-F9D5-A362-8618-CB5685DFB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96159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62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74D60F1-7CD1-71E6-066C-B8E3756E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 noProof="0">
                <a:solidFill>
                  <a:srgbClr val="FFFFFF"/>
                </a:solidFill>
              </a:rPr>
              <a:t>Projekt céljának meghatározása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84F963E6-D6E5-5A05-3786-6CD560C36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540396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414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8CE4C47-3B0B-5543-33B4-B6E92376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 noProof="0">
                <a:solidFill>
                  <a:srgbClr val="FFFFFF"/>
                </a:solidFill>
              </a:rPr>
              <a:t>Hatókör meghatározása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3A5323C9-B303-50D7-02E0-CFEDF9DAB0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10715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5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F35C5E5-824F-461C-C229-FD1B9C8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 noProof="0">
                <a:solidFill>
                  <a:srgbClr val="FFFFFF"/>
                </a:solidFill>
              </a:rPr>
              <a:t>Résztvevők és erőforrások</a:t>
            </a:r>
            <a:endParaRPr lang="hu-HU" sz="4000" noProof="0">
              <a:solidFill>
                <a:srgbClr val="FFFFFF"/>
              </a:solidFill>
            </a:endParaRPr>
          </a:p>
        </p:txBody>
      </p:sp>
      <p:graphicFrame>
        <p:nvGraphicFramePr>
          <p:cNvPr id="25" name="Tartalom helye 2">
            <a:extLst>
              <a:ext uri="{FF2B5EF4-FFF2-40B4-BE49-F238E27FC236}">
                <a16:creationId xmlns:a16="http://schemas.microsoft.com/office/drawing/2014/main" id="{7FE6912D-609A-0BAC-01BE-59A9F9CB0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38829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579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F7B5720-E877-502F-CE43-23CC3830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Alapdokumentumok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12" name="Tartalom helye 2">
            <a:extLst>
              <a:ext uri="{FF2B5EF4-FFF2-40B4-BE49-F238E27FC236}">
                <a16:creationId xmlns:a16="http://schemas.microsoft.com/office/drawing/2014/main" id="{31F64A99-FEFF-F246-36DB-BD2E78F0D2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89853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8096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3645052-956C-5128-B360-E86A1A0C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u-HU" sz="4000" noProof="0">
                <a:solidFill>
                  <a:srgbClr val="FFFFFF"/>
                </a:solidFill>
              </a:rPr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1F61A7-89BD-AE5B-1D8B-7306F1904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hu-HU" sz="2000" noProof="0">
                <a:hlinkClick r:id="rId2"/>
              </a:rPr>
              <a:t>https://chat.openai.com/</a:t>
            </a:r>
            <a:r>
              <a:rPr lang="hu-HU" sz="2000" noProof="0"/>
              <a:t> </a:t>
            </a:r>
          </a:p>
          <a:p>
            <a:r>
              <a:rPr lang="hu-HU" sz="2000" noProof="0">
                <a:hlinkClick r:id="rId3"/>
              </a:rPr>
              <a:t>https://notebooklm.google.com/</a:t>
            </a:r>
            <a:r>
              <a:rPr lang="hu-HU" sz="2000" noProof="0"/>
              <a:t> </a:t>
            </a:r>
          </a:p>
          <a:p>
            <a:pPr lvl="1"/>
            <a:r>
              <a:rPr lang="hu-HU" sz="2000" noProof="0">
                <a:hlinkClick r:id="rId4"/>
              </a:rPr>
              <a:t>https://www.tziconsulting.hu/l/a-projektmenedzsment-5-fazisa-utmutato-lepesrol-lepesre/</a:t>
            </a:r>
            <a:endParaRPr lang="hu-HU" sz="2000" noProof="0"/>
          </a:p>
          <a:p>
            <a:pPr lvl="1"/>
            <a:r>
              <a:rPr lang="hu-HU" sz="2000" noProof="0">
                <a:hlinkClick r:id="rId5"/>
              </a:rPr>
              <a:t>https://robotizalunk.com/kickoff-meeting-utmutato-a-projektek-elinditasahoz/</a:t>
            </a:r>
            <a:endParaRPr lang="hu-HU" sz="2000" noProof="0"/>
          </a:p>
          <a:p>
            <a:pPr lvl="1"/>
            <a:r>
              <a:rPr lang="hu-HU" sz="2000" noProof="0">
                <a:hlinkClick r:id="rId6"/>
              </a:rPr>
              <a:t>https://clickup.com/hu/blog/126188/projekt-inditas</a:t>
            </a:r>
            <a:endParaRPr lang="hu-HU" sz="2000" noProof="0"/>
          </a:p>
          <a:p>
            <a:pPr lvl="1"/>
            <a:r>
              <a:rPr lang="hu-HU" sz="2000" noProof="0">
                <a:hlinkClick r:id="rId7"/>
              </a:rPr>
              <a:t>https://hu.wikipedia.org/wiki/Projektalapító_dokumentum</a:t>
            </a:r>
            <a:endParaRPr lang="hu-HU" sz="2000" noProof="0"/>
          </a:p>
          <a:p>
            <a:pPr lvl="1"/>
            <a:r>
              <a:rPr lang="hu-HU" sz="2000" noProof="0">
                <a:hlinkClick r:id="rId8"/>
              </a:rPr>
              <a:t>https://www.nive.hu/Downloads/Szakkepzesi_dokumentumok/Bemeneti_kompetenciak_meresi_ertekelesi_eszkozrendszerenek_kialakitasa/7_1143_tartalomelem_001_munkaanyag_091231.pdf</a:t>
            </a:r>
            <a:r>
              <a:rPr lang="hu-HU" sz="2000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159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339B696-720E-4C90-D3B3-151EF46EB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875" y="-10074"/>
            <a:ext cx="12192000" cy="6868072"/>
          </a:xfrm>
        </p:spPr>
        <p:txBody>
          <a:bodyPr anchor="ctr">
            <a:normAutofit/>
          </a:bodyPr>
          <a:lstStyle/>
          <a:p>
            <a:r>
              <a:rPr lang="hu-HU" sz="4800" noProof="0" dirty="0">
                <a:solidFill>
                  <a:srgbClr val="FFFFFF"/>
                </a:solidFill>
              </a:rPr>
              <a:t>Köszönöm a figyelmet!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2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188</Words>
  <Application>Microsoft Office PowerPoint</Application>
  <PresentationFormat>Szélesvásznú</PresentationFormat>
  <Paragraphs>37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Projektek kezdeményezése és definiálása</vt:lpstr>
      <vt:lpstr>Mi az a kezdeményezés</vt:lpstr>
      <vt:lpstr>Projekt céljának meghatározása</vt:lpstr>
      <vt:lpstr>Hatókör meghatározása</vt:lpstr>
      <vt:lpstr>Résztvevők és erőforrások</vt:lpstr>
      <vt:lpstr>Alapdokumentumok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5</cp:revision>
  <dcterms:created xsi:type="dcterms:W3CDTF">2026-03-18T18:02:55Z</dcterms:created>
  <dcterms:modified xsi:type="dcterms:W3CDTF">2026-03-18T18:17:53Z</dcterms:modified>
</cp:coreProperties>
</file>