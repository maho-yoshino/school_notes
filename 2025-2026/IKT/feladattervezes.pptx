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072544-F3FD-4863-8DE9-10C98D55742F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717BA41-A27C-4CDD-8E20-102011CE40FD}">
      <dgm:prSet/>
      <dgm:spPr/>
      <dgm:t>
        <a:bodyPr/>
        <a:lstStyle/>
        <a:p>
          <a:r>
            <a:rPr lang="hu-HU"/>
            <a:t>Feladatok tudatos megtervezése</a:t>
          </a:r>
          <a:endParaRPr lang="en-US"/>
        </a:p>
      </dgm:t>
    </dgm:pt>
    <dgm:pt modelId="{F88F54A0-9677-487C-9D6B-014BDD64D69B}" type="parTrans" cxnId="{819EDCEF-704B-47D5-B2F1-A545C9AA2DDE}">
      <dgm:prSet/>
      <dgm:spPr/>
      <dgm:t>
        <a:bodyPr/>
        <a:lstStyle/>
        <a:p>
          <a:endParaRPr lang="en-US"/>
        </a:p>
      </dgm:t>
    </dgm:pt>
    <dgm:pt modelId="{9FC1B4AB-E224-43B0-BE19-BD62191295F4}" type="sibTrans" cxnId="{819EDCEF-704B-47D5-B2F1-A545C9AA2DDE}">
      <dgm:prSet/>
      <dgm:spPr/>
      <dgm:t>
        <a:bodyPr/>
        <a:lstStyle/>
        <a:p>
          <a:endParaRPr lang="en-US"/>
        </a:p>
      </dgm:t>
    </dgm:pt>
    <dgm:pt modelId="{927D4A16-0C49-4A3F-A9FD-EF7CA77074F8}">
      <dgm:prSet/>
      <dgm:spPr/>
      <dgm:t>
        <a:bodyPr/>
        <a:lstStyle/>
        <a:p>
          <a:r>
            <a:rPr lang="hu-HU"/>
            <a:t>Célok meghatározása előre</a:t>
          </a:r>
          <a:endParaRPr lang="en-US"/>
        </a:p>
      </dgm:t>
    </dgm:pt>
    <dgm:pt modelId="{B0672BE5-EFA9-4E88-A4F2-559FF923078C}" type="parTrans" cxnId="{D46C2A66-1B0A-4568-B3C8-B1463C89DD09}">
      <dgm:prSet/>
      <dgm:spPr/>
      <dgm:t>
        <a:bodyPr/>
        <a:lstStyle/>
        <a:p>
          <a:endParaRPr lang="en-US"/>
        </a:p>
      </dgm:t>
    </dgm:pt>
    <dgm:pt modelId="{2CB08D45-1E4D-4FDC-8EFF-1AA7EEF7F8D6}" type="sibTrans" cxnId="{D46C2A66-1B0A-4568-B3C8-B1463C89DD09}">
      <dgm:prSet/>
      <dgm:spPr/>
      <dgm:t>
        <a:bodyPr/>
        <a:lstStyle/>
        <a:p>
          <a:endParaRPr lang="en-US"/>
        </a:p>
      </dgm:t>
    </dgm:pt>
    <dgm:pt modelId="{9D0EDEC5-3CBA-4581-A906-6E766C341957}">
      <dgm:prSet/>
      <dgm:spPr/>
      <dgm:t>
        <a:bodyPr/>
        <a:lstStyle/>
        <a:p>
          <a:r>
            <a:rPr lang="hu-HU"/>
            <a:t>Idő és energia jobb kihasználása</a:t>
          </a:r>
          <a:endParaRPr lang="en-US"/>
        </a:p>
      </dgm:t>
    </dgm:pt>
    <dgm:pt modelId="{5271B8D8-C718-4F53-AA13-C2FF454B664E}" type="parTrans" cxnId="{6EC23703-93F1-4CE0-85F2-BF48CD12922D}">
      <dgm:prSet/>
      <dgm:spPr/>
      <dgm:t>
        <a:bodyPr/>
        <a:lstStyle/>
        <a:p>
          <a:endParaRPr lang="en-US"/>
        </a:p>
      </dgm:t>
    </dgm:pt>
    <dgm:pt modelId="{2B501306-750A-40C0-9911-A109E1D8E10E}" type="sibTrans" cxnId="{6EC23703-93F1-4CE0-85F2-BF48CD12922D}">
      <dgm:prSet/>
      <dgm:spPr/>
      <dgm:t>
        <a:bodyPr/>
        <a:lstStyle/>
        <a:p>
          <a:endParaRPr lang="en-US"/>
        </a:p>
      </dgm:t>
    </dgm:pt>
    <dgm:pt modelId="{61FF4FCA-8087-4184-88E9-D9965C7C2E1C}">
      <dgm:prSet/>
      <dgm:spPr/>
      <dgm:t>
        <a:bodyPr/>
        <a:lstStyle/>
        <a:p>
          <a:r>
            <a:rPr lang="hu-HU"/>
            <a:t>Kevesebb stressz a mindennapokban</a:t>
          </a:r>
          <a:endParaRPr lang="en-US"/>
        </a:p>
      </dgm:t>
    </dgm:pt>
    <dgm:pt modelId="{F8E1FAA1-2F2D-40ED-82C3-8ED067EB6986}" type="parTrans" cxnId="{FEA6D55C-6EE6-40AF-B759-30A08A4AF65B}">
      <dgm:prSet/>
      <dgm:spPr/>
      <dgm:t>
        <a:bodyPr/>
        <a:lstStyle/>
        <a:p>
          <a:endParaRPr lang="en-US"/>
        </a:p>
      </dgm:t>
    </dgm:pt>
    <dgm:pt modelId="{27CB4691-6B07-44BE-96F5-C31D4B24F2A7}" type="sibTrans" cxnId="{FEA6D55C-6EE6-40AF-B759-30A08A4AF65B}">
      <dgm:prSet/>
      <dgm:spPr/>
      <dgm:t>
        <a:bodyPr/>
        <a:lstStyle/>
        <a:p>
          <a:endParaRPr lang="en-US"/>
        </a:p>
      </dgm:t>
    </dgm:pt>
    <dgm:pt modelId="{A7AD166E-A477-4E59-B483-B26C1BB68B21}" type="pres">
      <dgm:prSet presAssocID="{D7072544-F3FD-4863-8DE9-10C98D55742F}" presName="linear" presStyleCnt="0">
        <dgm:presLayoutVars>
          <dgm:animLvl val="lvl"/>
          <dgm:resizeHandles val="exact"/>
        </dgm:presLayoutVars>
      </dgm:prSet>
      <dgm:spPr/>
    </dgm:pt>
    <dgm:pt modelId="{69AB5DCE-C2E9-4836-B235-859C85D374ED}" type="pres">
      <dgm:prSet presAssocID="{7717BA41-A27C-4CDD-8E20-102011CE40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0D2A49-0F77-4460-B25F-458EA4463D9E}" type="pres">
      <dgm:prSet presAssocID="{9FC1B4AB-E224-43B0-BE19-BD62191295F4}" presName="spacer" presStyleCnt="0"/>
      <dgm:spPr/>
    </dgm:pt>
    <dgm:pt modelId="{C1B2832A-F382-48DE-AA63-7C8A93FB68E3}" type="pres">
      <dgm:prSet presAssocID="{927D4A16-0C49-4A3F-A9FD-EF7CA77074F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0F4FF6-3876-4D04-9C31-4F035A018D0A}" type="pres">
      <dgm:prSet presAssocID="{2CB08D45-1E4D-4FDC-8EFF-1AA7EEF7F8D6}" presName="spacer" presStyleCnt="0"/>
      <dgm:spPr/>
    </dgm:pt>
    <dgm:pt modelId="{01D0EA48-7BD7-4BBD-B4B6-8029FBF59207}" type="pres">
      <dgm:prSet presAssocID="{9D0EDEC5-3CBA-4581-A906-6E766C34195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C6772E1-2258-49DE-86D5-1F378D3D6C58}" type="pres">
      <dgm:prSet presAssocID="{2B501306-750A-40C0-9911-A109E1D8E10E}" presName="spacer" presStyleCnt="0"/>
      <dgm:spPr/>
    </dgm:pt>
    <dgm:pt modelId="{D71D2B05-A451-4EED-B50A-4E431134E74C}" type="pres">
      <dgm:prSet presAssocID="{61FF4FCA-8087-4184-88E9-D9965C7C2E1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EC23703-93F1-4CE0-85F2-BF48CD12922D}" srcId="{D7072544-F3FD-4863-8DE9-10C98D55742F}" destId="{9D0EDEC5-3CBA-4581-A906-6E766C341957}" srcOrd="2" destOrd="0" parTransId="{5271B8D8-C718-4F53-AA13-C2FF454B664E}" sibTransId="{2B501306-750A-40C0-9911-A109E1D8E10E}"/>
    <dgm:cxn modelId="{FEA6D55C-6EE6-40AF-B759-30A08A4AF65B}" srcId="{D7072544-F3FD-4863-8DE9-10C98D55742F}" destId="{61FF4FCA-8087-4184-88E9-D9965C7C2E1C}" srcOrd="3" destOrd="0" parTransId="{F8E1FAA1-2F2D-40ED-82C3-8ED067EB6986}" sibTransId="{27CB4691-6B07-44BE-96F5-C31D4B24F2A7}"/>
    <dgm:cxn modelId="{6EAA7B45-5953-4E79-BD05-A437ABA5637D}" type="presOf" srcId="{61FF4FCA-8087-4184-88E9-D9965C7C2E1C}" destId="{D71D2B05-A451-4EED-B50A-4E431134E74C}" srcOrd="0" destOrd="0" presId="urn:microsoft.com/office/officeart/2005/8/layout/vList2"/>
    <dgm:cxn modelId="{D46C2A66-1B0A-4568-B3C8-B1463C89DD09}" srcId="{D7072544-F3FD-4863-8DE9-10C98D55742F}" destId="{927D4A16-0C49-4A3F-A9FD-EF7CA77074F8}" srcOrd="1" destOrd="0" parTransId="{B0672BE5-EFA9-4E88-A4F2-559FF923078C}" sibTransId="{2CB08D45-1E4D-4FDC-8EFF-1AA7EEF7F8D6}"/>
    <dgm:cxn modelId="{C6713B91-02EC-42EE-9C20-473FD5089A06}" type="presOf" srcId="{D7072544-F3FD-4863-8DE9-10C98D55742F}" destId="{A7AD166E-A477-4E59-B483-B26C1BB68B21}" srcOrd="0" destOrd="0" presId="urn:microsoft.com/office/officeart/2005/8/layout/vList2"/>
    <dgm:cxn modelId="{9F7468BA-7C90-4F5F-8961-ADADF4EF38F7}" type="presOf" srcId="{9D0EDEC5-3CBA-4581-A906-6E766C341957}" destId="{01D0EA48-7BD7-4BBD-B4B6-8029FBF59207}" srcOrd="0" destOrd="0" presId="urn:microsoft.com/office/officeart/2005/8/layout/vList2"/>
    <dgm:cxn modelId="{9F127DC6-82A0-4AF6-BF55-A14C80779481}" type="presOf" srcId="{927D4A16-0C49-4A3F-A9FD-EF7CA77074F8}" destId="{C1B2832A-F382-48DE-AA63-7C8A93FB68E3}" srcOrd="0" destOrd="0" presId="urn:microsoft.com/office/officeart/2005/8/layout/vList2"/>
    <dgm:cxn modelId="{5260A2EB-77AD-40F5-90B7-A4C2C832F93B}" type="presOf" srcId="{7717BA41-A27C-4CDD-8E20-102011CE40FD}" destId="{69AB5DCE-C2E9-4836-B235-859C85D374ED}" srcOrd="0" destOrd="0" presId="urn:microsoft.com/office/officeart/2005/8/layout/vList2"/>
    <dgm:cxn modelId="{819EDCEF-704B-47D5-B2F1-A545C9AA2DDE}" srcId="{D7072544-F3FD-4863-8DE9-10C98D55742F}" destId="{7717BA41-A27C-4CDD-8E20-102011CE40FD}" srcOrd="0" destOrd="0" parTransId="{F88F54A0-9677-487C-9D6B-014BDD64D69B}" sibTransId="{9FC1B4AB-E224-43B0-BE19-BD62191295F4}"/>
    <dgm:cxn modelId="{FB8EBA52-1794-4B0B-87C2-AAB29B2301CD}" type="presParOf" srcId="{A7AD166E-A477-4E59-B483-B26C1BB68B21}" destId="{69AB5DCE-C2E9-4836-B235-859C85D374ED}" srcOrd="0" destOrd="0" presId="urn:microsoft.com/office/officeart/2005/8/layout/vList2"/>
    <dgm:cxn modelId="{1F0A5B64-3A9D-4D61-9B04-034AE66483F3}" type="presParOf" srcId="{A7AD166E-A477-4E59-B483-B26C1BB68B21}" destId="{110D2A49-0F77-4460-B25F-458EA4463D9E}" srcOrd="1" destOrd="0" presId="urn:microsoft.com/office/officeart/2005/8/layout/vList2"/>
    <dgm:cxn modelId="{B4820901-7337-4CC6-B1BA-7DE7D7734BAE}" type="presParOf" srcId="{A7AD166E-A477-4E59-B483-B26C1BB68B21}" destId="{C1B2832A-F382-48DE-AA63-7C8A93FB68E3}" srcOrd="2" destOrd="0" presId="urn:microsoft.com/office/officeart/2005/8/layout/vList2"/>
    <dgm:cxn modelId="{7B510036-054D-47FB-8C39-588227173920}" type="presParOf" srcId="{A7AD166E-A477-4E59-B483-B26C1BB68B21}" destId="{A70F4FF6-3876-4D04-9C31-4F035A018D0A}" srcOrd="3" destOrd="0" presId="urn:microsoft.com/office/officeart/2005/8/layout/vList2"/>
    <dgm:cxn modelId="{170F05B0-6454-4C20-8887-C3E66AFAC8C1}" type="presParOf" srcId="{A7AD166E-A477-4E59-B483-B26C1BB68B21}" destId="{01D0EA48-7BD7-4BBD-B4B6-8029FBF59207}" srcOrd="4" destOrd="0" presId="urn:microsoft.com/office/officeart/2005/8/layout/vList2"/>
    <dgm:cxn modelId="{3C7302B8-731C-443A-850F-046A9AEA5AD3}" type="presParOf" srcId="{A7AD166E-A477-4E59-B483-B26C1BB68B21}" destId="{DC6772E1-2258-49DE-86D5-1F378D3D6C58}" srcOrd="5" destOrd="0" presId="urn:microsoft.com/office/officeart/2005/8/layout/vList2"/>
    <dgm:cxn modelId="{35323B4E-031A-415C-83F5-5391160696F7}" type="presParOf" srcId="{A7AD166E-A477-4E59-B483-B26C1BB68B21}" destId="{D71D2B05-A451-4EED-B50A-4E431134E74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C13CC5-E67B-43C9-8479-0AC73B04EF8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6087A5A-5F86-443C-906C-F4BD86425BD2}">
      <dgm:prSet/>
      <dgm:spPr/>
      <dgm:t>
        <a:bodyPr/>
        <a:lstStyle/>
        <a:p>
          <a:r>
            <a:rPr lang="hu-HU"/>
            <a:t>Elkerülhető a kapkodás</a:t>
          </a:r>
          <a:endParaRPr lang="en-US"/>
        </a:p>
      </dgm:t>
    </dgm:pt>
    <dgm:pt modelId="{01790A6A-40EB-4231-8C42-5D6B763BB7F2}" type="parTrans" cxnId="{999BCB7D-09B0-4FBC-8146-8F7D8FFE08E8}">
      <dgm:prSet/>
      <dgm:spPr/>
      <dgm:t>
        <a:bodyPr/>
        <a:lstStyle/>
        <a:p>
          <a:endParaRPr lang="en-US"/>
        </a:p>
      </dgm:t>
    </dgm:pt>
    <dgm:pt modelId="{F216F416-FF85-4B4A-AD4E-1DAC61C566B8}" type="sibTrans" cxnId="{999BCB7D-09B0-4FBC-8146-8F7D8FFE08E8}">
      <dgm:prSet/>
      <dgm:spPr/>
      <dgm:t>
        <a:bodyPr/>
        <a:lstStyle/>
        <a:p>
          <a:endParaRPr lang="en-US"/>
        </a:p>
      </dgm:t>
    </dgm:pt>
    <dgm:pt modelId="{942DBE32-AA90-4560-B58A-BB4600DFA34D}">
      <dgm:prSet/>
      <dgm:spPr/>
      <dgm:t>
        <a:bodyPr/>
        <a:lstStyle/>
        <a:p>
          <a:r>
            <a:rPr lang="hu-HU" dirty="0"/>
            <a:t>Jobb teljesítmény</a:t>
          </a:r>
          <a:endParaRPr lang="en-US" dirty="0"/>
        </a:p>
      </dgm:t>
    </dgm:pt>
    <dgm:pt modelId="{225AA228-15FE-4E5D-BE28-463A465BFC16}" type="parTrans" cxnId="{A88F5507-F94A-41FA-B89E-82188F0651AB}">
      <dgm:prSet/>
      <dgm:spPr/>
      <dgm:t>
        <a:bodyPr/>
        <a:lstStyle/>
        <a:p>
          <a:endParaRPr lang="en-US"/>
        </a:p>
      </dgm:t>
    </dgm:pt>
    <dgm:pt modelId="{E5072349-92A3-403F-AFF2-D6445D1EBFE1}" type="sibTrans" cxnId="{A88F5507-F94A-41FA-B89E-82188F0651AB}">
      <dgm:prSet/>
      <dgm:spPr/>
      <dgm:t>
        <a:bodyPr/>
        <a:lstStyle/>
        <a:p>
          <a:endParaRPr lang="en-US"/>
        </a:p>
      </dgm:t>
    </dgm:pt>
    <dgm:pt modelId="{7F948B4B-31CB-42BC-B33F-1FE28927BB62}">
      <dgm:prSet/>
      <dgm:spPr/>
      <dgm:t>
        <a:bodyPr/>
        <a:lstStyle/>
        <a:p>
          <a:r>
            <a:rPr lang="hu-HU"/>
            <a:t>Könnyebb határidőket tartani</a:t>
          </a:r>
          <a:endParaRPr lang="en-US"/>
        </a:p>
      </dgm:t>
    </dgm:pt>
    <dgm:pt modelId="{47976A09-E9C5-4A6E-B257-E980B9E7EF4C}" type="parTrans" cxnId="{5991DB86-F2FC-4150-BE76-15042BF7B5A1}">
      <dgm:prSet/>
      <dgm:spPr/>
      <dgm:t>
        <a:bodyPr/>
        <a:lstStyle/>
        <a:p>
          <a:endParaRPr lang="en-US"/>
        </a:p>
      </dgm:t>
    </dgm:pt>
    <dgm:pt modelId="{A3ED5BE4-85B8-4AEF-87BA-AF30710E8E79}" type="sibTrans" cxnId="{5991DB86-F2FC-4150-BE76-15042BF7B5A1}">
      <dgm:prSet/>
      <dgm:spPr/>
      <dgm:t>
        <a:bodyPr/>
        <a:lstStyle/>
        <a:p>
          <a:endParaRPr lang="en-US"/>
        </a:p>
      </dgm:t>
    </dgm:pt>
    <dgm:pt modelId="{1EE838BC-C5AA-463E-9041-28FD75CA6BCC}">
      <dgm:prSet/>
      <dgm:spPr/>
      <dgm:t>
        <a:bodyPr/>
        <a:lstStyle/>
        <a:p>
          <a:r>
            <a:rPr lang="hu-HU"/>
            <a:t>Több szabadidő marad</a:t>
          </a:r>
          <a:endParaRPr lang="en-US"/>
        </a:p>
      </dgm:t>
    </dgm:pt>
    <dgm:pt modelId="{49666AB5-8F6A-439C-87B7-D5899D05D821}" type="parTrans" cxnId="{2D9CBDBB-D124-4434-BED3-F11787AFD5AA}">
      <dgm:prSet/>
      <dgm:spPr/>
      <dgm:t>
        <a:bodyPr/>
        <a:lstStyle/>
        <a:p>
          <a:endParaRPr lang="en-US"/>
        </a:p>
      </dgm:t>
    </dgm:pt>
    <dgm:pt modelId="{659D3058-036D-4D13-A150-37D53F3DD301}" type="sibTrans" cxnId="{2D9CBDBB-D124-4434-BED3-F11787AFD5AA}">
      <dgm:prSet/>
      <dgm:spPr/>
      <dgm:t>
        <a:bodyPr/>
        <a:lstStyle/>
        <a:p>
          <a:endParaRPr lang="en-US"/>
        </a:p>
      </dgm:t>
    </dgm:pt>
    <dgm:pt modelId="{6E00D9B1-860D-4501-B763-C160D0CE3C89}" type="pres">
      <dgm:prSet presAssocID="{36C13CC5-E67B-43C9-8479-0AC73B04EF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126C95E-A141-4016-8ABD-986DC6989E61}" type="pres">
      <dgm:prSet presAssocID="{F6087A5A-5F86-443C-906C-F4BD86425BD2}" presName="hierRoot1" presStyleCnt="0"/>
      <dgm:spPr/>
    </dgm:pt>
    <dgm:pt modelId="{E1A7D70B-0171-4BF9-A4EB-36A1415BA4C9}" type="pres">
      <dgm:prSet presAssocID="{F6087A5A-5F86-443C-906C-F4BD86425BD2}" presName="composite" presStyleCnt="0"/>
      <dgm:spPr/>
    </dgm:pt>
    <dgm:pt modelId="{8C255E92-20E9-4E57-8B0C-A08C4EB74610}" type="pres">
      <dgm:prSet presAssocID="{F6087A5A-5F86-443C-906C-F4BD86425BD2}" presName="background" presStyleLbl="node0" presStyleIdx="0" presStyleCnt="4"/>
      <dgm:spPr/>
    </dgm:pt>
    <dgm:pt modelId="{30575948-08C0-446A-86B3-930F951EAE79}" type="pres">
      <dgm:prSet presAssocID="{F6087A5A-5F86-443C-906C-F4BD86425BD2}" presName="text" presStyleLbl="fgAcc0" presStyleIdx="0" presStyleCnt="4">
        <dgm:presLayoutVars>
          <dgm:chPref val="3"/>
        </dgm:presLayoutVars>
      </dgm:prSet>
      <dgm:spPr/>
    </dgm:pt>
    <dgm:pt modelId="{31806F4E-CEAC-4B0A-A7A4-8A5815750376}" type="pres">
      <dgm:prSet presAssocID="{F6087A5A-5F86-443C-906C-F4BD86425BD2}" presName="hierChild2" presStyleCnt="0"/>
      <dgm:spPr/>
    </dgm:pt>
    <dgm:pt modelId="{2725B7D4-BF32-43AE-A374-0986C6E3E449}" type="pres">
      <dgm:prSet presAssocID="{942DBE32-AA90-4560-B58A-BB4600DFA34D}" presName="hierRoot1" presStyleCnt="0"/>
      <dgm:spPr/>
    </dgm:pt>
    <dgm:pt modelId="{8074A152-7424-4F35-B05B-4C6998AA6009}" type="pres">
      <dgm:prSet presAssocID="{942DBE32-AA90-4560-B58A-BB4600DFA34D}" presName="composite" presStyleCnt="0"/>
      <dgm:spPr/>
    </dgm:pt>
    <dgm:pt modelId="{0565E217-D95D-4230-83CB-95B6C160D87B}" type="pres">
      <dgm:prSet presAssocID="{942DBE32-AA90-4560-B58A-BB4600DFA34D}" presName="background" presStyleLbl="node0" presStyleIdx="1" presStyleCnt="4"/>
      <dgm:spPr/>
    </dgm:pt>
    <dgm:pt modelId="{E7543FFE-75B9-4ECD-95BE-0866D425842B}" type="pres">
      <dgm:prSet presAssocID="{942DBE32-AA90-4560-B58A-BB4600DFA34D}" presName="text" presStyleLbl="fgAcc0" presStyleIdx="1" presStyleCnt="4">
        <dgm:presLayoutVars>
          <dgm:chPref val="3"/>
        </dgm:presLayoutVars>
      </dgm:prSet>
      <dgm:spPr/>
    </dgm:pt>
    <dgm:pt modelId="{237FFA53-98AD-4A41-AC56-2E66D889042D}" type="pres">
      <dgm:prSet presAssocID="{942DBE32-AA90-4560-B58A-BB4600DFA34D}" presName="hierChild2" presStyleCnt="0"/>
      <dgm:spPr/>
    </dgm:pt>
    <dgm:pt modelId="{C409D967-6DFC-4DCA-ACDA-7700E4EE190B}" type="pres">
      <dgm:prSet presAssocID="{7F948B4B-31CB-42BC-B33F-1FE28927BB62}" presName="hierRoot1" presStyleCnt="0"/>
      <dgm:spPr/>
    </dgm:pt>
    <dgm:pt modelId="{B33EF0BB-C670-49E9-BFB3-620B94179592}" type="pres">
      <dgm:prSet presAssocID="{7F948B4B-31CB-42BC-B33F-1FE28927BB62}" presName="composite" presStyleCnt="0"/>
      <dgm:spPr/>
    </dgm:pt>
    <dgm:pt modelId="{2993B101-8C79-40EE-B564-E37E2D9A3985}" type="pres">
      <dgm:prSet presAssocID="{7F948B4B-31CB-42BC-B33F-1FE28927BB62}" presName="background" presStyleLbl="node0" presStyleIdx="2" presStyleCnt="4"/>
      <dgm:spPr/>
    </dgm:pt>
    <dgm:pt modelId="{9D196857-BADA-4CFF-A052-AD68D2C18F70}" type="pres">
      <dgm:prSet presAssocID="{7F948B4B-31CB-42BC-B33F-1FE28927BB62}" presName="text" presStyleLbl="fgAcc0" presStyleIdx="2" presStyleCnt="4">
        <dgm:presLayoutVars>
          <dgm:chPref val="3"/>
        </dgm:presLayoutVars>
      </dgm:prSet>
      <dgm:spPr/>
    </dgm:pt>
    <dgm:pt modelId="{1CAAAE19-F1ED-4693-9A5A-F136E46F0DD2}" type="pres">
      <dgm:prSet presAssocID="{7F948B4B-31CB-42BC-B33F-1FE28927BB62}" presName="hierChild2" presStyleCnt="0"/>
      <dgm:spPr/>
    </dgm:pt>
    <dgm:pt modelId="{E93CA9D4-5D69-46BA-ADFE-BFEC57CAFD8B}" type="pres">
      <dgm:prSet presAssocID="{1EE838BC-C5AA-463E-9041-28FD75CA6BCC}" presName="hierRoot1" presStyleCnt="0"/>
      <dgm:spPr/>
    </dgm:pt>
    <dgm:pt modelId="{39163969-303E-48FE-82FA-EFAFE2F2624C}" type="pres">
      <dgm:prSet presAssocID="{1EE838BC-C5AA-463E-9041-28FD75CA6BCC}" presName="composite" presStyleCnt="0"/>
      <dgm:spPr/>
    </dgm:pt>
    <dgm:pt modelId="{DDA9625C-7650-4550-B10B-54DC79D4D02D}" type="pres">
      <dgm:prSet presAssocID="{1EE838BC-C5AA-463E-9041-28FD75CA6BCC}" presName="background" presStyleLbl="node0" presStyleIdx="3" presStyleCnt="4"/>
      <dgm:spPr/>
    </dgm:pt>
    <dgm:pt modelId="{5926F5BB-F995-47E5-98BD-B8BE5E35F034}" type="pres">
      <dgm:prSet presAssocID="{1EE838BC-C5AA-463E-9041-28FD75CA6BCC}" presName="text" presStyleLbl="fgAcc0" presStyleIdx="3" presStyleCnt="4">
        <dgm:presLayoutVars>
          <dgm:chPref val="3"/>
        </dgm:presLayoutVars>
      </dgm:prSet>
      <dgm:spPr/>
    </dgm:pt>
    <dgm:pt modelId="{9B933CEF-92DA-4DD8-800F-B36791F3934B}" type="pres">
      <dgm:prSet presAssocID="{1EE838BC-C5AA-463E-9041-28FD75CA6BCC}" presName="hierChild2" presStyleCnt="0"/>
      <dgm:spPr/>
    </dgm:pt>
  </dgm:ptLst>
  <dgm:cxnLst>
    <dgm:cxn modelId="{16F84D07-B7F9-43CB-9355-267152949EFC}" type="presOf" srcId="{1EE838BC-C5AA-463E-9041-28FD75CA6BCC}" destId="{5926F5BB-F995-47E5-98BD-B8BE5E35F034}" srcOrd="0" destOrd="0" presId="urn:microsoft.com/office/officeart/2005/8/layout/hierarchy1"/>
    <dgm:cxn modelId="{A88F5507-F94A-41FA-B89E-82188F0651AB}" srcId="{36C13CC5-E67B-43C9-8479-0AC73B04EF84}" destId="{942DBE32-AA90-4560-B58A-BB4600DFA34D}" srcOrd="1" destOrd="0" parTransId="{225AA228-15FE-4E5D-BE28-463A465BFC16}" sibTransId="{E5072349-92A3-403F-AFF2-D6445D1EBFE1}"/>
    <dgm:cxn modelId="{CF57BA62-F791-4637-A63E-451CFA7B13F1}" type="presOf" srcId="{36C13CC5-E67B-43C9-8479-0AC73B04EF84}" destId="{6E00D9B1-860D-4501-B763-C160D0CE3C89}" srcOrd="0" destOrd="0" presId="urn:microsoft.com/office/officeart/2005/8/layout/hierarchy1"/>
    <dgm:cxn modelId="{9E546767-859D-4502-83DF-C66871524376}" type="presOf" srcId="{942DBE32-AA90-4560-B58A-BB4600DFA34D}" destId="{E7543FFE-75B9-4ECD-95BE-0866D425842B}" srcOrd="0" destOrd="0" presId="urn:microsoft.com/office/officeart/2005/8/layout/hierarchy1"/>
    <dgm:cxn modelId="{3737174A-3F7A-4BAE-B746-F35BC520D8F8}" type="presOf" srcId="{F6087A5A-5F86-443C-906C-F4BD86425BD2}" destId="{30575948-08C0-446A-86B3-930F951EAE79}" srcOrd="0" destOrd="0" presId="urn:microsoft.com/office/officeart/2005/8/layout/hierarchy1"/>
    <dgm:cxn modelId="{999BCB7D-09B0-4FBC-8146-8F7D8FFE08E8}" srcId="{36C13CC5-E67B-43C9-8479-0AC73B04EF84}" destId="{F6087A5A-5F86-443C-906C-F4BD86425BD2}" srcOrd="0" destOrd="0" parTransId="{01790A6A-40EB-4231-8C42-5D6B763BB7F2}" sibTransId="{F216F416-FF85-4B4A-AD4E-1DAC61C566B8}"/>
    <dgm:cxn modelId="{5991DB86-F2FC-4150-BE76-15042BF7B5A1}" srcId="{36C13CC5-E67B-43C9-8479-0AC73B04EF84}" destId="{7F948B4B-31CB-42BC-B33F-1FE28927BB62}" srcOrd="2" destOrd="0" parTransId="{47976A09-E9C5-4A6E-B257-E980B9E7EF4C}" sibTransId="{A3ED5BE4-85B8-4AEF-87BA-AF30710E8E79}"/>
    <dgm:cxn modelId="{C413F0A9-800E-4C74-AEC6-C0B3028D1B94}" type="presOf" srcId="{7F948B4B-31CB-42BC-B33F-1FE28927BB62}" destId="{9D196857-BADA-4CFF-A052-AD68D2C18F70}" srcOrd="0" destOrd="0" presId="urn:microsoft.com/office/officeart/2005/8/layout/hierarchy1"/>
    <dgm:cxn modelId="{2D9CBDBB-D124-4434-BED3-F11787AFD5AA}" srcId="{36C13CC5-E67B-43C9-8479-0AC73B04EF84}" destId="{1EE838BC-C5AA-463E-9041-28FD75CA6BCC}" srcOrd="3" destOrd="0" parTransId="{49666AB5-8F6A-439C-87B7-D5899D05D821}" sibTransId="{659D3058-036D-4D13-A150-37D53F3DD301}"/>
    <dgm:cxn modelId="{AAA1CE77-91DE-46A6-BA87-88CC135B0EBF}" type="presParOf" srcId="{6E00D9B1-860D-4501-B763-C160D0CE3C89}" destId="{C126C95E-A141-4016-8ABD-986DC6989E61}" srcOrd="0" destOrd="0" presId="urn:microsoft.com/office/officeart/2005/8/layout/hierarchy1"/>
    <dgm:cxn modelId="{4E268BF2-7849-4B89-B587-A08D5857A178}" type="presParOf" srcId="{C126C95E-A141-4016-8ABD-986DC6989E61}" destId="{E1A7D70B-0171-4BF9-A4EB-36A1415BA4C9}" srcOrd="0" destOrd="0" presId="urn:microsoft.com/office/officeart/2005/8/layout/hierarchy1"/>
    <dgm:cxn modelId="{8840D714-9528-48D1-B183-8AF7F04B3637}" type="presParOf" srcId="{E1A7D70B-0171-4BF9-A4EB-36A1415BA4C9}" destId="{8C255E92-20E9-4E57-8B0C-A08C4EB74610}" srcOrd="0" destOrd="0" presId="urn:microsoft.com/office/officeart/2005/8/layout/hierarchy1"/>
    <dgm:cxn modelId="{5C777899-12A4-44AC-AC01-BA7CE13FB853}" type="presParOf" srcId="{E1A7D70B-0171-4BF9-A4EB-36A1415BA4C9}" destId="{30575948-08C0-446A-86B3-930F951EAE79}" srcOrd="1" destOrd="0" presId="urn:microsoft.com/office/officeart/2005/8/layout/hierarchy1"/>
    <dgm:cxn modelId="{55E2804A-C0F2-4CE8-81E3-91354412055F}" type="presParOf" srcId="{C126C95E-A141-4016-8ABD-986DC6989E61}" destId="{31806F4E-CEAC-4B0A-A7A4-8A5815750376}" srcOrd="1" destOrd="0" presId="urn:microsoft.com/office/officeart/2005/8/layout/hierarchy1"/>
    <dgm:cxn modelId="{EE1A3BEE-FBDD-4AA3-92EF-485196A75025}" type="presParOf" srcId="{6E00D9B1-860D-4501-B763-C160D0CE3C89}" destId="{2725B7D4-BF32-43AE-A374-0986C6E3E449}" srcOrd="1" destOrd="0" presId="urn:microsoft.com/office/officeart/2005/8/layout/hierarchy1"/>
    <dgm:cxn modelId="{9A90188F-EAC4-4C65-A6A4-855FD9109579}" type="presParOf" srcId="{2725B7D4-BF32-43AE-A374-0986C6E3E449}" destId="{8074A152-7424-4F35-B05B-4C6998AA6009}" srcOrd="0" destOrd="0" presId="urn:microsoft.com/office/officeart/2005/8/layout/hierarchy1"/>
    <dgm:cxn modelId="{176394AC-5404-4D15-82A8-EF0F4D6D718E}" type="presParOf" srcId="{8074A152-7424-4F35-B05B-4C6998AA6009}" destId="{0565E217-D95D-4230-83CB-95B6C160D87B}" srcOrd="0" destOrd="0" presId="urn:microsoft.com/office/officeart/2005/8/layout/hierarchy1"/>
    <dgm:cxn modelId="{1762BAE4-D6A0-43DE-972E-FB8E940B8F05}" type="presParOf" srcId="{8074A152-7424-4F35-B05B-4C6998AA6009}" destId="{E7543FFE-75B9-4ECD-95BE-0866D425842B}" srcOrd="1" destOrd="0" presId="urn:microsoft.com/office/officeart/2005/8/layout/hierarchy1"/>
    <dgm:cxn modelId="{F21BE369-DEB6-4386-B7D4-47F7CAE8E8E7}" type="presParOf" srcId="{2725B7D4-BF32-43AE-A374-0986C6E3E449}" destId="{237FFA53-98AD-4A41-AC56-2E66D889042D}" srcOrd="1" destOrd="0" presId="urn:microsoft.com/office/officeart/2005/8/layout/hierarchy1"/>
    <dgm:cxn modelId="{3A8D4BB8-AA06-42EB-9048-8917958EEF14}" type="presParOf" srcId="{6E00D9B1-860D-4501-B763-C160D0CE3C89}" destId="{C409D967-6DFC-4DCA-ACDA-7700E4EE190B}" srcOrd="2" destOrd="0" presId="urn:microsoft.com/office/officeart/2005/8/layout/hierarchy1"/>
    <dgm:cxn modelId="{20CC461F-12E5-4EEA-801F-058F4478055B}" type="presParOf" srcId="{C409D967-6DFC-4DCA-ACDA-7700E4EE190B}" destId="{B33EF0BB-C670-49E9-BFB3-620B94179592}" srcOrd="0" destOrd="0" presId="urn:microsoft.com/office/officeart/2005/8/layout/hierarchy1"/>
    <dgm:cxn modelId="{BB3D228F-CD93-4DAB-913F-CACD39FA5A3F}" type="presParOf" srcId="{B33EF0BB-C670-49E9-BFB3-620B94179592}" destId="{2993B101-8C79-40EE-B564-E37E2D9A3985}" srcOrd="0" destOrd="0" presId="urn:microsoft.com/office/officeart/2005/8/layout/hierarchy1"/>
    <dgm:cxn modelId="{F85219BB-7F02-4C25-8EF3-836396E6D74A}" type="presParOf" srcId="{B33EF0BB-C670-49E9-BFB3-620B94179592}" destId="{9D196857-BADA-4CFF-A052-AD68D2C18F70}" srcOrd="1" destOrd="0" presId="urn:microsoft.com/office/officeart/2005/8/layout/hierarchy1"/>
    <dgm:cxn modelId="{F2C8B31D-6C38-4444-A96C-B787D16FF43B}" type="presParOf" srcId="{C409D967-6DFC-4DCA-ACDA-7700E4EE190B}" destId="{1CAAAE19-F1ED-4693-9A5A-F136E46F0DD2}" srcOrd="1" destOrd="0" presId="urn:microsoft.com/office/officeart/2005/8/layout/hierarchy1"/>
    <dgm:cxn modelId="{A3CC57CB-67AE-47E1-BC0B-DD2C8FB791EB}" type="presParOf" srcId="{6E00D9B1-860D-4501-B763-C160D0CE3C89}" destId="{E93CA9D4-5D69-46BA-ADFE-BFEC57CAFD8B}" srcOrd="3" destOrd="0" presId="urn:microsoft.com/office/officeart/2005/8/layout/hierarchy1"/>
    <dgm:cxn modelId="{8E7DAEC3-D37F-4842-94C9-3992AC02B642}" type="presParOf" srcId="{E93CA9D4-5D69-46BA-ADFE-BFEC57CAFD8B}" destId="{39163969-303E-48FE-82FA-EFAFE2F2624C}" srcOrd="0" destOrd="0" presId="urn:microsoft.com/office/officeart/2005/8/layout/hierarchy1"/>
    <dgm:cxn modelId="{140ECB76-C9F1-4329-881D-C5A1504857EC}" type="presParOf" srcId="{39163969-303E-48FE-82FA-EFAFE2F2624C}" destId="{DDA9625C-7650-4550-B10B-54DC79D4D02D}" srcOrd="0" destOrd="0" presId="urn:microsoft.com/office/officeart/2005/8/layout/hierarchy1"/>
    <dgm:cxn modelId="{188F92E3-F5DE-4722-9C60-8B8E2CDA5938}" type="presParOf" srcId="{39163969-303E-48FE-82FA-EFAFE2F2624C}" destId="{5926F5BB-F995-47E5-98BD-B8BE5E35F034}" srcOrd="1" destOrd="0" presId="urn:microsoft.com/office/officeart/2005/8/layout/hierarchy1"/>
    <dgm:cxn modelId="{A4685933-8CFF-419D-9508-05984FDA8D46}" type="presParOf" srcId="{E93CA9D4-5D69-46BA-ADFE-BFEC57CAFD8B}" destId="{9B933CEF-92DA-4DD8-800F-B36791F3934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E41106-56C6-4BE2-8607-7428B62EA2CD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C1DBF66-C4DE-4E7C-9CD0-D5A0C4272C2E}">
      <dgm:prSet/>
      <dgm:spPr/>
      <dgm:t>
        <a:bodyPr/>
        <a:lstStyle/>
        <a:p>
          <a:r>
            <a:rPr lang="hu-HU"/>
            <a:t>Fontos és sürgős feladatok elkülönítése</a:t>
          </a:r>
          <a:endParaRPr lang="en-US"/>
        </a:p>
      </dgm:t>
    </dgm:pt>
    <dgm:pt modelId="{8B72DCE4-EC5C-4D62-82C8-EDCE148F0628}" type="parTrans" cxnId="{C6F340A9-E700-4D76-B233-55B9381C2DE8}">
      <dgm:prSet/>
      <dgm:spPr/>
      <dgm:t>
        <a:bodyPr/>
        <a:lstStyle/>
        <a:p>
          <a:endParaRPr lang="en-US"/>
        </a:p>
      </dgm:t>
    </dgm:pt>
    <dgm:pt modelId="{AFCDB03F-70BF-48E5-BED8-A465D2C7FCC9}" type="sibTrans" cxnId="{C6F340A9-E700-4D76-B233-55B9381C2DE8}">
      <dgm:prSet/>
      <dgm:spPr/>
      <dgm:t>
        <a:bodyPr/>
        <a:lstStyle/>
        <a:p>
          <a:endParaRPr lang="en-US"/>
        </a:p>
      </dgm:t>
    </dgm:pt>
    <dgm:pt modelId="{5D3D8005-D2BC-4A9D-A2AA-AAD69E77BC6B}">
      <dgm:prSet/>
      <dgm:spPr/>
      <dgm:t>
        <a:bodyPr/>
        <a:lstStyle/>
        <a:p>
          <a:r>
            <a:rPr lang="hu-HU"/>
            <a:t>Nagy feladatok részekre bontása</a:t>
          </a:r>
          <a:endParaRPr lang="en-US"/>
        </a:p>
      </dgm:t>
    </dgm:pt>
    <dgm:pt modelId="{117EB975-DD28-482D-9C97-59D9B4FA7451}" type="parTrans" cxnId="{A38BC5E9-74FB-4857-ADCE-B8554E535203}">
      <dgm:prSet/>
      <dgm:spPr/>
      <dgm:t>
        <a:bodyPr/>
        <a:lstStyle/>
        <a:p>
          <a:endParaRPr lang="en-US"/>
        </a:p>
      </dgm:t>
    </dgm:pt>
    <dgm:pt modelId="{B1BABEB7-A692-4EED-8AEE-752AEF642F4F}" type="sibTrans" cxnId="{A38BC5E9-74FB-4857-ADCE-B8554E535203}">
      <dgm:prSet/>
      <dgm:spPr/>
      <dgm:t>
        <a:bodyPr/>
        <a:lstStyle/>
        <a:p>
          <a:endParaRPr lang="en-US"/>
        </a:p>
      </dgm:t>
    </dgm:pt>
    <dgm:pt modelId="{37E904B8-CDD8-417D-9F54-2B73732E32C1}">
      <dgm:prSet/>
      <dgm:spPr/>
      <dgm:t>
        <a:bodyPr/>
        <a:lstStyle/>
        <a:p>
          <a:r>
            <a:rPr lang="en-DE" dirty="0" err="1"/>
            <a:t>Valósághű</a:t>
          </a:r>
          <a:r>
            <a:rPr lang="hu-HU" dirty="0"/>
            <a:t> célok kitűzése</a:t>
          </a:r>
          <a:endParaRPr lang="en-US" dirty="0"/>
        </a:p>
      </dgm:t>
    </dgm:pt>
    <dgm:pt modelId="{EE6D947F-D981-45FA-8DDE-13AF5C56DCC8}" type="parTrans" cxnId="{F0A20FEB-51C1-465D-901C-A0B735E490F5}">
      <dgm:prSet/>
      <dgm:spPr/>
      <dgm:t>
        <a:bodyPr/>
        <a:lstStyle/>
        <a:p>
          <a:endParaRPr lang="en-US"/>
        </a:p>
      </dgm:t>
    </dgm:pt>
    <dgm:pt modelId="{F058E7A7-CB4D-447E-B161-82256930615C}" type="sibTrans" cxnId="{F0A20FEB-51C1-465D-901C-A0B735E490F5}">
      <dgm:prSet/>
      <dgm:spPr/>
      <dgm:t>
        <a:bodyPr/>
        <a:lstStyle/>
        <a:p>
          <a:endParaRPr lang="en-US"/>
        </a:p>
      </dgm:t>
    </dgm:pt>
    <dgm:pt modelId="{9A2F1AC2-8C31-462A-89E6-52A2A06405BA}">
      <dgm:prSet/>
      <dgm:spPr/>
      <dgm:t>
        <a:bodyPr/>
        <a:lstStyle/>
        <a:p>
          <a:r>
            <a:rPr lang="hu-HU"/>
            <a:t>Haladás nyomon követése</a:t>
          </a:r>
          <a:endParaRPr lang="en-US"/>
        </a:p>
      </dgm:t>
    </dgm:pt>
    <dgm:pt modelId="{29B12456-4F0D-4C20-95C5-13C97C3CA9D6}" type="parTrans" cxnId="{0B0C74C0-5787-42AE-88B6-7F12BF52F99E}">
      <dgm:prSet/>
      <dgm:spPr/>
      <dgm:t>
        <a:bodyPr/>
        <a:lstStyle/>
        <a:p>
          <a:endParaRPr lang="en-US"/>
        </a:p>
      </dgm:t>
    </dgm:pt>
    <dgm:pt modelId="{7DA44D3C-6ACF-438B-9A1F-5B6DD0C50E30}" type="sibTrans" cxnId="{0B0C74C0-5787-42AE-88B6-7F12BF52F99E}">
      <dgm:prSet/>
      <dgm:spPr/>
      <dgm:t>
        <a:bodyPr/>
        <a:lstStyle/>
        <a:p>
          <a:endParaRPr lang="en-US"/>
        </a:p>
      </dgm:t>
    </dgm:pt>
    <dgm:pt modelId="{6EFD7A51-2ECB-432B-90E3-2EAB6B63D524}" type="pres">
      <dgm:prSet presAssocID="{71E41106-56C6-4BE2-8607-7428B62EA2CD}" presName="matrix" presStyleCnt="0">
        <dgm:presLayoutVars>
          <dgm:chMax val="1"/>
          <dgm:dir/>
          <dgm:resizeHandles val="exact"/>
        </dgm:presLayoutVars>
      </dgm:prSet>
      <dgm:spPr/>
    </dgm:pt>
    <dgm:pt modelId="{A8FFC9F7-C451-49A6-983A-8BA1314D386A}" type="pres">
      <dgm:prSet presAssocID="{71E41106-56C6-4BE2-8607-7428B62EA2CD}" presName="diamond" presStyleLbl="bgShp" presStyleIdx="0" presStyleCnt="1"/>
      <dgm:spPr/>
    </dgm:pt>
    <dgm:pt modelId="{667F1EFD-E786-40FF-BD1A-78244CD32F31}" type="pres">
      <dgm:prSet presAssocID="{71E41106-56C6-4BE2-8607-7428B62EA2C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426D11D-B344-417F-B601-F007233A0FA8}" type="pres">
      <dgm:prSet presAssocID="{71E41106-56C6-4BE2-8607-7428B62EA2C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0428E4E-3AE9-4FD6-87DF-C01A9BAF233A}" type="pres">
      <dgm:prSet presAssocID="{71E41106-56C6-4BE2-8607-7428B62EA2C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05EA127-93EE-43C3-A1D4-99AFC5DD8F6D}" type="pres">
      <dgm:prSet presAssocID="{71E41106-56C6-4BE2-8607-7428B62EA2C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8D06965-F6C6-47C0-96D7-EE8EB6889618}" type="presOf" srcId="{9A2F1AC2-8C31-462A-89E6-52A2A06405BA}" destId="{105EA127-93EE-43C3-A1D4-99AFC5DD8F6D}" srcOrd="0" destOrd="0" presId="urn:microsoft.com/office/officeart/2005/8/layout/matrix3"/>
    <dgm:cxn modelId="{C6F340A9-E700-4D76-B233-55B9381C2DE8}" srcId="{71E41106-56C6-4BE2-8607-7428B62EA2CD}" destId="{0C1DBF66-C4DE-4E7C-9CD0-D5A0C4272C2E}" srcOrd="0" destOrd="0" parTransId="{8B72DCE4-EC5C-4D62-82C8-EDCE148F0628}" sibTransId="{AFCDB03F-70BF-48E5-BED8-A465D2C7FCC9}"/>
    <dgm:cxn modelId="{0B0C74C0-5787-42AE-88B6-7F12BF52F99E}" srcId="{71E41106-56C6-4BE2-8607-7428B62EA2CD}" destId="{9A2F1AC2-8C31-462A-89E6-52A2A06405BA}" srcOrd="3" destOrd="0" parTransId="{29B12456-4F0D-4C20-95C5-13C97C3CA9D6}" sibTransId="{7DA44D3C-6ACF-438B-9A1F-5B6DD0C50E30}"/>
    <dgm:cxn modelId="{53FD4FCE-F49E-4430-879A-63DD97A20A56}" type="presOf" srcId="{5D3D8005-D2BC-4A9D-A2AA-AAD69E77BC6B}" destId="{D426D11D-B344-417F-B601-F007233A0FA8}" srcOrd="0" destOrd="0" presId="urn:microsoft.com/office/officeart/2005/8/layout/matrix3"/>
    <dgm:cxn modelId="{A38BC5E9-74FB-4857-ADCE-B8554E535203}" srcId="{71E41106-56C6-4BE2-8607-7428B62EA2CD}" destId="{5D3D8005-D2BC-4A9D-A2AA-AAD69E77BC6B}" srcOrd="1" destOrd="0" parTransId="{117EB975-DD28-482D-9C97-59D9B4FA7451}" sibTransId="{B1BABEB7-A692-4EED-8AEE-752AEF642F4F}"/>
    <dgm:cxn modelId="{C16CBDEA-4ABB-4763-9F02-5AE5683861D1}" type="presOf" srcId="{0C1DBF66-C4DE-4E7C-9CD0-D5A0C4272C2E}" destId="{667F1EFD-E786-40FF-BD1A-78244CD32F31}" srcOrd="0" destOrd="0" presId="urn:microsoft.com/office/officeart/2005/8/layout/matrix3"/>
    <dgm:cxn modelId="{F0A20FEB-51C1-465D-901C-A0B735E490F5}" srcId="{71E41106-56C6-4BE2-8607-7428B62EA2CD}" destId="{37E904B8-CDD8-417D-9F54-2B73732E32C1}" srcOrd="2" destOrd="0" parTransId="{EE6D947F-D981-45FA-8DDE-13AF5C56DCC8}" sibTransId="{F058E7A7-CB4D-447E-B161-82256930615C}"/>
    <dgm:cxn modelId="{201EFEF5-20F1-431D-B76E-274A2AE0D584}" type="presOf" srcId="{37E904B8-CDD8-417D-9F54-2B73732E32C1}" destId="{10428E4E-3AE9-4FD6-87DF-C01A9BAF233A}" srcOrd="0" destOrd="0" presId="urn:microsoft.com/office/officeart/2005/8/layout/matrix3"/>
    <dgm:cxn modelId="{42E88EFA-4EB0-4959-9E3A-917808093B9E}" type="presOf" srcId="{71E41106-56C6-4BE2-8607-7428B62EA2CD}" destId="{6EFD7A51-2ECB-432B-90E3-2EAB6B63D524}" srcOrd="0" destOrd="0" presId="urn:microsoft.com/office/officeart/2005/8/layout/matrix3"/>
    <dgm:cxn modelId="{66EBD4B7-451C-4C93-ABA4-DC271CEA55F9}" type="presParOf" srcId="{6EFD7A51-2ECB-432B-90E3-2EAB6B63D524}" destId="{A8FFC9F7-C451-49A6-983A-8BA1314D386A}" srcOrd="0" destOrd="0" presId="urn:microsoft.com/office/officeart/2005/8/layout/matrix3"/>
    <dgm:cxn modelId="{14882DB3-2D30-4922-B784-800CC241BBC8}" type="presParOf" srcId="{6EFD7A51-2ECB-432B-90E3-2EAB6B63D524}" destId="{667F1EFD-E786-40FF-BD1A-78244CD32F31}" srcOrd="1" destOrd="0" presId="urn:microsoft.com/office/officeart/2005/8/layout/matrix3"/>
    <dgm:cxn modelId="{4CBFA364-B6C5-4B09-83D6-3FE1DE7F10C6}" type="presParOf" srcId="{6EFD7A51-2ECB-432B-90E3-2EAB6B63D524}" destId="{D426D11D-B344-417F-B601-F007233A0FA8}" srcOrd="2" destOrd="0" presId="urn:microsoft.com/office/officeart/2005/8/layout/matrix3"/>
    <dgm:cxn modelId="{36DCB1E0-316E-4EC4-97DA-738DD16BF4A9}" type="presParOf" srcId="{6EFD7A51-2ECB-432B-90E3-2EAB6B63D524}" destId="{10428E4E-3AE9-4FD6-87DF-C01A9BAF233A}" srcOrd="3" destOrd="0" presId="urn:microsoft.com/office/officeart/2005/8/layout/matrix3"/>
    <dgm:cxn modelId="{C984ECE8-27B9-416B-A2F3-1AA4E328E146}" type="presParOf" srcId="{6EFD7A51-2ECB-432B-90E3-2EAB6B63D524}" destId="{105EA127-93EE-43C3-A1D4-99AFC5DD8F6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4D7D86-E5F4-40E9-B90A-0D66F1F20A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8250EB-960B-4BA6-AD3D-301AAE67A02C}">
      <dgm:prSet/>
      <dgm:spPr/>
      <dgm:t>
        <a:bodyPr/>
        <a:lstStyle/>
        <a:p>
          <a:r>
            <a:rPr lang="hu-HU"/>
            <a:t>Napi és heti tervek készítése</a:t>
          </a:r>
          <a:endParaRPr lang="en-US"/>
        </a:p>
      </dgm:t>
    </dgm:pt>
    <dgm:pt modelId="{03E374E5-A4C3-4642-B5CF-C34689137414}" type="parTrans" cxnId="{7A2F5055-68FF-4770-A99B-49B68CA8B5E7}">
      <dgm:prSet/>
      <dgm:spPr/>
      <dgm:t>
        <a:bodyPr/>
        <a:lstStyle/>
        <a:p>
          <a:endParaRPr lang="en-US"/>
        </a:p>
      </dgm:t>
    </dgm:pt>
    <dgm:pt modelId="{E02716BA-BA08-454A-A3BE-21FACCC68AF3}" type="sibTrans" cxnId="{7A2F5055-68FF-4770-A99B-49B68CA8B5E7}">
      <dgm:prSet/>
      <dgm:spPr/>
      <dgm:t>
        <a:bodyPr/>
        <a:lstStyle/>
        <a:p>
          <a:endParaRPr lang="en-US"/>
        </a:p>
      </dgm:t>
    </dgm:pt>
    <dgm:pt modelId="{B87DF825-27A6-4D72-918D-A6429300F042}">
      <dgm:prSet/>
      <dgm:spPr/>
      <dgm:t>
        <a:bodyPr/>
        <a:lstStyle/>
        <a:p>
          <a:r>
            <a:rPr lang="hu-HU"/>
            <a:t>Tanulási blokkok használata</a:t>
          </a:r>
          <a:endParaRPr lang="en-US"/>
        </a:p>
      </dgm:t>
    </dgm:pt>
    <dgm:pt modelId="{292A86CA-7752-4417-9BBF-152F3194000E}" type="parTrans" cxnId="{C72CC675-4FB7-464A-9E88-0104DB7A043E}">
      <dgm:prSet/>
      <dgm:spPr/>
      <dgm:t>
        <a:bodyPr/>
        <a:lstStyle/>
        <a:p>
          <a:endParaRPr lang="en-US"/>
        </a:p>
      </dgm:t>
    </dgm:pt>
    <dgm:pt modelId="{FBAFEFF6-FD12-40A2-8F51-8F8C28BDC47C}" type="sibTrans" cxnId="{C72CC675-4FB7-464A-9E88-0104DB7A043E}">
      <dgm:prSet/>
      <dgm:spPr/>
      <dgm:t>
        <a:bodyPr/>
        <a:lstStyle/>
        <a:p>
          <a:endParaRPr lang="en-US"/>
        </a:p>
      </dgm:t>
    </dgm:pt>
    <dgm:pt modelId="{D4219D95-3E3B-4E0C-8AB8-F7BE05435BAF}">
      <dgm:prSet/>
      <dgm:spPr/>
      <dgm:t>
        <a:bodyPr/>
        <a:lstStyle/>
        <a:p>
          <a:r>
            <a:rPr lang="hu-HU"/>
            <a:t>Szünetek beiktatása</a:t>
          </a:r>
          <a:endParaRPr lang="en-US"/>
        </a:p>
      </dgm:t>
    </dgm:pt>
    <dgm:pt modelId="{A9714AF7-FA04-4D6F-B0A5-BBE58B7C4E73}" type="parTrans" cxnId="{5F603BF3-2034-40F7-8D88-553EE224F1EA}">
      <dgm:prSet/>
      <dgm:spPr/>
      <dgm:t>
        <a:bodyPr/>
        <a:lstStyle/>
        <a:p>
          <a:endParaRPr lang="en-US"/>
        </a:p>
      </dgm:t>
    </dgm:pt>
    <dgm:pt modelId="{576B7E9A-FB08-4EB8-87C8-C67A8C2D685A}" type="sibTrans" cxnId="{5F603BF3-2034-40F7-8D88-553EE224F1EA}">
      <dgm:prSet/>
      <dgm:spPr/>
      <dgm:t>
        <a:bodyPr/>
        <a:lstStyle/>
        <a:p>
          <a:endParaRPr lang="en-US"/>
        </a:p>
      </dgm:t>
    </dgm:pt>
    <dgm:pt modelId="{13A5845C-F698-4EA3-91F1-8343893AF866}">
      <dgm:prSet/>
      <dgm:spPr/>
      <dgm:t>
        <a:bodyPr/>
        <a:lstStyle/>
        <a:p>
          <a:r>
            <a:rPr lang="hu-HU"/>
            <a:t>Halogatás csökkentése</a:t>
          </a:r>
          <a:endParaRPr lang="en-US"/>
        </a:p>
      </dgm:t>
    </dgm:pt>
    <dgm:pt modelId="{7BD7A3FA-7170-4BB5-89D1-0207D218263B}" type="parTrans" cxnId="{BC9CA1D8-859A-476E-89BF-875FAD1EDE8A}">
      <dgm:prSet/>
      <dgm:spPr/>
      <dgm:t>
        <a:bodyPr/>
        <a:lstStyle/>
        <a:p>
          <a:endParaRPr lang="en-US"/>
        </a:p>
      </dgm:t>
    </dgm:pt>
    <dgm:pt modelId="{20CFE3BB-B8BA-4544-83AB-F506504E26B0}" type="sibTrans" cxnId="{BC9CA1D8-859A-476E-89BF-875FAD1EDE8A}">
      <dgm:prSet/>
      <dgm:spPr/>
      <dgm:t>
        <a:bodyPr/>
        <a:lstStyle/>
        <a:p>
          <a:endParaRPr lang="en-US"/>
        </a:p>
      </dgm:t>
    </dgm:pt>
    <dgm:pt modelId="{022C41F9-1725-4839-B26E-CB9E24885239}" type="pres">
      <dgm:prSet presAssocID="{4A4D7D86-E5F4-40E9-B90A-0D66F1F20ADE}" presName="linear" presStyleCnt="0">
        <dgm:presLayoutVars>
          <dgm:animLvl val="lvl"/>
          <dgm:resizeHandles val="exact"/>
        </dgm:presLayoutVars>
      </dgm:prSet>
      <dgm:spPr/>
    </dgm:pt>
    <dgm:pt modelId="{68A0BE9E-23AA-4793-B38C-9F35EB922058}" type="pres">
      <dgm:prSet presAssocID="{038250EB-960B-4BA6-AD3D-301AAE67A02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7944551-7DB2-4979-A7E9-5CCED30E2EE9}" type="pres">
      <dgm:prSet presAssocID="{E02716BA-BA08-454A-A3BE-21FACCC68AF3}" presName="spacer" presStyleCnt="0"/>
      <dgm:spPr/>
    </dgm:pt>
    <dgm:pt modelId="{DEDE9DC3-1E32-41FB-B7FB-C6DCDE8E8473}" type="pres">
      <dgm:prSet presAssocID="{B87DF825-27A6-4D72-918D-A6429300F04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79FDD7D-3EAF-4792-B031-66C733A553AE}" type="pres">
      <dgm:prSet presAssocID="{FBAFEFF6-FD12-40A2-8F51-8F8C28BDC47C}" presName="spacer" presStyleCnt="0"/>
      <dgm:spPr/>
    </dgm:pt>
    <dgm:pt modelId="{88A47139-B388-491F-84A9-0DA706CF4F2B}" type="pres">
      <dgm:prSet presAssocID="{D4219D95-3E3B-4E0C-8AB8-F7BE05435BA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94787A-9A60-48AC-AEAF-85AA575AA45E}" type="pres">
      <dgm:prSet presAssocID="{576B7E9A-FB08-4EB8-87C8-C67A8C2D685A}" presName="spacer" presStyleCnt="0"/>
      <dgm:spPr/>
    </dgm:pt>
    <dgm:pt modelId="{C97A93F6-27F1-444F-8360-B0F51130B489}" type="pres">
      <dgm:prSet presAssocID="{13A5845C-F698-4EA3-91F1-8343893AF86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4EFD84E-0BDD-4C78-BE38-8F0C177BC14A}" type="presOf" srcId="{038250EB-960B-4BA6-AD3D-301AAE67A02C}" destId="{68A0BE9E-23AA-4793-B38C-9F35EB922058}" srcOrd="0" destOrd="0" presId="urn:microsoft.com/office/officeart/2005/8/layout/vList2"/>
    <dgm:cxn modelId="{7A2F5055-68FF-4770-A99B-49B68CA8B5E7}" srcId="{4A4D7D86-E5F4-40E9-B90A-0D66F1F20ADE}" destId="{038250EB-960B-4BA6-AD3D-301AAE67A02C}" srcOrd="0" destOrd="0" parTransId="{03E374E5-A4C3-4642-B5CF-C34689137414}" sibTransId="{E02716BA-BA08-454A-A3BE-21FACCC68AF3}"/>
    <dgm:cxn modelId="{92F8B855-2D9F-4588-9768-028CAE084326}" type="presOf" srcId="{13A5845C-F698-4EA3-91F1-8343893AF866}" destId="{C97A93F6-27F1-444F-8360-B0F51130B489}" srcOrd="0" destOrd="0" presId="urn:microsoft.com/office/officeart/2005/8/layout/vList2"/>
    <dgm:cxn modelId="{C72CC675-4FB7-464A-9E88-0104DB7A043E}" srcId="{4A4D7D86-E5F4-40E9-B90A-0D66F1F20ADE}" destId="{B87DF825-27A6-4D72-918D-A6429300F042}" srcOrd="1" destOrd="0" parTransId="{292A86CA-7752-4417-9BBF-152F3194000E}" sibTransId="{FBAFEFF6-FD12-40A2-8F51-8F8C28BDC47C}"/>
    <dgm:cxn modelId="{9963B9B9-3ABD-46D5-BB40-260B11714202}" type="presOf" srcId="{B87DF825-27A6-4D72-918D-A6429300F042}" destId="{DEDE9DC3-1E32-41FB-B7FB-C6DCDE8E8473}" srcOrd="0" destOrd="0" presId="urn:microsoft.com/office/officeart/2005/8/layout/vList2"/>
    <dgm:cxn modelId="{FB9C5EC8-3A98-49C1-80AA-796509225972}" type="presOf" srcId="{4A4D7D86-E5F4-40E9-B90A-0D66F1F20ADE}" destId="{022C41F9-1725-4839-B26E-CB9E24885239}" srcOrd="0" destOrd="0" presId="urn:microsoft.com/office/officeart/2005/8/layout/vList2"/>
    <dgm:cxn modelId="{BC9CA1D8-859A-476E-89BF-875FAD1EDE8A}" srcId="{4A4D7D86-E5F4-40E9-B90A-0D66F1F20ADE}" destId="{13A5845C-F698-4EA3-91F1-8343893AF866}" srcOrd="3" destOrd="0" parTransId="{7BD7A3FA-7170-4BB5-89D1-0207D218263B}" sibTransId="{20CFE3BB-B8BA-4544-83AB-F506504E26B0}"/>
    <dgm:cxn modelId="{5F603BF3-2034-40F7-8D88-553EE224F1EA}" srcId="{4A4D7D86-E5F4-40E9-B90A-0D66F1F20ADE}" destId="{D4219D95-3E3B-4E0C-8AB8-F7BE05435BAF}" srcOrd="2" destOrd="0" parTransId="{A9714AF7-FA04-4D6F-B0A5-BBE58B7C4E73}" sibTransId="{576B7E9A-FB08-4EB8-87C8-C67A8C2D685A}"/>
    <dgm:cxn modelId="{23C4DEF9-E54B-4E10-A10B-5F49D49D62A2}" type="presOf" srcId="{D4219D95-3E3B-4E0C-8AB8-F7BE05435BAF}" destId="{88A47139-B388-491F-84A9-0DA706CF4F2B}" srcOrd="0" destOrd="0" presId="urn:microsoft.com/office/officeart/2005/8/layout/vList2"/>
    <dgm:cxn modelId="{DD9C8A35-100D-4333-AC8C-930E4B763A77}" type="presParOf" srcId="{022C41F9-1725-4839-B26E-CB9E24885239}" destId="{68A0BE9E-23AA-4793-B38C-9F35EB922058}" srcOrd="0" destOrd="0" presId="urn:microsoft.com/office/officeart/2005/8/layout/vList2"/>
    <dgm:cxn modelId="{1AA2ADEE-996A-440F-A9C6-E7C0280FD1AA}" type="presParOf" srcId="{022C41F9-1725-4839-B26E-CB9E24885239}" destId="{B7944551-7DB2-4979-A7E9-5CCED30E2EE9}" srcOrd="1" destOrd="0" presId="urn:microsoft.com/office/officeart/2005/8/layout/vList2"/>
    <dgm:cxn modelId="{11070FAF-51A9-4719-9CA8-4824993DD58D}" type="presParOf" srcId="{022C41F9-1725-4839-B26E-CB9E24885239}" destId="{DEDE9DC3-1E32-41FB-B7FB-C6DCDE8E8473}" srcOrd="2" destOrd="0" presId="urn:microsoft.com/office/officeart/2005/8/layout/vList2"/>
    <dgm:cxn modelId="{B7B593E8-2EF9-4ED6-89EF-B048AE5C9061}" type="presParOf" srcId="{022C41F9-1725-4839-B26E-CB9E24885239}" destId="{379FDD7D-3EAF-4792-B031-66C733A553AE}" srcOrd="3" destOrd="0" presId="urn:microsoft.com/office/officeart/2005/8/layout/vList2"/>
    <dgm:cxn modelId="{63073F67-DD6F-4F58-9FF3-7E80A91F1DAD}" type="presParOf" srcId="{022C41F9-1725-4839-B26E-CB9E24885239}" destId="{88A47139-B388-491F-84A9-0DA706CF4F2B}" srcOrd="4" destOrd="0" presId="urn:microsoft.com/office/officeart/2005/8/layout/vList2"/>
    <dgm:cxn modelId="{1B91BBA2-7D59-4B62-A3E4-7BB5ED774D80}" type="presParOf" srcId="{022C41F9-1725-4839-B26E-CB9E24885239}" destId="{0D94787A-9A60-48AC-AEAF-85AA575AA45E}" srcOrd="5" destOrd="0" presId="urn:microsoft.com/office/officeart/2005/8/layout/vList2"/>
    <dgm:cxn modelId="{1D70C919-0F8F-436C-A163-960315B9FC20}" type="presParOf" srcId="{022C41F9-1725-4839-B26E-CB9E24885239}" destId="{C97A93F6-27F1-444F-8360-B0F51130B48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51EA99-5FA8-4BE0-A787-45BE4DD60E3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6DEE035-C19D-4D10-9EF0-59D52704C176}">
      <dgm:prSet/>
      <dgm:spPr/>
      <dgm:t>
        <a:bodyPr/>
        <a:lstStyle/>
        <a:p>
          <a:r>
            <a:rPr lang="hu-HU"/>
            <a:t>Határidőnapló vagy digitális naptár</a:t>
          </a:r>
          <a:endParaRPr lang="en-US"/>
        </a:p>
      </dgm:t>
    </dgm:pt>
    <dgm:pt modelId="{7B2DBA33-36CE-480B-8351-D19D0C1BF678}" type="parTrans" cxnId="{E086783F-87C7-4A66-9F1D-8E41C5E54169}">
      <dgm:prSet/>
      <dgm:spPr/>
      <dgm:t>
        <a:bodyPr/>
        <a:lstStyle/>
        <a:p>
          <a:endParaRPr lang="en-US"/>
        </a:p>
      </dgm:t>
    </dgm:pt>
    <dgm:pt modelId="{66B27552-4FE5-449C-93DC-3A94FF2EFD78}" type="sibTrans" cxnId="{E086783F-87C7-4A66-9F1D-8E41C5E54169}">
      <dgm:prSet/>
      <dgm:spPr/>
      <dgm:t>
        <a:bodyPr/>
        <a:lstStyle/>
        <a:p>
          <a:endParaRPr lang="en-US"/>
        </a:p>
      </dgm:t>
    </dgm:pt>
    <dgm:pt modelId="{6F04C9D6-EB70-4B4F-8DE4-7994914BEA5F}">
      <dgm:prSet/>
      <dgm:spPr/>
      <dgm:t>
        <a:bodyPr/>
        <a:lstStyle/>
        <a:p>
          <a:r>
            <a:rPr lang="hu-HU"/>
            <a:t>To-do listák használata</a:t>
          </a:r>
          <a:endParaRPr lang="en-US"/>
        </a:p>
      </dgm:t>
    </dgm:pt>
    <dgm:pt modelId="{E1F1820D-E354-4439-89DF-4D4D0B38FBF6}" type="parTrans" cxnId="{E2EC0A70-F75B-4846-AF3D-0FB839482E45}">
      <dgm:prSet/>
      <dgm:spPr/>
      <dgm:t>
        <a:bodyPr/>
        <a:lstStyle/>
        <a:p>
          <a:endParaRPr lang="en-US"/>
        </a:p>
      </dgm:t>
    </dgm:pt>
    <dgm:pt modelId="{2F138359-686B-4C93-84E5-39ADD89A694D}" type="sibTrans" cxnId="{E2EC0A70-F75B-4846-AF3D-0FB839482E45}">
      <dgm:prSet/>
      <dgm:spPr/>
      <dgm:t>
        <a:bodyPr/>
        <a:lstStyle/>
        <a:p>
          <a:endParaRPr lang="en-US"/>
        </a:p>
      </dgm:t>
    </dgm:pt>
    <dgm:pt modelId="{B77C70CE-307B-4C94-B123-DD854594F9BF}">
      <dgm:prSet/>
      <dgm:spPr/>
      <dgm:t>
        <a:bodyPr/>
        <a:lstStyle/>
        <a:p>
          <a:r>
            <a:rPr lang="hu-HU"/>
            <a:t>Emlékeztetők beállítása</a:t>
          </a:r>
          <a:endParaRPr lang="en-US"/>
        </a:p>
      </dgm:t>
    </dgm:pt>
    <dgm:pt modelId="{64964129-955D-42D9-84A4-A136A63C0E2E}" type="parTrans" cxnId="{D6C6BEC4-8ACE-4397-B54C-66F8AE59CCE8}">
      <dgm:prSet/>
      <dgm:spPr/>
      <dgm:t>
        <a:bodyPr/>
        <a:lstStyle/>
        <a:p>
          <a:endParaRPr lang="en-US"/>
        </a:p>
      </dgm:t>
    </dgm:pt>
    <dgm:pt modelId="{3FA0CA77-6E56-4191-B1F7-C797E373A24A}" type="sibTrans" cxnId="{D6C6BEC4-8ACE-4397-B54C-66F8AE59CCE8}">
      <dgm:prSet/>
      <dgm:spPr/>
      <dgm:t>
        <a:bodyPr/>
        <a:lstStyle/>
        <a:p>
          <a:endParaRPr lang="en-US"/>
        </a:p>
      </dgm:t>
    </dgm:pt>
    <dgm:pt modelId="{44829776-A765-4D44-8EA3-A4B90287BA04}">
      <dgm:prSet/>
      <dgm:spPr/>
      <dgm:t>
        <a:bodyPr/>
        <a:lstStyle/>
        <a:p>
          <a:r>
            <a:rPr lang="hu-HU"/>
            <a:t>Rendszeres önellenőrzés</a:t>
          </a:r>
          <a:endParaRPr lang="en-US"/>
        </a:p>
      </dgm:t>
    </dgm:pt>
    <dgm:pt modelId="{C5474B88-2FEF-4411-86A1-938011C062C2}" type="parTrans" cxnId="{CF328159-88AE-4944-9868-32F26BF217D3}">
      <dgm:prSet/>
      <dgm:spPr/>
      <dgm:t>
        <a:bodyPr/>
        <a:lstStyle/>
        <a:p>
          <a:endParaRPr lang="en-US"/>
        </a:p>
      </dgm:t>
    </dgm:pt>
    <dgm:pt modelId="{06A76B16-16F9-48DA-B477-05428C259BC8}" type="sibTrans" cxnId="{CF328159-88AE-4944-9868-32F26BF217D3}">
      <dgm:prSet/>
      <dgm:spPr/>
      <dgm:t>
        <a:bodyPr/>
        <a:lstStyle/>
        <a:p>
          <a:endParaRPr lang="en-US"/>
        </a:p>
      </dgm:t>
    </dgm:pt>
    <dgm:pt modelId="{22EF2C41-3565-402A-9C72-45876BCE4922}" type="pres">
      <dgm:prSet presAssocID="{0D51EA99-5FA8-4BE0-A787-45BE4DD60E36}" presName="linear" presStyleCnt="0">
        <dgm:presLayoutVars>
          <dgm:animLvl val="lvl"/>
          <dgm:resizeHandles val="exact"/>
        </dgm:presLayoutVars>
      </dgm:prSet>
      <dgm:spPr/>
    </dgm:pt>
    <dgm:pt modelId="{DB905FF4-AD5B-4436-BE8F-F9022A8EB476}" type="pres">
      <dgm:prSet presAssocID="{66DEE035-C19D-4D10-9EF0-59D52704C17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2B90D2-38BC-408C-834B-1199C0F99AF0}" type="pres">
      <dgm:prSet presAssocID="{66B27552-4FE5-449C-93DC-3A94FF2EFD78}" presName="spacer" presStyleCnt="0"/>
      <dgm:spPr/>
    </dgm:pt>
    <dgm:pt modelId="{5CF955DA-D246-48BA-A80E-CC9CFB13749D}" type="pres">
      <dgm:prSet presAssocID="{6F04C9D6-EB70-4B4F-8DE4-7994914BEA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8A8221-1245-4E4B-9BDD-2F3229D541CD}" type="pres">
      <dgm:prSet presAssocID="{2F138359-686B-4C93-84E5-39ADD89A694D}" presName="spacer" presStyleCnt="0"/>
      <dgm:spPr/>
    </dgm:pt>
    <dgm:pt modelId="{14B3C4C9-D74D-4B08-80F0-0C53E5337ED2}" type="pres">
      <dgm:prSet presAssocID="{B77C70CE-307B-4C94-B123-DD854594F9B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286A8A-B722-43BD-A51F-CA553BF36B97}" type="pres">
      <dgm:prSet presAssocID="{3FA0CA77-6E56-4191-B1F7-C797E373A24A}" presName="spacer" presStyleCnt="0"/>
      <dgm:spPr/>
    </dgm:pt>
    <dgm:pt modelId="{EC1F65F0-7A49-480E-BD8B-FDBC4416EF88}" type="pres">
      <dgm:prSet presAssocID="{44829776-A765-4D44-8EA3-A4B90287BA0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7A18318-15C3-42F3-A012-2C7D2F5942A3}" type="presOf" srcId="{44829776-A765-4D44-8EA3-A4B90287BA04}" destId="{EC1F65F0-7A49-480E-BD8B-FDBC4416EF88}" srcOrd="0" destOrd="0" presId="urn:microsoft.com/office/officeart/2005/8/layout/vList2"/>
    <dgm:cxn modelId="{E086783F-87C7-4A66-9F1D-8E41C5E54169}" srcId="{0D51EA99-5FA8-4BE0-A787-45BE4DD60E36}" destId="{66DEE035-C19D-4D10-9EF0-59D52704C176}" srcOrd="0" destOrd="0" parTransId="{7B2DBA33-36CE-480B-8351-D19D0C1BF678}" sibTransId="{66B27552-4FE5-449C-93DC-3A94FF2EFD78}"/>
    <dgm:cxn modelId="{E2EC0A70-F75B-4846-AF3D-0FB839482E45}" srcId="{0D51EA99-5FA8-4BE0-A787-45BE4DD60E36}" destId="{6F04C9D6-EB70-4B4F-8DE4-7994914BEA5F}" srcOrd="1" destOrd="0" parTransId="{E1F1820D-E354-4439-89DF-4D4D0B38FBF6}" sibTransId="{2F138359-686B-4C93-84E5-39ADD89A694D}"/>
    <dgm:cxn modelId="{1F75FF54-3B76-4E85-9757-C582751C16F0}" type="presOf" srcId="{6F04C9D6-EB70-4B4F-8DE4-7994914BEA5F}" destId="{5CF955DA-D246-48BA-A80E-CC9CFB13749D}" srcOrd="0" destOrd="0" presId="urn:microsoft.com/office/officeart/2005/8/layout/vList2"/>
    <dgm:cxn modelId="{CF328159-88AE-4944-9868-32F26BF217D3}" srcId="{0D51EA99-5FA8-4BE0-A787-45BE4DD60E36}" destId="{44829776-A765-4D44-8EA3-A4B90287BA04}" srcOrd="3" destOrd="0" parTransId="{C5474B88-2FEF-4411-86A1-938011C062C2}" sibTransId="{06A76B16-16F9-48DA-B477-05428C259BC8}"/>
    <dgm:cxn modelId="{D6C6BEC4-8ACE-4397-B54C-66F8AE59CCE8}" srcId="{0D51EA99-5FA8-4BE0-A787-45BE4DD60E36}" destId="{B77C70CE-307B-4C94-B123-DD854594F9BF}" srcOrd="2" destOrd="0" parTransId="{64964129-955D-42D9-84A4-A136A63C0E2E}" sibTransId="{3FA0CA77-6E56-4191-B1F7-C797E373A24A}"/>
    <dgm:cxn modelId="{2E62ACF9-3F3A-450D-A55A-163C497DD315}" type="presOf" srcId="{66DEE035-C19D-4D10-9EF0-59D52704C176}" destId="{DB905FF4-AD5B-4436-BE8F-F9022A8EB476}" srcOrd="0" destOrd="0" presId="urn:microsoft.com/office/officeart/2005/8/layout/vList2"/>
    <dgm:cxn modelId="{DAECB1F9-7857-47BC-B52B-6B38A1AB94D6}" type="presOf" srcId="{B77C70CE-307B-4C94-B123-DD854594F9BF}" destId="{14B3C4C9-D74D-4B08-80F0-0C53E5337ED2}" srcOrd="0" destOrd="0" presId="urn:microsoft.com/office/officeart/2005/8/layout/vList2"/>
    <dgm:cxn modelId="{948EDDFD-9F7C-45EB-9ED4-FFD0273FFA4F}" type="presOf" srcId="{0D51EA99-5FA8-4BE0-A787-45BE4DD60E36}" destId="{22EF2C41-3565-402A-9C72-45876BCE4922}" srcOrd="0" destOrd="0" presId="urn:microsoft.com/office/officeart/2005/8/layout/vList2"/>
    <dgm:cxn modelId="{F359BFEE-F8C3-4A35-B522-AC9094DF2FF0}" type="presParOf" srcId="{22EF2C41-3565-402A-9C72-45876BCE4922}" destId="{DB905FF4-AD5B-4436-BE8F-F9022A8EB476}" srcOrd="0" destOrd="0" presId="urn:microsoft.com/office/officeart/2005/8/layout/vList2"/>
    <dgm:cxn modelId="{335985A7-BF61-4686-8123-BD0A7D68E775}" type="presParOf" srcId="{22EF2C41-3565-402A-9C72-45876BCE4922}" destId="{032B90D2-38BC-408C-834B-1199C0F99AF0}" srcOrd="1" destOrd="0" presId="urn:microsoft.com/office/officeart/2005/8/layout/vList2"/>
    <dgm:cxn modelId="{F4E9E535-80D4-4EFA-A306-0208D2E540DF}" type="presParOf" srcId="{22EF2C41-3565-402A-9C72-45876BCE4922}" destId="{5CF955DA-D246-48BA-A80E-CC9CFB13749D}" srcOrd="2" destOrd="0" presId="urn:microsoft.com/office/officeart/2005/8/layout/vList2"/>
    <dgm:cxn modelId="{D77ECE78-4FCF-43D4-BED9-3393670A1680}" type="presParOf" srcId="{22EF2C41-3565-402A-9C72-45876BCE4922}" destId="{0D8A8221-1245-4E4B-9BDD-2F3229D541CD}" srcOrd="3" destOrd="0" presId="urn:microsoft.com/office/officeart/2005/8/layout/vList2"/>
    <dgm:cxn modelId="{D8E7433E-BE65-4509-981D-B3195A0342E5}" type="presParOf" srcId="{22EF2C41-3565-402A-9C72-45876BCE4922}" destId="{14B3C4C9-D74D-4B08-80F0-0C53E5337ED2}" srcOrd="4" destOrd="0" presId="urn:microsoft.com/office/officeart/2005/8/layout/vList2"/>
    <dgm:cxn modelId="{B5079136-9371-437A-8E82-7266993307E0}" type="presParOf" srcId="{22EF2C41-3565-402A-9C72-45876BCE4922}" destId="{F4286A8A-B722-43BD-A51F-CA553BF36B97}" srcOrd="5" destOrd="0" presId="urn:microsoft.com/office/officeart/2005/8/layout/vList2"/>
    <dgm:cxn modelId="{5043BC33-6CE8-4ABC-BB1C-756B984882E8}" type="presParOf" srcId="{22EF2C41-3565-402A-9C72-45876BCE4922}" destId="{EC1F65F0-7A49-480E-BD8B-FDBC4416EF8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AB5DCE-C2E9-4836-B235-859C85D374ED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Feladatok tudatos megtervezése</a:t>
          </a:r>
          <a:endParaRPr lang="en-US" sz="4000" kern="1200"/>
        </a:p>
      </dsp:txBody>
      <dsp:txXfrm>
        <a:off x="47976" y="85244"/>
        <a:ext cx="10419648" cy="886848"/>
      </dsp:txXfrm>
    </dsp:sp>
    <dsp:sp modelId="{C1B2832A-F382-48DE-AA63-7C8A93FB68E3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Célok meghatározása előre</a:t>
          </a:r>
          <a:endParaRPr lang="en-US" sz="4000" kern="1200"/>
        </a:p>
      </dsp:txBody>
      <dsp:txXfrm>
        <a:off x="47976" y="1183245"/>
        <a:ext cx="10419648" cy="886848"/>
      </dsp:txXfrm>
    </dsp:sp>
    <dsp:sp modelId="{01D0EA48-7BD7-4BBD-B4B6-8029FBF59207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Idő és energia jobb kihasználása</a:t>
          </a:r>
          <a:endParaRPr lang="en-US" sz="4000" kern="1200"/>
        </a:p>
      </dsp:txBody>
      <dsp:txXfrm>
        <a:off x="47976" y="2281245"/>
        <a:ext cx="10419648" cy="886848"/>
      </dsp:txXfrm>
    </dsp:sp>
    <dsp:sp modelId="{D71D2B05-A451-4EED-B50A-4E431134E74C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Kevesebb stressz a mindennapokban</a:t>
          </a:r>
          <a:endParaRPr lang="en-US" sz="4000" kern="1200"/>
        </a:p>
      </dsp:txBody>
      <dsp:txXfrm>
        <a:off x="47976" y="3379245"/>
        <a:ext cx="10419648" cy="886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55E92-20E9-4E57-8B0C-A08C4EB74610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75948-08C0-446A-86B3-930F951EAE79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Elkerülhető a kapkodás</a:t>
          </a:r>
          <a:endParaRPr lang="en-US" sz="2700" kern="1200"/>
        </a:p>
      </dsp:txBody>
      <dsp:txXfrm>
        <a:off x="299702" y="1282093"/>
        <a:ext cx="2200851" cy="1366505"/>
      </dsp:txXfrm>
    </dsp:sp>
    <dsp:sp modelId="{0565E217-D95D-4230-83CB-95B6C160D87B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43FFE-75B9-4ECD-95BE-0866D425842B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 dirty="0"/>
            <a:t>Jobb teljesítmény</a:t>
          </a:r>
          <a:endParaRPr lang="en-US" sz="2700" kern="1200" dirty="0"/>
        </a:p>
      </dsp:txBody>
      <dsp:txXfrm>
        <a:off x="3093555" y="1282093"/>
        <a:ext cx="2200851" cy="1366505"/>
      </dsp:txXfrm>
    </dsp:sp>
    <dsp:sp modelId="{2993B101-8C79-40EE-B564-E37E2D9A3985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96857-BADA-4CFF-A052-AD68D2C18F70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Könnyebb határidőket tartani</a:t>
          </a:r>
          <a:endParaRPr lang="en-US" sz="2700" kern="1200"/>
        </a:p>
      </dsp:txBody>
      <dsp:txXfrm>
        <a:off x="5887408" y="1282093"/>
        <a:ext cx="2200851" cy="1366505"/>
      </dsp:txXfrm>
    </dsp:sp>
    <dsp:sp modelId="{DDA9625C-7650-4550-B10B-54DC79D4D02D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6F5BB-F995-47E5-98BD-B8BE5E35F034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Több szabadidő marad</a:t>
          </a:r>
          <a:endParaRPr lang="en-US" sz="27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FC9F7-C451-49A6-983A-8BA1314D386A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F1EFD-E786-40FF-BD1A-78244CD32F31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Fontos és sürgős feladatok elkülönítése</a:t>
          </a:r>
          <a:endParaRPr lang="en-US" sz="1900" kern="1200"/>
        </a:p>
      </dsp:txBody>
      <dsp:txXfrm>
        <a:off x="3845652" y="478140"/>
        <a:ext cx="1475545" cy="1475545"/>
      </dsp:txXfrm>
    </dsp:sp>
    <dsp:sp modelId="{D426D11D-B344-417F-B601-F007233A0FA8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Nagy feladatok részekre bontása</a:t>
          </a:r>
          <a:endParaRPr lang="en-US" sz="1900" kern="1200"/>
        </a:p>
      </dsp:txBody>
      <dsp:txXfrm>
        <a:off x="5606630" y="478140"/>
        <a:ext cx="1475545" cy="1475545"/>
      </dsp:txXfrm>
    </dsp:sp>
    <dsp:sp modelId="{10428E4E-3AE9-4FD6-87DF-C01A9BAF233A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900" kern="1200" dirty="0" err="1"/>
            <a:t>Valósághű</a:t>
          </a:r>
          <a:r>
            <a:rPr lang="hu-HU" sz="1900" kern="1200" dirty="0"/>
            <a:t> célok kitűzése</a:t>
          </a:r>
          <a:endParaRPr lang="en-US" sz="1900" kern="1200" dirty="0"/>
        </a:p>
      </dsp:txBody>
      <dsp:txXfrm>
        <a:off x="3845652" y="2239118"/>
        <a:ext cx="1475545" cy="1475545"/>
      </dsp:txXfrm>
    </dsp:sp>
    <dsp:sp modelId="{105EA127-93EE-43C3-A1D4-99AFC5DD8F6D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Haladás nyomon követése</a:t>
          </a:r>
          <a:endParaRPr lang="en-US" sz="1900" kern="1200"/>
        </a:p>
      </dsp:txBody>
      <dsp:txXfrm>
        <a:off x="5606630" y="2239118"/>
        <a:ext cx="1475545" cy="14755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0BE9E-23AA-4793-B38C-9F35EB922058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Napi és heti tervek készítése</a:t>
          </a:r>
          <a:endParaRPr lang="en-US" sz="4000" kern="1200"/>
        </a:p>
      </dsp:txBody>
      <dsp:txXfrm>
        <a:off x="47976" y="85244"/>
        <a:ext cx="10419648" cy="886848"/>
      </dsp:txXfrm>
    </dsp:sp>
    <dsp:sp modelId="{DEDE9DC3-1E32-41FB-B7FB-C6DCDE8E8473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Tanulási blokkok használata</a:t>
          </a:r>
          <a:endParaRPr lang="en-US" sz="4000" kern="1200"/>
        </a:p>
      </dsp:txBody>
      <dsp:txXfrm>
        <a:off x="47976" y="1183245"/>
        <a:ext cx="10419648" cy="886848"/>
      </dsp:txXfrm>
    </dsp:sp>
    <dsp:sp modelId="{88A47139-B388-491F-84A9-0DA706CF4F2B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Szünetek beiktatása</a:t>
          </a:r>
          <a:endParaRPr lang="en-US" sz="4000" kern="1200"/>
        </a:p>
      </dsp:txBody>
      <dsp:txXfrm>
        <a:off x="47976" y="2281245"/>
        <a:ext cx="10419648" cy="886848"/>
      </dsp:txXfrm>
    </dsp:sp>
    <dsp:sp modelId="{C97A93F6-27F1-444F-8360-B0F51130B489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Halogatás csökkentése</a:t>
          </a:r>
          <a:endParaRPr lang="en-US" sz="4000" kern="1200"/>
        </a:p>
      </dsp:txBody>
      <dsp:txXfrm>
        <a:off x="47976" y="3379245"/>
        <a:ext cx="10419648" cy="8868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05FF4-AD5B-4436-BE8F-F9022A8EB476}">
      <dsp:nvSpPr>
        <dsp:cNvPr id="0" name=""/>
        <dsp:cNvSpPr/>
      </dsp:nvSpPr>
      <dsp:spPr>
        <a:xfrm>
          <a:off x="0" y="870824"/>
          <a:ext cx="6253721" cy="7616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100" kern="1200"/>
            <a:t>Határidőnapló vagy digitális naptár</a:t>
          </a:r>
          <a:endParaRPr lang="en-US" sz="3100" kern="1200"/>
        </a:p>
      </dsp:txBody>
      <dsp:txXfrm>
        <a:off x="37182" y="908006"/>
        <a:ext cx="6179357" cy="687306"/>
      </dsp:txXfrm>
    </dsp:sp>
    <dsp:sp modelId="{5CF955DA-D246-48BA-A80E-CC9CFB13749D}">
      <dsp:nvSpPr>
        <dsp:cNvPr id="0" name=""/>
        <dsp:cNvSpPr/>
      </dsp:nvSpPr>
      <dsp:spPr>
        <a:xfrm>
          <a:off x="0" y="1721774"/>
          <a:ext cx="6253721" cy="76167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100" kern="1200"/>
            <a:t>To-do listák használata</a:t>
          </a:r>
          <a:endParaRPr lang="en-US" sz="3100" kern="1200"/>
        </a:p>
      </dsp:txBody>
      <dsp:txXfrm>
        <a:off x="37182" y="1758956"/>
        <a:ext cx="6179357" cy="687306"/>
      </dsp:txXfrm>
    </dsp:sp>
    <dsp:sp modelId="{14B3C4C9-D74D-4B08-80F0-0C53E5337ED2}">
      <dsp:nvSpPr>
        <dsp:cNvPr id="0" name=""/>
        <dsp:cNvSpPr/>
      </dsp:nvSpPr>
      <dsp:spPr>
        <a:xfrm>
          <a:off x="0" y="2572725"/>
          <a:ext cx="6253721" cy="76167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100" kern="1200"/>
            <a:t>Emlékeztetők beállítása</a:t>
          </a:r>
          <a:endParaRPr lang="en-US" sz="3100" kern="1200"/>
        </a:p>
      </dsp:txBody>
      <dsp:txXfrm>
        <a:off x="37182" y="2609907"/>
        <a:ext cx="6179357" cy="687306"/>
      </dsp:txXfrm>
    </dsp:sp>
    <dsp:sp modelId="{EC1F65F0-7A49-480E-BD8B-FDBC4416EF88}">
      <dsp:nvSpPr>
        <dsp:cNvPr id="0" name=""/>
        <dsp:cNvSpPr/>
      </dsp:nvSpPr>
      <dsp:spPr>
        <a:xfrm>
          <a:off x="0" y="3423675"/>
          <a:ext cx="6253721" cy="76167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100" kern="1200"/>
            <a:t>Rendszeres önellenőrzés</a:t>
          </a:r>
          <a:endParaRPr lang="en-US" sz="3100" kern="1200"/>
        </a:p>
      </dsp:txBody>
      <dsp:txXfrm>
        <a:off x="37182" y="3460857"/>
        <a:ext cx="6179357" cy="687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52476A-3E73-94A5-5C15-1FA5406DE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C533C15-332E-78B7-68E4-BCF561F4B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1E3564B-D84A-4253-5111-D2218CEEE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D65288A-35A1-976A-53C1-A3A4B62C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2DC39C8-8066-0C60-4E34-AEFF8936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533210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0BFE10-AA56-BB55-98F7-64E648BF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1D6A4C-E5F5-DF4C-5FA7-19BB3F0CB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30CB54B-6E01-2CAF-AD59-7B1CA2F2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9DC710-167D-FA2E-C71C-51F31074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B216EA-2DEC-8D74-CE17-D9ADF6E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664166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E23A6E-1532-0BAF-506E-80641D752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34A3424-E0CD-4CD2-DF2F-6B68E518B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51E4476-02F0-3579-5DBC-5B349D44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103250-E2BA-9AB7-7627-8520C8B4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4E65432-1F06-A6DC-43F4-DBE74380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925240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9BCC06-AF3D-5027-B786-B1797C79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E6CCAD-5CA4-FF30-FB67-9C0A732ED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665FE83-ADC0-A3FB-A7E4-C06FF1513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C9F4BE0-2254-999B-A21D-44F73BD7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C2D4657-35D0-45A7-8AA9-CEBF26789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9B1EBEE-DCAA-946A-FE8B-B7DBAD32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71997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862681-5455-8EFF-1864-FE20DFC6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D66F483-158C-E59E-1B4E-8AEF457F3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908CA20-19F4-00E9-EB1B-C66855DBF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0C33C46-7239-4853-8FE6-9878B2D3A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EF9B52E-9CC5-0739-2197-FD1A9E826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B25290C-2F83-400E-7422-742F9693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FDB383F-9A51-6C79-6D84-63F902EF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9E5C9BD-8BB0-145C-8C54-0C9A0D08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326738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FC6581-8F59-488C-D0F2-AFE98488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2F7F2CB-CB30-9A7F-ABFC-0BF1CEE5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5483FDF-C6FB-37AC-7975-205F56FD3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33C3AE8-55C3-26A4-4F62-3DBD9441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450568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DB3FF5F-E8E3-CFB1-60E2-3B2F6D27F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3C4E572-110C-8EED-0FD7-D97407D5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492E701-6F7F-FC43-6AE4-689E3D75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570096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0D3983-4681-FE2D-CE50-9E67574A5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3FA81B-E9BF-E4E4-3E7B-A6D22C15A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642BA25-C52A-D413-4A27-56C18588A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AB5FBDA-117C-B203-F307-5F064A53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2618644-6AD2-8B49-D962-1B462B3DC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C49F8E4-A630-0341-7F85-F8776516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9044594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C90FC0-AF82-EFE6-FE14-E5C703D80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F5CB638-336E-5678-2C6E-FD81C6A62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D477D38-E901-BE8F-029F-4A19253A2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093F41D-6B2D-B613-759A-745AA469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0C1C02B-9452-8158-448D-B71446D9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D467D08-8C4F-5FD0-B204-6FB35A44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9706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1F5264-C53A-F5B1-6C9A-F88B38AEC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EDA4B8B-C64E-4F78-0BA3-AD9593B7A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D6352A7-769B-A605-038F-C4B385B3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4E2D0A3-98A9-2D61-A55B-EFA84AE4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39D6516-F189-EE21-48D7-919A8221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5948190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EDCB0D1-811D-5AD8-F8AB-2A6202D99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60D1CF8-FE54-04AC-7550-38FBAE395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77ADFB2-9E6E-D4CD-24B2-7ACF4AFA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DB14C56-4109-FA40-550E-7BFB836C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6237BF5-D5B4-8B7B-E6BE-B18A0C91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836902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C202402-CF75-F6F4-FFC0-D5257E25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070C933-0B50-964E-0EDB-23FBBCD5C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73E23E4-2EF9-4501-EDFB-176110768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753CE-0AE2-4E8F-AB26-C83909DDCA04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C411D25-4B73-825F-BD2F-E7F7CB139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B325E9-E2B5-7BB5-3AE3-BBD9BE32C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9BA48-D7D1-4B51-BD73-693E47D60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785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rk.szamlazz.hu/legokockak-amikbol-az-uzleti-terv-all-avagy-az-eves-feladattervezes/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B740E87-8F57-0AC5-0761-A2432E469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u-HU" sz="4800">
                <a:solidFill>
                  <a:srgbClr val="FFFFFF"/>
                </a:solidFill>
              </a:rPr>
              <a:t>Hatékony feladattervezés és -szervezés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A41D5D9-7C18-0DE1-F9D5-3329B2CAA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DE"/>
              <a:t>Molek Tamás Sándor</a:t>
            </a:r>
          </a:p>
          <a:p>
            <a:pPr algn="l"/>
            <a:r>
              <a:rPr lang="en-DE"/>
              <a:t>12.E</a:t>
            </a:r>
          </a:p>
        </p:txBody>
      </p:sp>
    </p:spTree>
    <p:extLst>
      <p:ext uri="{BB962C8B-B14F-4D97-AF65-F5344CB8AC3E}">
        <p14:creationId xmlns:p14="http://schemas.microsoft.com/office/powerpoint/2010/main" val="30536190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képen fekete-fehér, művés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ADAFF86-5853-5982-6B38-6AFF0D91D94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965" r="9091" b="1442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987D89F-E6CD-AB4F-EB47-3CC5AA2E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dirty="0"/>
              <a:t>Mi az a feladattervezés</a:t>
            </a:r>
            <a:r>
              <a:rPr lang="en-DE" dirty="0"/>
              <a:t>?</a:t>
            </a:r>
            <a:endParaRPr lang="hu-HU" dirty="0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CEDEA4EE-6205-67FB-1BE8-9EDE6E8902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0227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717383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256293F-4472-7292-E2A2-1C7DF829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Miért fontos a hatékony szervezés</a:t>
            </a:r>
            <a:r>
              <a:rPr lang="en-DE" sz="4000">
                <a:solidFill>
                  <a:srgbClr val="FFFFFF"/>
                </a:solidFill>
              </a:rPr>
              <a:t>?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23" name="Tartalom helye 2">
            <a:extLst>
              <a:ext uri="{FF2B5EF4-FFF2-40B4-BE49-F238E27FC236}">
                <a16:creationId xmlns:a16="http://schemas.microsoft.com/office/drawing/2014/main" id="{87AF3EC5-CC46-B710-282A-424BE7245B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422869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41581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4EC0F07-3DF9-58BC-F8B5-A948A7FE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Feladatok priorizálása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11409CAF-4BCD-2AF8-7C18-66A3ADD0B9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28549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319845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A83D2A-9537-BF00-880D-BB572275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Időbeosztási módszerek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2F771122-F80D-BBC1-E02B-E7C4D5E3E7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713288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8E79ED1C-87DC-217B-3FAB-0922D5EBD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hu-HU" sz="4800"/>
              <a:t>Hasznos eszközök és tippek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563FFA38-DD30-61C9-4474-208B8B2268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5865490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9375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063B1A2-EC6E-50F9-15DF-E8AD2D8A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DE" sz="4800"/>
              <a:t>Források</a:t>
            </a:r>
            <a:endParaRPr lang="hu-HU" sz="4800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FB8C5A93-69CE-7FBE-954A-A22C8029E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hu-HU" sz="2400">
                <a:hlinkClick r:id="rId2"/>
              </a:rPr>
              <a:t>https://www.billingo.hu/tudastar/olvas/idogazdalkodas-modszerek</a:t>
            </a:r>
            <a:endParaRPr lang="en-DE" sz="2400">
              <a:hlinkClick r:id="rId2"/>
            </a:endParaRPr>
          </a:p>
          <a:p>
            <a:r>
              <a:rPr lang="en-DE" sz="2400">
                <a:hlinkClick r:id="rId2"/>
              </a:rPr>
              <a:t>https://chat.openai.com/</a:t>
            </a:r>
            <a:r>
              <a:rPr lang="en-DE" sz="2400"/>
              <a:t> </a:t>
            </a:r>
          </a:p>
          <a:p>
            <a:r>
              <a:rPr lang="hu-HU" sz="2400">
                <a:hlinkClick r:id="rId3"/>
              </a:rPr>
              <a:t>https://park.szamlazz.hu/legokockak-amikbol-az-uzleti-terv-all-avagy-az-eves-feladattervezes/</a:t>
            </a:r>
            <a:r>
              <a:rPr lang="en-DE" sz="2400"/>
              <a:t> </a:t>
            </a:r>
            <a:endParaRPr lang="hu-HU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85691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9019448-403C-5B8A-826C-F53A7D5CF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DE" sz="4800">
                <a:solidFill>
                  <a:srgbClr val="FFFFFF"/>
                </a:solidFill>
              </a:rPr>
              <a:t>Köszönöm a figyelmet!</a:t>
            </a:r>
            <a:endParaRPr lang="hu-HU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D513BDB-3F4C-1CC6-4454-5139BF7B6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endParaRPr lang="hu-HU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3659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130</Words>
  <Application>Microsoft Office PowerPoint</Application>
  <PresentationFormat>Szélesvásznú</PresentationFormat>
  <Paragraphs>33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Hatékony feladattervezés és -szervezés</vt:lpstr>
      <vt:lpstr>Mi az a feladattervezés?</vt:lpstr>
      <vt:lpstr>Miért fontos a hatékony szervezés?</vt:lpstr>
      <vt:lpstr>Feladatok priorizálása</vt:lpstr>
      <vt:lpstr>Időbeosztási módszerek</vt:lpstr>
      <vt:lpstr>Hasznos eszközök és tippek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4</cp:revision>
  <dcterms:created xsi:type="dcterms:W3CDTF">2026-01-18T11:21:21Z</dcterms:created>
  <dcterms:modified xsi:type="dcterms:W3CDTF">2026-01-18T11:48:21Z</dcterms:modified>
</cp:coreProperties>
</file>