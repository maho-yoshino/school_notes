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AE28F-0FC5-45EA-941E-16F1C574E77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98FCA7E-BB98-4C03-9814-38F580C8A225}">
      <dgm:prSet/>
      <dgm:spPr/>
      <dgm:t>
        <a:bodyPr/>
        <a:lstStyle/>
        <a:p>
          <a:r>
            <a:rPr lang="en-DE"/>
            <a:t>Cél elérése irányul</a:t>
          </a:r>
          <a:endParaRPr lang="en-US"/>
        </a:p>
      </dgm:t>
    </dgm:pt>
    <dgm:pt modelId="{5304A0F5-B3F8-444C-A330-FC650DD95D5F}" type="parTrans" cxnId="{DBDB08E1-63EC-4B64-865C-890D9A42A2E5}">
      <dgm:prSet/>
      <dgm:spPr/>
      <dgm:t>
        <a:bodyPr/>
        <a:lstStyle/>
        <a:p>
          <a:endParaRPr lang="en-US"/>
        </a:p>
      </dgm:t>
    </dgm:pt>
    <dgm:pt modelId="{44100DAA-080F-45A9-A64C-D19EABB5CD77}" type="sibTrans" cxnId="{DBDB08E1-63EC-4B64-865C-890D9A42A2E5}">
      <dgm:prSet/>
      <dgm:spPr/>
      <dgm:t>
        <a:bodyPr/>
        <a:lstStyle/>
        <a:p>
          <a:endParaRPr lang="en-US"/>
        </a:p>
      </dgm:t>
    </dgm:pt>
    <dgm:pt modelId="{AA1F1C33-C293-4CD2-B8BE-752EB26345BF}">
      <dgm:prSet/>
      <dgm:spPr/>
      <dgm:t>
        <a:bodyPr/>
        <a:lstStyle/>
        <a:p>
          <a:r>
            <a:rPr lang="en-DE"/>
            <a:t>Időben korlátozott</a:t>
          </a:r>
          <a:endParaRPr lang="en-US"/>
        </a:p>
      </dgm:t>
    </dgm:pt>
    <dgm:pt modelId="{14902942-C913-4522-BFCC-11E0D9A2B27A}" type="parTrans" cxnId="{639CF2E3-A6CB-4F0E-A0E8-4CD1FD213857}">
      <dgm:prSet/>
      <dgm:spPr/>
      <dgm:t>
        <a:bodyPr/>
        <a:lstStyle/>
        <a:p>
          <a:endParaRPr lang="en-US"/>
        </a:p>
      </dgm:t>
    </dgm:pt>
    <dgm:pt modelId="{6C37D99A-92C8-4813-B925-DCC0623073B1}" type="sibTrans" cxnId="{639CF2E3-A6CB-4F0E-A0E8-4CD1FD213857}">
      <dgm:prSet/>
      <dgm:spPr/>
      <dgm:t>
        <a:bodyPr/>
        <a:lstStyle/>
        <a:p>
          <a:endParaRPr lang="en-US"/>
        </a:p>
      </dgm:t>
    </dgm:pt>
    <dgm:pt modelId="{70D37C1B-A3C6-4965-A674-A66B81BE6CD3}">
      <dgm:prSet/>
      <dgm:spPr/>
      <dgm:t>
        <a:bodyPr/>
        <a:lstStyle/>
        <a:p>
          <a:r>
            <a:rPr lang="en-DE"/>
            <a:t>Több feladatból álló folyamat</a:t>
          </a:r>
          <a:endParaRPr lang="en-US"/>
        </a:p>
      </dgm:t>
    </dgm:pt>
    <dgm:pt modelId="{7C7ECEF3-A4B9-4B7C-83D4-02EAE72F52DD}" type="parTrans" cxnId="{7DB95143-C222-4216-B74F-295E78DDA3BF}">
      <dgm:prSet/>
      <dgm:spPr/>
      <dgm:t>
        <a:bodyPr/>
        <a:lstStyle/>
        <a:p>
          <a:endParaRPr lang="en-US"/>
        </a:p>
      </dgm:t>
    </dgm:pt>
    <dgm:pt modelId="{7629167B-7566-4583-86C5-05B6213C2502}" type="sibTrans" cxnId="{7DB95143-C222-4216-B74F-295E78DDA3BF}">
      <dgm:prSet/>
      <dgm:spPr/>
      <dgm:t>
        <a:bodyPr/>
        <a:lstStyle/>
        <a:p>
          <a:endParaRPr lang="en-US"/>
        </a:p>
      </dgm:t>
    </dgm:pt>
    <dgm:pt modelId="{74F29824-D4D8-4F16-883C-869FCA82D20B}">
      <dgm:prSet/>
      <dgm:spPr/>
      <dgm:t>
        <a:bodyPr/>
        <a:lstStyle/>
        <a:p>
          <a:r>
            <a:rPr lang="en-DE"/>
            <a:t>Tervezés, szervezés szükséges</a:t>
          </a:r>
          <a:endParaRPr lang="en-US"/>
        </a:p>
      </dgm:t>
    </dgm:pt>
    <dgm:pt modelId="{CAB41E54-DE8B-4828-BE73-55B8926C483C}" type="parTrans" cxnId="{40143AB4-66DC-4489-AEC3-E551F07F07AB}">
      <dgm:prSet/>
      <dgm:spPr/>
      <dgm:t>
        <a:bodyPr/>
        <a:lstStyle/>
        <a:p>
          <a:endParaRPr lang="en-US"/>
        </a:p>
      </dgm:t>
    </dgm:pt>
    <dgm:pt modelId="{45E22224-A910-42D3-AB7B-F753857CEFC4}" type="sibTrans" cxnId="{40143AB4-66DC-4489-AEC3-E551F07F07AB}">
      <dgm:prSet/>
      <dgm:spPr/>
      <dgm:t>
        <a:bodyPr/>
        <a:lstStyle/>
        <a:p>
          <a:endParaRPr lang="en-US"/>
        </a:p>
      </dgm:t>
    </dgm:pt>
    <dgm:pt modelId="{AA2BE3D7-7CF3-4E13-8D2B-E8B187DBD888}" type="pres">
      <dgm:prSet presAssocID="{944AE28F-0FC5-45EA-941E-16F1C574E7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475261-1776-43EC-A002-9AB02E63B5FF}" type="pres">
      <dgm:prSet presAssocID="{F98FCA7E-BB98-4C03-9814-38F580C8A225}" presName="hierRoot1" presStyleCnt="0"/>
      <dgm:spPr/>
    </dgm:pt>
    <dgm:pt modelId="{E6A65A95-073B-436B-9FC6-925693FA00DD}" type="pres">
      <dgm:prSet presAssocID="{F98FCA7E-BB98-4C03-9814-38F580C8A225}" presName="composite" presStyleCnt="0"/>
      <dgm:spPr/>
    </dgm:pt>
    <dgm:pt modelId="{589EC43B-6DE2-4FF1-901C-28CDEF308FB9}" type="pres">
      <dgm:prSet presAssocID="{F98FCA7E-BB98-4C03-9814-38F580C8A225}" presName="background" presStyleLbl="node0" presStyleIdx="0" presStyleCnt="4"/>
      <dgm:spPr/>
    </dgm:pt>
    <dgm:pt modelId="{1FA7CA77-82B4-4E5F-B7A8-3A3EC1FE9F38}" type="pres">
      <dgm:prSet presAssocID="{F98FCA7E-BB98-4C03-9814-38F580C8A225}" presName="text" presStyleLbl="fgAcc0" presStyleIdx="0" presStyleCnt="4">
        <dgm:presLayoutVars>
          <dgm:chPref val="3"/>
        </dgm:presLayoutVars>
      </dgm:prSet>
      <dgm:spPr/>
    </dgm:pt>
    <dgm:pt modelId="{20AFF154-5851-486B-969D-D5B19BA61D15}" type="pres">
      <dgm:prSet presAssocID="{F98FCA7E-BB98-4C03-9814-38F580C8A225}" presName="hierChild2" presStyleCnt="0"/>
      <dgm:spPr/>
    </dgm:pt>
    <dgm:pt modelId="{D56F8713-7181-4E7E-BC2A-D3C87852BA39}" type="pres">
      <dgm:prSet presAssocID="{AA1F1C33-C293-4CD2-B8BE-752EB26345BF}" presName="hierRoot1" presStyleCnt="0"/>
      <dgm:spPr/>
    </dgm:pt>
    <dgm:pt modelId="{A3ECFB2C-4EA7-4DB2-AF6B-3C22463DE778}" type="pres">
      <dgm:prSet presAssocID="{AA1F1C33-C293-4CD2-B8BE-752EB26345BF}" presName="composite" presStyleCnt="0"/>
      <dgm:spPr/>
    </dgm:pt>
    <dgm:pt modelId="{BF364401-FBAB-4BE7-BC94-8FC99AE2ADA1}" type="pres">
      <dgm:prSet presAssocID="{AA1F1C33-C293-4CD2-B8BE-752EB26345BF}" presName="background" presStyleLbl="node0" presStyleIdx="1" presStyleCnt="4"/>
      <dgm:spPr/>
    </dgm:pt>
    <dgm:pt modelId="{DC560EF6-D5DA-4110-9FDC-A813FA31F160}" type="pres">
      <dgm:prSet presAssocID="{AA1F1C33-C293-4CD2-B8BE-752EB26345BF}" presName="text" presStyleLbl="fgAcc0" presStyleIdx="1" presStyleCnt="4">
        <dgm:presLayoutVars>
          <dgm:chPref val="3"/>
        </dgm:presLayoutVars>
      </dgm:prSet>
      <dgm:spPr/>
    </dgm:pt>
    <dgm:pt modelId="{D78B1984-9372-4242-A4FA-F66F19831E7E}" type="pres">
      <dgm:prSet presAssocID="{AA1F1C33-C293-4CD2-B8BE-752EB26345BF}" presName="hierChild2" presStyleCnt="0"/>
      <dgm:spPr/>
    </dgm:pt>
    <dgm:pt modelId="{23C2606B-4B79-4AB6-8230-75644D3D818D}" type="pres">
      <dgm:prSet presAssocID="{70D37C1B-A3C6-4965-A674-A66B81BE6CD3}" presName="hierRoot1" presStyleCnt="0"/>
      <dgm:spPr/>
    </dgm:pt>
    <dgm:pt modelId="{75BF2E96-AB2D-4E47-8342-EA2EDC70AD31}" type="pres">
      <dgm:prSet presAssocID="{70D37C1B-A3C6-4965-A674-A66B81BE6CD3}" presName="composite" presStyleCnt="0"/>
      <dgm:spPr/>
    </dgm:pt>
    <dgm:pt modelId="{BE0EFE0A-8B9F-4CE8-BDAD-570ACDA0F6B3}" type="pres">
      <dgm:prSet presAssocID="{70D37C1B-A3C6-4965-A674-A66B81BE6CD3}" presName="background" presStyleLbl="node0" presStyleIdx="2" presStyleCnt="4"/>
      <dgm:spPr/>
    </dgm:pt>
    <dgm:pt modelId="{2B7FF9AB-DD7C-48E7-80C4-728D2D5F94F4}" type="pres">
      <dgm:prSet presAssocID="{70D37C1B-A3C6-4965-A674-A66B81BE6CD3}" presName="text" presStyleLbl="fgAcc0" presStyleIdx="2" presStyleCnt="4">
        <dgm:presLayoutVars>
          <dgm:chPref val="3"/>
        </dgm:presLayoutVars>
      </dgm:prSet>
      <dgm:spPr/>
    </dgm:pt>
    <dgm:pt modelId="{28369965-4FD8-435B-B617-CCCA2E76D9F8}" type="pres">
      <dgm:prSet presAssocID="{70D37C1B-A3C6-4965-A674-A66B81BE6CD3}" presName="hierChild2" presStyleCnt="0"/>
      <dgm:spPr/>
    </dgm:pt>
    <dgm:pt modelId="{A7B98CB2-4E0C-4312-AB94-DB1137BB67E8}" type="pres">
      <dgm:prSet presAssocID="{74F29824-D4D8-4F16-883C-869FCA82D20B}" presName="hierRoot1" presStyleCnt="0"/>
      <dgm:spPr/>
    </dgm:pt>
    <dgm:pt modelId="{AF523AA9-BB4E-474E-AF8F-DEDC0F0BF652}" type="pres">
      <dgm:prSet presAssocID="{74F29824-D4D8-4F16-883C-869FCA82D20B}" presName="composite" presStyleCnt="0"/>
      <dgm:spPr/>
    </dgm:pt>
    <dgm:pt modelId="{DD52BB38-61BF-4CCE-810A-63BF0FF7676A}" type="pres">
      <dgm:prSet presAssocID="{74F29824-D4D8-4F16-883C-869FCA82D20B}" presName="background" presStyleLbl="node0" presStyleIdx="3" presStyleCnt="4"/>
      <dgm:spPr/>
    </dgm:pt>
    <dgm:pt modelId="{71D30C17-7F2A-4EC8-B592-46403AF9505A}" type="pres">
      <dgm:prSet presAssocID="{74F29824-D4D8-4F16-883C-869FCA82D20B}" presName="text" presStyleLbl="fgAcc0" presStyleIdx="3" presStyleCnt="4">
        <dgm:presLayoutVars>
          <dgm:chPref val="3"/>
        </dgm:presLayoutVars>
      </dgm:prSet>
      <dgm:spPr/>
    </dgm:pt>
    <dgm:pt modelId="{5794F9A7-2DFF-4635-9280-09228760B5E4}" type="pres">
      <dgm:prSet presAssocID="{74F29824-D4D8-4F16-883C-869FCA82D20B}" presName="hierChild2" presStyleCnt="0"/>
      <dgm:spPr/>
    </dgm:pt>
  </dgm:ptLst>
  <dgm:cxnLst>
    <dgm:cxn modelId="{E96C8261-3B60-4C1A-98FD-5F34B38E3BF7}" type="presOf" srcId="{AA1F1C33-C293-4CD2-B8BE-752EB26345BF}" destId="{DC560EF6-D5DA-4110-9FDC-A813FA31F160}" srcOrd="0" destOrd="0" presId="urn:microsoft.com/office/officeart/2005/8/layout/hierarchy1"/>
    <dgm:cxn modelId="{7DB95143-C222-4216-B74F-295E78DDA3BF}" srcId="{944AE28F-0FC5-45EA-941E-16F1C574E77F}" destId="{70D37C1B-A3C6-4965-A674-A66B81BE6CD3}" srcOrd="2" destOrd="0" parTransId="{7C7ECEF3-A4B9-4B7C-83D4-02EAE72F52DD}" sibTransId="{7629167B-7566-4583-86C5-05B6213C2502}"/>
    <dgm:cxn modelId="{8DCB664A-799D-418A-991B-88CA465BB2A9}" type="presOf" srcId="{74F29824-D4D8-4F16-883C-869FCA82D20B}" destId="{71D30C17-7F2A-4EC8-B592-46403AF9505A}" srcOrd="0" destOrd="0" presId="urn:microsoft.com/office/officeart/2005/8/layout/hierarchy1"/>
    <dgm:cxn modelId="{1ABF1C7A-0525-4E7E-A2E6-0311B5FDAC2C}" type="presOf" srcId="{F98FCA7E-BB98-4C03-9814-38F580C8A225}" destId="{1FA7CA77-82B4-4E5F-B7A8-3A3EC1FE9F38}" srcOrd="0" destOrd="0" presId="urn:microsoft.com/office/officeart/2005/8/layout/hierarchy1"/>
    <dgm:cxn modelId="{40143AB4-66DC-4489-AEC3-E551F07F07AB}" srcId="{944AE28F-0FC5-45EA-941E-16F1C574E77F}" destId="{74F29824-D4D8-4F16-883C-869FCA82D20B}" srcOrd="3" destOrd="0" parTransId="{CAB41E54-DE8B-4828-BE73-55B8926C483C}" sibTransId="{45E22224-A910-42D3-AB7B-F753857CEFC4}"/>
    <dgm:cxn modelId="{DBDB08E1-63EC-4B64-865C-890D9A42A2E5}" srcId="{944AE28F-0FC5-45EA-941E-16F1C574E77F}" destId="{F98FCA7E-BB98-4C03-9814-38F580C8A225}" srcOrd="0" destOrd="0" parTransId="{5304A0F5-B3F8-444C-A330-FC650DD95D5F}" sibTransId="{44100DAA-080F-45A9-A64C-D19EABB5CD77}"/>
    <dgm:cxn modelId="{639CF2E3-A6CB-4F0E-A0E8-4CD1FD213857}" srcId="{944AE28F-0FC5-45EA-941E-16F1C574E77F}" destId="{AA1F1C33-C293-4CD2-B8BE-752EB26345BF}" srcOrd="1" destOrd="0" parTransId="{14902942-C913-4522-BFCC-11E0D9A2B27A}" sibTransId="{6C37D99A-92C8-4813-B925-DCC0623073B1}"/>
    <dgm:cxn modelId="{693743ED-271E-4C9C-B959-94E41DFAA67B}" type="presOf" srcId="{944AE28F-0FC5-45EA-941E-16F1C574E77F}" destId="{AA2BE3D7-7CF3-4E13-8D2B-E8B187DBD888}" srcOrd="0" destOrd="0" presId="urn:microsoft.com/office/officeart/2005/8/layout/hierarchy1"/>
    <dgm:cxn modelId="{330E19FB-0BD5-4DBF-A5A6-DDCBA24759A1}" type="presOf" srcId="{70D37C1B-A3C6-4965-A674-A66B81BE6CD3}" destId="{2B7FF9AB-DD7C-48E7-80C4-728D2D5F94F4}" srcOrd="0" destOrd="0" presId="urn:microsoft.com/office/officeart/2005/8/layout/hierarchy1"/>
    <dgm:cxn modelId="{DE927D9F-27EC-42E2-B9FD-DEF6B8C23682}" type="presParOf" srcId="{AA2BE3D7-7CF3-4E13-8D2B-E8B187DBD888}" destId="{55475261-1776-43EC-A002-9AB02E63B5FF}" srcOrd="0" destOrd="0" presId="urn:microsoft.com/office/officeart/2005/8/layout/hierarchy1"/>
    <dgm:cxn modelId="{9B0FD6C1-42E8-4898-BC86-F00FE628DEF9}" type="presParOf" srcId="{55475261-1776-43EC-A002-9AB02E63B5FF}" destId="{E6A65A95-073B-436B-9FC6-925693FA00DD}" srcOrd="0" destOrd="0" presId="urn:microsoft.com/office/officeart/2005/8/layout/hierarchy1"/>
    <dgm:cxn modelId="{78C7B097-F946-4BEA-9DA4-D797923731B0}" type="presParOf" srcId="{E6A65A95-073B-436B-9FC6-925693FA00DD}" destId="{589EC43B-6DE2-4FF1-901C-28CDEF308FB9}" srcOrd="0" destOrd="0" presId="urn:microsoft.com/office/officeart/2005/8/layout/hierarchy1"/>
    <dgm:cxn modelId="{472F9513-7DC9-463D-91EE-6388FD28E4C4}" type="presParOf" srcId="{E6A65A95-073B-436B-9FC6-925693FA00DD}" destId="{1FA7CA77-82B4-4E5F-B7A8-3A3EC1FE9F38}" srcOrd="1" destOrd="0" presId="urn:microsoft.com/office/officeart/2005/8/layout/hierarchy1"/>
    <dgm:cxn modelId="{C114EE87-2FA5-4485-92E1-DF87F2890C05}" type="presParOf" srcId="{55475261-1776-43EC-A002-9AB02E63B5FF}" destId="{20AFF154-5851-486B-969D-D5B19BA61D15}" srcOrd="1" destOrd="0" presId="urn:microsoft.com/office/officeart/2005/8/layout/hierarchy1"/>
    <dgm:cxn modelId="{51B972BC-0168-444A-8FDC-D888F1406CB0}" type="presParOf" srcId="{AA2BE3D7-7CF3-4E13-8D2B-E8B187DBD888}" destId="{D56F8713-7181-4E7E-BC2A-D3C87852BA39}" srcOrd="1" destOrd="0" presId="urn:microsoft.com/office/officeart/2005/8/layout/hierarchy1"/>
    <dgm:cxn modelId="{B16C31A5-43C3-4020-AAE4-9B4A66FEF420}" type="presParOf" srcId="{D56F8713-7181-4E7E-BC2A-D3C87852BA39}" destId="{A3ECFB2C-4EA7-4DB2-AF6B-3C22463DE778}" srcOrd="0" destOrd="0" presId="urn:microsoft.com/office/officeart/2005/8/layout/hierarchy1"/>
    <dgm:cxn modelId="{6F4BDE95-F384-4BDB-B46A-BCF6DB413702}" type="presParOf" srcId="{A3ECFB2C-4EA7-4DB2-AF6B-3C22463DE778}" destId="{BF364401-FBAB-4BE7-BC94-8FC99AE2ADA1}" srcOrd="0" destOrd="0" presId="urn:microsoft.com/office/officeart/2005/8/layout/hierarchy1"/>
    <dgm:cxn modelId="{6208133E-1753-4755-A51A-40A8670226A8}" type="presParOf" srcId="{A3ECFB2C-4EA7-4DB2-AF6B-3C22463DE778}" destId="{DC560EF6-D5DA-4110-9FDC-A813FA31F160}" srcOrd="1" destOrd="0" presId="urn:microsoft.com/office/officeart/2005/8/layout/hierarchy1"/>
    <dgm:cxn modelId="{0A41C241-B5D4-4ED4-AF67-50D59D1A5252}" type="presParOf" srcId="{D56F8713-7181-4E7E-BC2A-D3C87852BA39}" destId="{D78B1984-9372-4242-A4FA-F66F19831E7E}" srcOrd="1" destOrd="0" presId="urn:microsoft.com/office/officeart/2005/8/layout/hierarchy1"/>
    <dgm:cxn modelId="{C38D43FA-CC75-484F-BC84-6584E2268D9D}" type="presParOf" srcId="{AA2BE3D7-7CF3-4E13-8D2B-E8B187DBD888}" destId="{23C2606B-4B79-4AB6-8230-75644D3D818D}" srcOrd="2" destOrd="0" presId="urn:microsoft.com/office/officeart/2005/8/layout/hierarchy1"/>
    <dgm:cxn modelId="{79F97BD7-8E86-40D1-B24A-831E3AD00C2E}" type="presParOf" srcId="{23C2606B-4B79-4AB6-8230-75644D3D818D}" destId="{75BF2E96-AB2D-4E47-8342-EA2EDC70AD31}" srcOrd="0" destOrd="0" presId="urn:microsoft.com/office/officeart/2005/8/layout/hierarchy1"/>
    <dgm:cxn modelId="{5114C3DB-657A-4213-BA43-6B424DC8D6A0}" type="presParOf" srcId="{75BF2E96-AB2D-4E47-8342-EA2EDC70AD31}" destId="{BE0EFE0A-8B9F-4CE8-BDAD-570ACDA0F6B3}" srcOrd="0" destOrd="0" presId="urn:microsoft.com/office/officeart/2005/8/layout/hierarchy1"/>
    <dgm:cxn modelId="{1D50197D-7E07-4A00-9189-F524FCFEEE1A}" type="presParOf" srcId="{75BF2E96-AB2D-4E47-8342-EA2EDC70AD31}" destId="{2B7FF9AB-DD7C-48E7-80C4-728D2D5F94F4}" srcOrd="1" destOrd="0" presId="urn:microsoft.com/office/officeart/2005/8/layout/hierarchy1"/>
    <dgm:cxn modelId="{6E987CFC-C2F3-48B3-AF9C-41618F641F5D}" type="presParOf" srcId="{23C2606B-4B79-4AB6-8230-75644D3D818D}" destId="{28369965-4FD8-435B-B617-CCCA2E76D9F8}" srcOrd="1" destOrd="0" presId="urn:microsoft.com/office/officeart/2005/8/layout/hierarchy1"/>
    <dgm:cxn modelId="{4C80FE07-3400-4348-B98B-B057B1533937}" type="presParOf" srcId="{AA2BE3D7-7CF3-4E13-8D2B-E8B187DBD888}" destId="{A7B98CB2-4E0C-4312-AB94-DB1137BB67E8}" srcOrd="3" destOrd="0" presId="urn:microsoft.com/office/officeart/2005/8/layout/hierarchy1"/>
    <dgm:cxn modelId="{31CE9CBF-06E6-4A2D-B2AC-24CC7BF54D08}" type="presParOf" srcId="{A7B98CB2-4E0C-4312-AB94-DB1137BB67E8}" destId="{AF523AA9-BB4E-474E-AF8F-DEDC0F0BF652}" srcOrd="0" destOrd="0" presId="urn:microsoft.com/office/officeart/2005/8/layout/hierarchy1"/>
    <dgm:cxn modelId="{D88531DA-E732-4E63-A33D-AB5C17BE1C5D}" type="presParOf" srcId="{AF523AA9-BB4E-474E-AF8F-DEDC0F0BF652}" destId="{DD52BB38-61BF-4CCE-810A-63BF0FF7676A}" srcOrd="0" destOrd="0" presId="urn:microsoft.com/office/officeart/2005/8/layout/hierarchy1"/>
    <dgm:cxn modelId="{51095170-DF13-466E-B8FD-EA3F1C65C6A0}" type="presParOf" srcId="{AF523AA9-BB4E-474E-AF8F-DEDC0F0BF652}" destId="{71D30C17-7F2A-4EC8-B592-46403AF9505A}" srcOrd="1" destOrd="0" presId="urn:microsoft.com/office/officeart/2005/8/layout/hierarchy1"/>
    <dgm:cxn modelId="{3540B3F6-87BC-487E-B842-178085CCDE3D}" type="presParOf" srcId="{A7B98CB2-4E0C-4312-AB94-DB1137BB67E8}" destId="{5794F9A7-2DFF-4635-9280-09228760B5E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8BD283-95FB-49AE-A638-5B0943FA37C1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AFB51FC-7657-4B37-AD12-B7E4D5E8824F}">
      <dgm:prSet/>
      <dgm:spPr/>
      <dgm:t>
        <a:bodyPr/>
        <a:lstStyle/>
        <a:p>
          <a:r>
            <a:rPr lang="en-DE"/>
            <a:t>Meghatározott cél és eredmény</a:t>
          </a:r>
          <a:endParaRPr lang="en-US"/>
        </a:p>
      </dgm:t>
    </dgm:pt>
    <dgm:pt modelId="{0F2F9A35-4B64-41DD-BF3A-8C43A620AE85}" type="parTrans" cxnId="{EC5C6615-DBB2-4FCE-9D00-07BAFBED5CD2}">
      <dgm:prSet/>
      <dgm:spPr/>
      <dgm:t>
        <a:bodyPr/>
        <a:lstStyle/>
        <a:p>
          <a:endParaRPr lang="en-US"/>
        </a:p>
      </dgm:t>
    </dgm:pt>
    <dgm:pt modelId="{D19D288C-0E81-45EA-95E0-942B21D2E66C}" type="sibTrans" cxnId="{EC5C6615-DBB2-4FCE-9D00-07BAFBED5CD2}">
      <dgm:prSet/>
      <dgm:spPr/>
      <dgm:t>
        <a:bodyPr/>
        <a:lstStyle/>
        <a:p>
          <a:endParaRPr lang="en-US"/>
        </a:p>
      </dgm:t>
    </dgm:pt>
    <dgm:pt modelId="{B1D6F7EF-69CC-4E97-A9BE-F39A9CA82FFF}">
      <dgm:prSet/>
      <dgm:spPr/>
      <dgm:t>
        <a:bodyPr/>
        <a:lstStyle/>
        <a:p>
          <a:r>
            <a:rPr lang="en-DE"/>
            <a:t>Meghatározott határidő</a:t>
          </a:r>
          <a:endParaRPr lang="en-US"/>
        </a:p>
      </dgm:t>
    </dgm:pt>
    <dgm:pt modelId="{8AA51181-2D5A-4B71-AB8E-3BE8D44CD906}" type="parTrans" cxnId="{9E64476D-42AC-470E-8DCB-EE4E7388DBCA}">
      <dgm:prSet/>
      <dgm:spPr/>
      <dgm:t>
        <a:bodyPr/>
        <a:lstStyle/>
        <a:p>
          <a:endParaRPr lang="en-US"/>
        </a:p>
      </dgm:t>
    </dgm:pt>
    <dgm:pt modelId="{FD39422B-D91A-40CD-A068-AE4CE0E0080E}" type="sibTrans" cxnId="{9E64476D-42AC-470E-8DCB-EE4E7388DBCA}">
      <dgm:prSet/>
      <dgm:spPr/>
      <dgm:t>
        <a:bodyPr/>
        <a:lstStyle/>
        <a:p>
          <a:endParaRPr lang="en-US"/>
        </a:p>
      </dgm:t>
    </dgm:pt>
    <dgm:pt modelId="{093043C8-61A3-446D-BDEB-A56B046F264A}">
      <dgm:prSet/>
      <dgm:spPr/>
      <dgm:t>
        <a:bodyPr/>
        <a:lstStyle/>
        <a:p>
          <a:r>
            <a:rPr lang="en-DE"/>
            <a:t>Korlátozott erőforrások</a:t>
          </a:r>
          <a:endParaRPr lang="en-US"/>
        </a:p>
      </dgm:t>
    </dgm:pt>
    <dgm:pt modelId="{BC63A150-8569-48AB-BBB2-B3449811E839}" type="parTrans" cxnId="{C7274589-6C02-46FD-93E5-940B8E62988D}">
      <dgm:prSet/>
      <dgm:spPr/>
      <dgm:t>
        <a:bodyPr/>
        <a:lstStyle/>
        <a:p>
          <a:endParaRPr lang="en-US"/>
        </a:p>
      </dgm:t>
    </dgm:pt>
    <dgm:pt modelId="{6253F311-7450-4E90-9F28-C7492D360D47}" type="sibTrans" cxnId="{C7274589-6C02-46FD-93E5-940B8E62988D}">
      <dgm:prSet/>
      <dgm:spPr/>
      <dgm:t>
        <a:bodyPr/>
        <a:lstStyle/>
        <a:p>
          <a:endParaRPr lang="en-US"/>
        </a:p>
      </dgm:t>
    </dgm:pt>
    <dgm:pt modelId="{1389DA5A-EDB1-45ED-916A-B18176CA48F9}">
      <dgm:prSet/>
      <dgm:spPr/>
      <dgm:t>
        <a:bodyPr/>
        <a:lstStyle/>
        <a:p>
          <a:r>
            <a:rPr lang="en-DE"/>
            <a:t>Több résztvevő együttműködése</a:t>
          </a:r>
          <a:endParaRPr lang="en-US"/>
        </a:p>
      </dgm:t>
    </dgm:pt>
    <dgm:pt modelId="{172824B4-A679-4887-A520-FDB667CB0A36}" type="parTrans" cxnId="{C4E7BF23-4C8F-49C1-950B-639871011646}">
      <dgm:prSet/>
      <dgm:spPr/>
      <dgm:t>
        <a:bodyPr/>
        <a:lstStyle/>
        <a:p>
          <a:endParaRPr lang="en-US"/>
        </a:p>
      </dgm:t>
    </dgm:pt>
    <dgm:pt modelId="{8D0AEB65-CFD0-486B-96FA-6429C515542E}" type="sibTrans" cxnId="{C4E7BF23-4C8F-49C1-950B-639871011646}">
      <dgm:prSet/>
      <dgm:spPr/>
      <dgm:t>
        <a:bodyPr/>
        <a:lstStyle/>
        <a:p>
          <a:endParaRPr lang="en-US"/>
        </a:p>
      </dgm:t>
    </dgm:pt>
    <dgm:pt modelId="{63199CB9-2766-488B-BDD6-747DBDAF4174}" type="pres">
      <dgm:prSet presAssocID="{918BD283-95FB-49AE-A638-5B0943FA37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1F1484-F34F-473C-9D5B-B8B9CF3543C7}" type="pres">
      <dgm:prSet presAssocID="{3AFB51FC-7657-4B37-AD12-B7E4D5E8824F}" presName="hierRoot1" presStyleCnt="0"/>
      <dgm:spPr/>
    </dgm:pt>
    <dgm:pt modelId="{B742848C-2AD4-4291-9EFE-58AF8E8B8269}" type="pres">
      <dgm:prSet presAssocID="{3AFB51FC-7657-4B37-AD12-B7E4D5E8824F}" presName="composite" presStyleCnt="0"/>
      <dgm:spPr/>
    </dgm:pt>
    <dgm:pt modelId="{C89AA8FA-CCF9-415A-B35F-A810758194A8}" type="pres">
      <dgm:prSet presAssocID="{3AFB51FC-7657-4B37-AD12-B7E4D5E8824F}" presName="background" presStyleLbl="node0" presStyleIdx="0" presStyleCnt="4"/>
      <dgm:spPr/>
    </dgm:pt>
    <dgm:pt modelId="{1439BCC7-CEFC-4A5D-8BDF-3C75097D2E12}" type="pres">
      <dgm:prSet presAssocID="{3AFB51FC-7657-4B37-AD12-B7E4D5E8824F}" presName="text" presStyleLbl="fgAcc0" presStyleIdx="0" presStyleCnt="4">
        <dgm:presLayoutVars>
          <dgm:chPref val="3"/>
        </dgm:presLayoutVars>
      </dgm:prSet>
      <dgm:spPr/>
    </dgm:pt>
    <dgm:pt modelId="{7D72E569-BED7-4803-A482-F3723963A60B}" type="pres">
      <dgm:prSet presAssocID="{3AFB51FC-7657-4B37-AD12-B7E4D5E8824F}" presName="hierChild2" presStyleCnt="0"/>
      <dgm:spPr/>
    </dgm:pt>
    <dgm:pt modelId="{C3DFB93F-2D80-436B-AE70-7C763738773F}" type="pres">
      <dgm:prSet presAssocID="{B1D6F7EF-69CC-4E97-A9BE-F39A9CA82FFF}" presName="hierRoot1" presStyleCnt="0"/>
      <dgm:spPr/>
    </dgm:pt>
    <dgm:pt modelId="{DD931F9C-51C2-4739-8A95-627BA4A393A2}" type="pres">
      <dgm:prSet presAssocID="{B1D6F7EF-69CC-4E97-A9BE-F39A9CA82FFF}" presName="composite" presStyleCnt="0"/>
      <dgm:spPr/>
    </dgm:pt>
    <dgm:pt modelId="{B3140730-6EF9-4BFE-B493-AAC8711F9C0F}" type="pres">
      <dgm:prSet presAssocID="{B1D6F7EF-69CC-4E97-A9BE-F39A9CA82FFF}" presName="background" presStyleLbl="node0" presStyleIdx="1" presStyleCnt="4"/>
      <dgm:spPr/>
    </dgm:pt>
    <dgm:pt modelId="{5E74681B-F743-45CE-8D6D-E6131245FA16}" type="pres">
      <dgm:prSet presAssocID="{B1D6F7EF-69CC-4E97-A9BE-F39A9CA82FFF}" presName="text" presStyleLbl="fgAcc0" presStyleIdx="1" presStyleCnt="4">
        <dgm:presLayoutVars>
          <dgm:chPref val="3"/>
        </dgm:presLayoutVars>
      </dgm:prSet>
      <dgm:spPr/>
    </dgm:pt>
    <dgm:pt modelId="{B3968D0F-945B-4AA7-9C02-69D577762356}" type="pres">
      <dgm:prSet presAssocID="{B1D6F7EF-69CC-4E97-A9BE-F39A9CA82FFF}" presName="hierChild2" presStyleCnt="0"/>
      <dgm:spPr/>
    </dgm:pt>
    <dgm:pt modelId="{860D0749-2EE2-4756-8AA1-1DBDD5F30516}" type="pres">
      <dgm:prSet presAssocID="{093043C8-61A3-446D-BDEB-A56B046F264A}" presName="hierRoot1" presStyleCnt="0"/>
      <dgm:spPr/>
    </dgm:pt>
    <dgm:pt modelId="{B694586D-F2C6-42A8-B5F2-582675C00971}" type="pres">
      <dgm:prSet presAssocID="{093043C8-61A3-446D-BDEB-A56B046F264A}" presName="composite" presStyleCnt="0"/>
      <dgm:spPr/>
    </dgm:pt>
    <dgm:pt modelId="{3A4886D6-4DC8-46C0-B40C-D2B3B9409011}" type="pres">
      <dgm:prSet presAssocID="{093043C8-61A3-446D-BDEB-A56B046F264A}" presName="background" presStyleLbl="node0" presStyleIdx="2" presStyleCnt="4"/>
      <dgm:spPr/>
    </dgm:pt>
    <dgm:pt modelId="{8B77C7B0-2341-4051-B309-416DF644AC9A}" type="pres">
      <dgm:prSet presAssocID="{093043C8-61A3-446D-BDEB-A56B046F264A}" presName="text" presStyleLbl="fgAcc0" presStyleIdx="2" presStyleCnt="4">
        <dgm:presLayoutVars>
          <dgm:chPref val="3"/>
        </dgm:presLayoutVars>
      </dgm:prSet>
      <dgm:spPr/>
    </dgm:pt>
    <dgm:pt modelId="{107946A3-C97F-43F3-AE03-4DF2F876D906}" type="pres">
      <dgm:prSet presAssocID="{093043C8-61A3-446D-BDEB-A56B046F264A}" presName="hierChild2" presStyleCnt="0"/>
      <dgm:spPr/>
    </dgm:pt>
    <dgm:pt modelId="{47BD7CAB-E781-47DF-BF06-57D4C8B49D3F}" type="pres">
      <dgm:prSet presAssocID="{1389DA5A-EDB1-45ED-916A-B18176CA48F9}" presName="hierRoot1" presStyleCnt="0"/>
      <dgm:spPr/>
    </dgm:pt>
    <dgm:pt modelId="{B3B9B700-C3CF-4B62-B1DE-F0B2FE4D67E1}" type="pres">
      <dgm:prSet presAssocID="{1389DA5A-EDB1-45ED-916A-B18176CA48F9}" presName="composite" presStyleCnt="0"/>
      <dgm:spPr/>
    </dgm:pt>
    <dgm:pt modelId="{5CC443C0-7D95-470D-ABFF-5C9671EC5072}" type="pres">
      <dgm:prSet presAssocID="{1389DA5A-EDB1-45ED-916A-B18176CA48F9}" presName="background" presStyleLbl="node0" presStyleIdx="3" presStyleCnt="4"/>
      <dgm:spPr/>
    </dgm:pt>
    <dgm:pt modelId="{C5A2ADAD-1294-4EE6-B458-40E76D4D644A}" type="pres">
      <dgm:prSet presAssocID="{1389DA5A-EDB1-45ED-916A-B18176CA48F9}" presName="text" presStyleLbl="fgAcc0" presStyleIdx="3" presStyleCnt="4">
        <dgm:presLayoutVars>
          <dgm:chPref val="3"/>
        </dgm:presLayoutVars>
      </dgm:prSet>
      <dgm:spPr/>
    </dgm:pt>
    <dgm:pt modelId="{D51B942F-23C5-44A5-88B6-4B12B4811DCC}" type="pres">
      <dgm:prSet presAssocID="{1389DA5A-EDB1-45ED-916A-B18176CA48F9}" presName="hierChild2" presStyleCnt="0"/>
      <dgm:spPr/>
    </dgm:pt>
  </dgm:ptLst>
  <dgm:cxnLst>
    <dgm:cxn modelId="{EC5C6615-DBB2-4FCE-9D00-07BAFBED5CD2}" srcId="{918BD283-95FB-49AE-A638-5B0943FA37C1}" destId="{3AFB51FC-7657-4B37-AD12-B7E4D5E8824F}" srcOrd="0" destOrd="0" parTransId="{0F2F9A35-4B64-41DD-BF3A-8C43A620AE85}" sibTransId="{D19D288C-0E81-45EA-95E0-942B21D2E66C}"/>
    <dgm:cxn modelId="{2AA74D1A-948A-46C4-96C7-FDA707B2CAA1}" type="presOf" srcId="{918BD283-95FB-49AE-A638-5B0943FA37C1}" destId="{63199CB9-2766-488B-BDD6-747DBDAF4174}" srcOrd="0" destOrd="0" presId="urn:microsoft.com/office/officeart/2005/8/layout/hierarchy1"/>
    <dgm:cxn modelId="{C4E7BF23-4C8F-49C1-950B-639871011646}" srcId="{918BD283-95FB-49AE-A638-5B0943FA37C1}" destId="{1389DA5A-EDB1-45ED-916A-B18176CA48F9}" srcOrd="3" destOrd="0" parTransId="{172824B4-A679-4887-A520-FDB667CB0A36}" sibTransId="{8D0AEB65-CFD0-486B-96FA-6429C515542E}"/>
    <dgm:cxn modelId="{9E64476D-42AC-470E-8DCB-EE4E7388DBCA}" srcId="{918BD283-95FB-49AE-A638-5B0943FA37C1}" destId="{B1D6F7EF-69CC-4E97-A9BE-F39A9CA82FFF}" srcOrd="1" destOrd="0" parTransId="{8AA51181-2D5A-4B71-AB8E-3BE8D44CD906}" sibTransId="{FD39422B-D91A-40CD-A068-AE4CE0E0080E}"/>
    <dgm:cxn modelId="{C018D554-0055-45F2-A896-E6BAF63298A5}" type="presOf" srcId="{1389DA5A-EDB1-45ED-916A-B18176CA48F9}" destId="{C5A2ADAD-1294-4EE6-B458-40E76D4D644A}" srcOrd="0" destOrd="0" presId="urn:microsoft.com/office/officeart/2005/8/layout/hierarchy1"/>
    <dgm:cxn modelId="{C7274589-6C02-46FD-93E5-940B8E62988D}" srcId="{918BD283-95FB-49AE-A638-5B0943FA37C1}" destId="{093043C8-61A3-446D-BDEB-A56B046F264A}" srcOrd="2" destOrd="0" parTransId="{BC63A150-8569-48AB-BBB2-B3449811E839}" sibTransId="{6253F311-7450-4E90-9F28-C7492D360D47}"/>
    <dgm:cxn modelId="{EE1A14C3-1C42-4202-96E5-EBD7A9E6369D}" type="presOf" srcId="{3AFB51FC-7657-4B37-AD12-B7E4D5E8824F}" destId="{1439BCC7-CEFC-4A5D-8BDF-3C75097D2E12}" srcOrd="0" destOrd="0" presId="urn:microsoft.com/office/officeart/2005/8/layout/hierarchy1"/>
    <dgm:cxn modelId="{73F051D2-71C9-4E1F-A90A-01B1C7A394EF}" type="presOf" srcId="{B1D6F7EF-69CC-4E97-A9BE-F39A9CA82FFF}" destId="{5E74681B-F743-45CE-8D6D-E6131245FA16}" srcOrd="0" destOrd="0" presId="urn:microsoft.com/office/officeart/2005/8/layout/hierarchy1"/>
    <dgm:cxn modelId="{FA47A6EF-2360-41DE-B8D6-9D2F50D3D488}" type="presOf" srcId="{093043C8-61A3-446D-BDEB-A56B046F264A}" destId="{8B77C7B0-2341-4051-B309-416DF644AC9A}" srcOrd="0" destOrd="0" presId="urn:microsoft.com/office/officeart/2005/8/layout/hierarchy1"/>
    <dgm:cxn modelId="{25ADEBB8-EFF2-49EC-BF94-D81C16E7CCA1}" type="presParOf" srcId="{63199CB9-2766-488B-BDD6-747DBDAF4174}" destId="{781F1484-F34F-473C-9D5B-B8B9CF3543C7}" srcOrd="0" destOrd="0" presId="urn:microsoft.com/office/officeart/2005/8/layout/hierarchy1"/>
    <dgm:cxn modelId="{5EBEDE83-E1E8-4E6C-B866-B20F359CFCA9}" type="presParOf" srcId="{781F1484-F34F-473C-9D5B-B8B9CF3543C7}" destId="{B742848C-2AD4-4291-9EFE-58AF8E8B8269}" srcOrd="0" destOrd="0" presId="urn:microsoft.com/office/officeart/2005/8/layout/hierarchy1"/>
    <dgm:cxn modelId="{02388DC9-A6C0-4AB7-9DDA-829554DC30BB}" type="presParOf" srcId="{B742848C-2AD4-4291-9EFE-58AF8E8B8269}" destId="{C89AA8FA-CCF9-415A-B35F-A810758194A8}" srcOrd="0" destOrd="0" presId="urn:microsoft.com/office/officeart/2005/8/layout/hierarchy1"/>
    <dgm:cxn modelId="{6E630989-3758-427D-AA34-3B459470BF15}" type="presParOf" srcId="{B742848C-2AD4-4291-9EFE-58AF8E8B8269}" destId="{1439BCC7-CEFC-4A5D-8BDF-3C75097D2E12}" srcOrd="1" destOrd="0" presId="urn:microsoft.com/office/officeart/2005/8/layout/hierarchy1"/>
    <dgm:cxn modelId="{9843B1FC-EFE2-4ED6-AB1C-780CCF0FD10F}" type="presParOf" srcId="{781F1484-F34F-473C-9D5B-B8B9CF3543C7}" destId="{7D72E569-BED7-4803-A482-F3723963A60B}" srcOrd="1" destOrd="0" presId="urn:microsoft.com/office/officeart/2005/8/layout/hierarchy1"/>
    <dgm:cxn modelId="{3F2ADC2C-00BD-4B70-A8FA-09370BF27F86}" type="presParOf" srcId="{63199CB9-2766-488B-BDD6-747DBDAF4174}" destId="{C3DFB93F-2D80-436B-AE70-7C763738773F}" srcOrd="1" destOrd="0" presId="urn:microsoft.com/office/officeart/2005/8/layout/hierarchy1"/>
    <dgm:cxn modelId="{E854391B-554F-4816-A264-D8148C5115AD}" type="presParOf" srcId="{C3DFB93F-2D80-436B-AE70-7C763738773F}" destId="{DD931F9C-51C2-4739-8A95-627BA4A393A2}" srcOrd="0" destOrd="0" presId="urn:microsoft.com/office/officeart/2005/8/layout/hierarchy1"/>
    <dgm:cxn modelId="{5B8BA848-ACC8-4B65-AEA1-04E8D5BE7B4E}" type="presParOf" srcId="{DD931F9C-51C2-4739-8A95-627BA4A393A2}" destId="{B3140730-6EF9-4BFE-B493-AAC8711F9C0F}" srcOrd="0" destOrd="0" presId="urn:microsoft.com/office/officeart/2005/8/layout/hierarchy1"/>
    <dgm:cxn modelId="{66CE2AA0-AB80-43F2-8AC9-2E8F4566CC73}" type="presParOf" srcId="{DD931F9C-51C2-4739-8A95-627BA4A393A2}" destId="{5E74681B-F743-45CE-8D6D-E6131245FA16}" srcOrd="1" destOrd="0" presId="urn:microsoft.com/office/officeart/2005/8/layout/hierarchy1"/>
    <dgm:cxn modelId="{54DF3A8C-6C09-4B76-8E01-CFBDB2CC1070}" type="presParOf" srcId="{C3DFB93F-2D80-436B-AE70-7C763738773F}" destId="{B3968D0F-945B-4AA7-9C02-69D577762356}" srcOrd="1" destOrd="0" presId="urn:microsoft.com/office/officeart/2005/8/layout/hierarchy1"/>
    <dgm:cxn modelId="{E6CDC636-F982-40DF-AE59-D9163F4F0FD0}" type="presParOf" srcId="{63199CB9-2766-488B-BDD6-747DBDAF4174}" destId="{860D0749-2EE2-4756-8AA1-1DBDD5F30516}" srcOrd="2" destOrd="0" presId="urn:microsoft.com/office/officeart/2005/8/layout/hierarchy1"/>
    <dgm:cxn modelId="{3853E6E0-9F79-4AD1-BAA7-3B565F264D86}" type="presParOf" srcId="{860D0749-2EE2-4756-8AA1-1DBDD5F30516}" destId="{B694586D-F2C6-42A8-B5F2-582675C00971}" srcOrd="0" destOrd="0" presId="urn:microsoft.com/office/officeart/2005/8/layout/hierarchy1"/>
    <dgm:cxn modelId="{63D89D6F-08DB-46C5-8272-18E0F4D585F2}" type="presParOf" srcId="{B694586D-F2C6-42A8-B5F2-582675C00971}" destId="{3A4886D6-4DC8-46C0-B40C-D2B3B9409011}" srcOrd="0" destOrd="0" presId="urn:microsoft.com/office/officeart/2005/8/layout/hierarchy1"/>
    <dgm:cxn modelId="{D5D9D5BF-B097-450A-82CA-A691D657E5DF}" type="presParOf" srcId="{B694586D-F2C6-42A8-B5F2-582675C00971}" destId="{8B77C7B0-2341-4051-B309-416DF644AC9A}" srcOrd="1" destOrd="0" presId="urn:microsoft.com/office/officeart/2005/8/layout/hierarchy1"/>
    <dgm:cxn modelId="{BE0E99AA-6FB0-4658-86D9-004793EE52D3}" type="presParOf" srcId="{860D0749-2EE2-4756-8AA1-1DBDD5F30516}" destId="{107946A3-C97F-43F3-AE03-4DF2F876D906}" srcOrd="1" destOrd="0" presId="urn:microsoft.com/office/officeart/2005/8/layout/hierarchy1"/>
    <dgm:cxn modelId="{72342153-B590-489C-A995-E858EA88C365}" type="presParOf" srcId="{63199CB9-2766-488B-BDD6-747DBDAF4174}" destId="{47BD7CAB-E781-47DF-BF06-57D4C8B49D3F}" srcOrd="3" destOrd="0" presId="urn:microsoft.com/office/officeart/2005/8/layout/hierarchy1"/>
    <dgm:cxn modelId="{85942930-E4A1-4A1E-82C8-8B1D2596A2F0}" type="presParOf" srcId="{47BD7CAB-E781-47DF-BF06-57D4C8B49D3F}" destId="{B3B9B700-C3CF-4B62-B1DE-F0B2FE4D67E1}" srcOrd="0" destOrd="0" presId="urn:microsoft.com/office/officeart/2005/8/layout/hierarchy1"/>
    <dgm:cxn modelId="{14F8D092-C877-4EE7-9A97-3B94F8DC59E9}" type="presParOf" srcId="{B3B9B700-C3CF-4B62-B1DE-F0B2FE4D67E1}" destId="{5CC443C0-7D95-470D-ABFF-5C9671EC5072}" srcOrd="0" destOrd="0" presId="urn:microsoft.com/office/officeart/2005/8/layout/hierarchy1"/>
    <dgm:cxn modelId="{8F392E3F-7946-430D-8CBF-C2A4CB6B29A8}" type="presParOf" srcId="{B3B9B700-C3CF-4B62-B1DE-F0B2FE4D67E1}" destId="{C5A2ADAD-1294-4EE6-B458-40E76D4D644A}" srcOrd="1" destOrd="0" presId="urn:microsoft.com/office/officeart/2005/8/layout/hierarchy1"/>
    <dgm:cxn modelId="{7B0472D0-AA50-4826-91FA-05ECC12F9463}" type="presParOf" srcId="{47BD7CAB-E781-47DF-BF06-57D4C8B49D3F}" destId="{D51B942F-23C5-44A5-88B6-4B12B4811D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80917A-D41B-48E2-AF5C-5B0ED3BE7123}" type="doc">
      <dgm:prSet loTypeId="urn:microsoft.com/office/officeart/2005/8/layout/process1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hu-HU"/>
        </a:p>
      </dgm:t>
    </dgm:pt>
    <dgm:pt modelId="{A328CEC7-A71D-4101-9F0D-4A05E7BB42FE}">
      <dgm:prSet phldrT="[Szöveg]" phldr="0"/>
      <dgm:spPr/>
      <dgm:t>
        <a:bodyPr/>
        <a:lstStyle/>
        <a:p>
          <a:r>
            <a:rPr lang="en-DE" dirty="0" err="1"/>
            <a:t>Tervezés</a:t>
          </a:r>
          <a:endParaRPr lang="hu-HU" dirty="0"/>
        </a:p>
      </dgm:t>
    </dgm:pt>
    <dgm:pt modelId="{B2FDB11A-C924-4C48-9DDE-65C796A1AA6D}" type="parTrans" cxnId="{6DB9BD11-AA8D-4ECB-A60C-F0DA446E8CE5}">
      <dgm:prSet/>
      <dgm:spPr/>
      <dgm:t>
        <a:bodyPr/>
        <a:lstStyle/>
        <a:p>
          <a:endParaRPr lang="hu-HU"/>
        </a:p>
      </dgm:t>
    </dgm:pt>
    <dgm:pt modelId="{6B611427-84BC-4403-A423-03A9C95E0BE4}" type="sibTrans" cxnId="{6DB9BD11-AA8D-4ECB-A60C-F0DA446E8CE5}">
      <dgm:prSet/>
      <dgm:spPr/>
      <dgm:t>
        <a:bodyPr/>
        <a:lstStyle/>
        <a:p>
          <a:endParaRPr lang="hu-HU"/>
        </a:p>
      </dgm:t>
    </dgm:pt>
    <dgm:pt modelId="{7AB7272F-6BDE-4053-95A4-B1590BCFD72E}">
      <dgm:prSet phldrT="[Szöveg]" phldr="0"/>
      <dgm:spPr/>
      <dgm:t>
        <a:bodyPr/>
        <a:lstStyle/>
        <a:p>
          <a:r>
            <a:rPr lang="en-DE" dirty="0" err="1"/>
            <a:t>Előkészítés</a:t>
          </a:r>
          <a:endParaRPr lang="hu-HU" dirty="0"/>
        </a:p>
      </dgm:t>
    </dgm:pt>
    <dgm:pt modelId="{A85221E4-A42F-46F2-9358-F288FBC5FF58}" type="parTrans" cxnId="{180EB82D-02FD-46DF-8184-BC47C3229DAB}">
      <dgm:prSet/>
      <dgm:spPr/>
      <dgm:t>
        <a:bodyPr/>
        <a:lstStyle/>
        <a:p>
          <a:endParaRPr lang="hu-HU"/>
        </a:p>
      </dgm:t>
    </dgm:pt>
    <dgm:pt modelId="{AA5C6EB4-17C6-4FE1-A6E3-F61DC7B223D2}" type="sibTrans" cxnId="{180EB82D-02FD-46DF-8184-BC47C3229DAB}">
      <dgm:prSet/>
      <dgm:spPr/>
      <dgm:t>
        <a:bodyPr/>
        <a:lstStyle/>
        <a:p>
          <a:endParaRPr lang="hu-HU"/>
        </a:p>
      </dgm:t>
    </dgm:pt>
    <dgm:pt modelId="{C5D6E3E2-F838-4EAC-BD37-47228378CFB9}">
      <dgm:prSet phldrT="[Szöveg]" phldr="0"/>
      <dgm:spPr/>
      <dgm:t>
        <a:bodyPr/>
        <a:lstStyle/>
        <a:p>
          <a:r>
            <a:rPr lang="en-DE" dirty="0" err="1"/>
            <a:t>Lezárás</a:t>
          </a:r>
          <a:r>
            <a:rPr lang="en-DE" dirty="0"/>
            <a:t> </a:t>
          </a:r>
          <a:r>
            <a:rPr lang="en-DE" dirty="0" err="1"/>
            <a:t>és</a:t>
          </a:r>
          <a:r>
            <a:rPr lang="en-DE" dirty="0"/>
            <a:t> </a:t>
          </a:r>
          <a:r>
            <a:rPr lang="en-DE" dirty="0" err="1"/>
            <a:t>értékelés</a:t>
          </a:r>
          <a:endParaRPr lang="hu-HU" dirty="0"/>
        </a:p>
      </dgm:t>
    </dgm:pt>
    <dgm:pt modelId="{B7562FD2-5F59-4284-8B66-1A0E4982BD20}" type="parTrans" cxnId="{E20F4C35-789C-4EA9-9C93-059D2E2B8DD5}">
      <dgm:prSet/>
      <dgm:spPr/>
      <dgm:t>
        <a:bodyPr/>
        <a:lstStyle/>
        <a:p>
          <a:endParaRPr lang="hu-HU"/>
        </a:p>
      </dgm:t>
    </dgm:pt>
    <dgm:pt modelId="{F2973E9D-0B9A-40C1-83CF-CD901DD3138D}" type="sibTrans" cxnId="{E20F4C35-789C-4EA9-9C93-059D2E2B8DD5}">
      <dgm:prSet/>
      <dgm:spPr/>
      <dgm:t>
        <a:bodyPr/>
        <a:lstStyle/>
        <a:p>
          <a:endParaRPr lang="hu-HU"/>
        </a:p>
      </dgm:t>
    </dgm:pt>
    <dgm:pt modelId="{BEFD54BE-AD60-4434-AC6B-F2220BBFAB2D}">
      <dgm:prSet phldrT="[Szöveg]" phldr="0"/>
      <dgm:spPr/>
      <dgm:t>
        <a:bodyPr/>
        <a:lstStyle/>
        <a:p>
          <a:r>
            <a:rPr lang="en-DE"/>
            <a:t>Megvalósítás</a:t>
          </a:r>
          <a:endParaRPr lang="hu-HU" dirty="0"/>
        </a:p>
      </dgm:t>
    </dgm:pt>
    <dgm:pt modelId="{50E8FEF5-C343-4C38-84AF-023A124051CA}" type="parTrans" cxnId="{024197B9-4B1B-4ABF-A828-265FED1DA87C}">
      <dgm:prSet/>
      <dgm:spPr/>
      <dgm:t>
        <a:bodyPr/>
        <a:lstStyle/>
        <a:p>
          <a:endParaRPr lang="hu-HU"/>
        </a:p>
      </dgm:t>
    </dgm:pt>
    <dgm:pt modelId="{5206D730-C2C5-47E7-8595-5D28952A717C}" type="sibTrans" cxnId="{024197B9-4B1B-4ABF-A828-265FED1DA87C}">
      <dgm:prSet/>
      <dgm:spPr/>
      <dgm:t>
        <a:bodyPr/>
        <a:lstStyle/>
        <a:p>
          <a:endParaRPr lang="hu-HU"/>
        </a:p>
      </dgm:t>
    </dgm:pt>
    <dgm:pt modelId="{C8CEECB3-57EF-46CE-8149-B00EB1087737}" type="pres">
      <dgm:prSet presAssocID="{7780917A-D41B-48E2-AF5C-5B0ED3BE7123}" presName="Name0" presStyleCnt="0">
        <dgm:presLayoutVars>
          <dgm:dir/>
          <dgm:resizeHandles val="exact"/>
        </dgm:presLayoutVars>
      </dgm:prSet>
      <dgm:spPr/>
    </dgm:pt>
    <dgm:pt modelId="{8EF62E17-6CC5-4A4B-B06B-D31CC40893C9}" type="pres">
      <dgm:prSet presAssocID="{A328CEC7-A71D-4101-9F0D-4A05E7BB42FE}" presName="node" presStyleLbl="node1" presStyleIdx="0" presStyleCnt="4">
        <dgm:presLayoutVars>
          <dgm:bulletEnabled val="1"/>
        </dgm:presLayoutVars>
      </dgm:prSet>
      <dgm:spPr/>
    </dgm:pt>
    <dgm:pt modelId="{B13B9C90-F952-4DD0-80E9-ED7A57E07CA9}" type="pres">
      <dgm:prSet presAssocID="{6B611427-84BC-4403-A423-03A9C95E0BE4}" presName="sibTrans" presStyleLbl="sibTrans2D1" presStyleIdx="0" presStyleCnt="3"/>
      <dgm:spPr/>
    </dgm:pt>
    <dgm:pt modelId="{674DA3A7-1019-4E82-8D1A-FF887AFE5CAB}" type="pres">
      <dgm:prSet presAssocID="{6B611427-84BC-4403-A423-03A9C95E0BE4}" presName="connectorText" presStyleLbl="sibTrans2D1" presStyleIdx="0" presStyleCnt="3"/>
      <dgm:spPr/>
    </dgm:pt>
    <dgm:pt modelId="{42D7F8A9-8C35-4B6A-AFA4-9DABA1719B18}" type="pres">
      <dgm:prSet presAssocID="{7AB7272F-6BDE-4053-95A4-B1590BCFD72E}" presName="node" presStyleLbl="node1" presStyleIdx="1" presStyleCnt="4">
        <dgm:presLayoutVars>
          <dgm:bulletEnabled val="1"/>
        </dgm:presLayoutVars>
      </dgm:prSet>
      <dgm:spPr/>
    </dgm:pt>
    <dgm:pt modelId="{1F3BF80E-B7FB-4512-BCDF-98F24722FE96}" type="pres">
      <dgm:prSet presAssocID="{AA5C6EB4-17C6-4FE1-A6E3-F61DC7B223D2}" presName="sibTrans" presStyleLbl="sibTrans2D1" presStyleIdx="1" presStyleCnt="3"/>
      <dgm:spPr/>
    </dgm:pt>
    <dgm:pt modelId="{2D4CA6E7-F186-4779-852D-DA92CC4814E3}" type="pres">
      <dgm:prSet presAssocID="{AA5C6EB4-17C6-4FE1-A6E3-F61DC7B223D2}" presName="connectorText" presStyleLbl="sibTrans2D1" presStyleIdx="1" presStyleCnt="3"/>
      <dgm:spPr/>
    </dgm:pt>
    <dgm:pt modelId="{E22B72AE-3418-4E27-816F-1911C975E47B}" type="pres">
      <dgm:prSet presAssocID="{BEFD54BE-AD60-4434-AC6B-F2220BBFAB2D}" presName="node" presStyleLbl="node1" presStyleIdx="2" presStyleCnt="4">
        <dgm:presLayoutVars>
          <dgm:bulletEnabled val="1"/>
        </dgm:presLayoutVars>
      </dgm:prSet>
      <dgm:spPr/>
    </dgm:pt>
    <dgm:pt modelId="{70AC14F1-A0CD-49FC-8529-149DFC957835}" type="pres">
      <dgm:prSet presAssocID="{5206D730-C2C5-47E7-8595-5D28952A717C}" presName="sibTrans" presStyleLbl="sibTrans2D1" presStyleIdx="2" presStyleCnt="3"/>
      <dgm:spPr/>
    </dgm:pt>
    <dgm:pt modelId="{2A658E84-F86E-4F52-BF9E-E0506B0C8C55}" type="pres">
      <dgm:prSet presAssocID="{5206D730-C2C5-47E7-8595-5D28952A717C}" presName="connectorText" presStyleLbl="sibTrans2D1" presStyleIdx="2" presStyleCnt="3"/>
      <dgm:spPr/>
    </dgm:pt>
    <dgm:pt modelId="{706AE884-C23C-41F8-8D69-87F6C358DC0F}" type="pres">
      <dgm:prSet presAssocID="{C5D6E3E2-F838-4EAC-BD37-47228378CFB9}" presName="node" presStyleLbl="node1" presStyleIdx="3" presStyleCnt="4">
        <dgm:presLayoutVars>
          <dgm:bulletEnabled val="1"/>
        </dgm:presLayoutVars>
      </dgm:prSet>
      <dgm:spPr/>
    </dgm:pt>
  </dgm:ptLst>
  <dgm:cxnLst>
    <dgm:cxn modelId="{6BD6FA06-5A28-4862-B7B8-23077B02D9A8}" type="presOf" srcId="{5206D730-C2C5-47E7-8595-5D28952A717C}" destId="{2A658E84-F86E-4F52-BF9E-E0506B0C8C55}" srcOrd="1" destOrd="0" presId="urn:microsoft.com/office/officeart/2005/8/layout/process1"/>
    <dgm:cxn modelId="{C08ACF0A-2CA5-4846-BF05-B6C6B9649F61}" type="presOf" srcId="{BEFD54BE-AD60-4434-AC6B-F2220BBFAB2D}" destId="{E22B72AE-3418-4E27-816F-1911C975E47B}" srcOrd="0" destOrd="0" presId="urn:microsoft.com/office/officeart/2005/8/layout/process1"/>
    <dgm:cxn modelId="{6DB9BD11-AA8D-4ECB-A60C-F0DA446E8CE5}" srcId="{7780917A-D41B-48E2-AF5C-5B0ED3BE7123}" destId="{A328CEC7-A71D-4101-9F0D-4A05E7BB42FE}" srcOrd="0" destOrd="0" parTransId="{B2FDB11A-C924-4C48-9DDE-65C796A1AA6D}" sibTransId="{6B611427-84BC-4403-A423-03A9C95E0BE4}"/>
    <dgm:cxn modelId="{13703F1B-416F-4DBF-BD0F-9BD23801A642}" type="presOf" srcId="{5206D730-C2C5-47E7-8595-5D28952A717C}" destId="{70AC14F1-A0CD-49FC-8529-149DFC957835}" srcOrd="0" destOrd="0" presId="urn:microsoft.com/office/officeart/2005/8/layout/process1"/>
    <dgm:cxn modelId="{D2248423-5AFB-419E-83E3-AA78B01F9928}" type="presOf" srcId="{AA5C6EB4-17C6-4FE1-A6E3-F61DC7B223D2}" destId="{2D4CA6E7-F186-4779-852D-DA92CC4814E3}" srcOrd="1" destOrd="0" presId="urn:microsoft.com/office/officeart/2005/8/layout/process1"/>
    <dgm:cxn modelId="{C2C08E29-10C3-4D25-B14F-1DFA120D5721}" type="presOf" srcId="{AA5C6EB4-17C6-4FE1-A6E3-F61DC7B223D2}" destId="{1F3BF80E-B7FB-4512-BCDF-98F24722FE96}" srcOrd="0" destOrd="0" presId="urn:microsoft.com/office/officeart/2005/8/layout/process1"/>
    <dgm:cxn modelId="{180EB82D-02FD-46DF-8184-BC47C3229DAB}" srcId="{7780917A-D41B-48E2-AF5C-5B0ED3BE7123}" destId="{7AB7272F-6BDE-4053-95A4-B1590BCFD72E}" srcOrd="1" destOrd="0" parTransId="{A85221E4-A42F-46F2-9358-F288FBC5FF58}" sibTransId="{AA5C6EB4-17C6-4FE1-A6E3-F61DC7B223D2}"/>
    <dgm:cxn modelId="{E20F4C35-789C-4EA9-9C93-059D2E2B8DD5}" srcId="{7780917A-D41B-48E2-AF5C-5B0ED3BE7123}" destId="{C5D6E3E2-F838-4EAC-BD37-47228378CFB9}" srcOrd="3" destOrd="0" parTransId="{B7562FD2-5F59-4284-8B66-1A0E4982BD20}" sibTransId="{F2973E9D-0B9A-40C1-83CF-CD901DD3138D}"/>
    <dgm:cxn modelId="{BF9FC45C-B496-411D-B741-A4E7F6AB7AA1}" type="presOf" srcId="{A328CEC7-A71D-4101-9F0D-4A05E7BB42FE}" destId="{8EF62E17-6CC5-4A4B-B06B-D31CC40893C9}" srcOrd="0" destOrd="0" presId="urn:microsoft.com/office/officeart/2005/8/layout/process1"/>
    <dgm:cxn modelId="{4E159B65-62B7-4837-8E08-5467219A1D3C}" type="presOf" srcId="{C5D6E3E2-F838-4EAC-BD37-47228378CFB9}" destId="{706AE884-C23C-41F8-8D69-87F6C358DC0F}" srcOrd="0" destOrd="0" presId="urn:microsoft.com/office/officeart/2005/8/layout/process1"/>
    <dgm:cxn modelId="{2A243848-7DEB-40EA-B677-9275C8B3B15C}" type="presOf" srcId="{6B611427-84BC-4403-A423-03A9C95E0BE4}" destId="{B13B9C90-F952-4DD0-80E9-ED7A57E07CA9}" srcOrd="0" destOrd="0" presId="urn:microsoft.com/office/officeart/2005/8/layout/process1"/>
    <dgm:cxn modelId="{3691047E-6CDF-4EF4-A622-44DFAF05CEF8}" type="presOf" srcId="{6B611427-84BC-4403-A423-03A9C95E0BE4}" destId="{674DA3A7-1019-4E82-8D1A-FF887AFE5CAB}" srcOrd="1" destOrd="0" presId="urn:microsoft.com/office/officeart/2005/8/layout/process1"/>
    <dgm:cxn modelId="{31AA41AB-ABFC-4789-A2F2-20D2D2D4D164}" type="presOf" srcId="{7780917A-D41B-48E2-AF5C-5B0ED3BE7123}" destId="{C8CEECB3-57EF-46CE-8149-B00EB1087737}" srcOrd="0" destOrd="0" presId="urn:microsoft.com/office/officeart/2005/8/layout/process1"/>
    <dgm:cxn modelId="{024197B9-4B1B-4ABF-A828-265FED1DA87C}" srcId="{7780917A-D41B-48E2-AF5C-5B0ED3BE7123}" destId="{BEFD54BE-AD60-4434-AC6B-F2220BBFAB2D}" srcOrd="2" destOrd="0" parTransId="{50E8FEF5-C343-4C38-84AF-023A124051CA}" sibTransId="{5206D730-C2C5-47E7-8595-5D28952A717C}"/>
    <dgm:cxn modelId="{29AEEDF8-09A7-473D-A9D0-66F2702A7075}" type="presOf" srcId="{7AB7272F-6BDE-4053-95A4-B1590BCFD72E}" destId="{42D7F8A9-8C35-4B6A-AFA4-9DABA1719B18}" srcOrd="0" destOrd="0" presId="urn:microsoft.com/office/officeart/2005/8/layout/process1"/>
    <dgm:cxn modelId="{78C6AED2-9403-405D-A9D3-49DA2AF539F2}" type="presParOf" srcId="{C8CEECB3-57EF-46CE-8149-B00EB1087737}" destId="{8EF62E17-6CC5-4A4B-B06B-D31CC40893C9}" srcOrd="0" destOrd="0" presId="urn:microsoft.com/office/officeart/2005/8/layout/process1"/>
    <dgm:cxn modelId="{AC6C0DDC-58B7-4C53-A0F2-8EEEA529B622}" type="presParOf" srcId="{C8CEECB3-57EF-46CE-8149-B00EB1087737}" destId="{B13B9C90-F952-4DD0-80E9-ED7A57E07CA9}" srcOrd="1" destOrd="0" presId="urn:microsoft.com/office/officeart/2005/8/layout/process1"/>
    <dgm:cxn modelId="{A5BCA57C-3E85-4248-A4A9-FA26F1511587}" type="presParOf" srcId="{B13B9C90-F952-4DD0-80E9-ED7A57E07CA9}" destId="{674DA3A7-1019-4E82-8D1A-FF887AFE5CAB}" srcOrd="0" destOrd="0" presId="urn:microsoft.com/office/officeart/2005/8/layout/process1"/>
    <dgm:cxn modelId="{B5DA51F6-CF1A-477F-AAA4-025CBC1F5309}" type="presParOf" srcId="{C8CEECB3-57EF-46CE-8149-B00EB1087737}" destId="{42D7F8A9-8C35-4B6A-AFA4-9DABA1719B18}" srcOrd="2" destOrd="0" presId="urn:microsoft.com/office/officeart/2005/8/layout/process1"/>
    <dgm:cxn modelId="{876EAC2E-3A5C-4E4E-B7EE-2D5174A7201D}" type="presParOf" srcId="{C8CEECB3-57EF-46CE-8149-B00EB1087737}" destId="{1F3BF80E-B7FB-4512-BCDF-98F24722FE96}" srcOrd="3" destOrd="0" presId="urn:microsoft.com/office/officeart/2005/8/layout/process1"/>
    <dgm:cxn modelId="{3C8574BD-D8BA-4C01-A14F-22FD1E13EF2C}" type="presParOf" srcId="{1F3BF80E-B7FB-4512-BCDF-98F24722FE96}" destId="{2D4CA6E7-F186-4779-852D-DA92CC4814E3}" srcOrd="0" destOrd="0" presId="urn:microsoft.com/office/officeart/2005/8/layout/process1"/>
    <dgm:cxn modelId="{6CAC9280-1E2C-4494-AA37-DAA610A319A6}" type="presParOf" srcId="{C8CEECB3-57EF-46CE-8149-B00EB1087737}" destId="{E22B72AE-3418-4E27-816F-1911C975E47B}" srcOrd="4" destOrd="0" presId="urn:microsoft.com/office/officeart/2005/8/layout/process1"/>
    <dgm:cxn modelId="{B80B22F6-B27A-4259-BB53-7AF86678C1FC}" type="presParOf" srcId="{C8CEECB3-57EF-46CE-8149-B00EB1087737}" destId="{70AC14F1-A0CD-49FC-8529-149DFC957835}" srcOrd="5" destOrd="0" presId="urn:microsoft.com/office/officeart/2005/8/layout/process1"/>
    <dgm:cxn modelId="{1E201DF0-9290-41CC-8173-C92788F425DD}" type="presParOf" srcId="{70AC14F1-A0CD-49FC-8529-149DFC957835}" destId="{2A658E84-F86E-4F52-BF9E-E0506B0C8C55}" srcOrd="0" destOrd="0" presId="urn:microsoft.com/office/officeart/2005/8/layout/process1"/>
    <dgm:cxn modelId="{52031FB0-15E2-4AF0-AAF8-83572B803F57}" type="presParOf" srcId="{C8CEECB3-57EF-46CE-8149-B00EB1087737}" destId="{706AE884-C23C-41F8-8D69-87F6C358DC0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00B769-03C1-4A7F-A3BD-D4E1E6424E3B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6D26040-63C9-4F48-9AC2-0ABD5BB05732}">
      <dgm:prSet/>
      <dgm:spPr/>
      <dgm:t>
        <a:bodyPr/>
        <a:lstStyle/>
        <a:p>
          <a:r>
            <a:rPr lang="en-DE"/>
            <a:t>Iskolai kutatómunka</a:t>
          </a:r>
          <a:endParaRPr lang="en-US"/>
        </a:p>
      </dgm:t>
    </dgm:pt>
    <dgm:pt modelId="{CE0D7BB1-3320-4182-B8C9-7A2BC299870A}" type="parTrans" cxnId="{50B115CE-0A32-42BA-BE37-917CE52BDF83}">
      <dgm:prSet/>
      <dgm:spPr/>
      <dgm:t>
        <a:bodyPr/>
        <a:lstStyle/>
        <a:p>
          <a:endParaRPr lang="en-US"/>
        </a:p>
      </dgm:t>
    </dgm:pt>
    <dgm:pt modelId="{E4B0FBF0-61C7-471C-B6E6-F3EAB640F45C}" type="sibTrans" cxnId="{50B115CE-0A32-42BA-BE37-917CE52BDF83}">
      <dgm:prSet/>
      <dgm:spPr/>
      <dgm:t>
        <a:bodyPr/>
        <a:lstStyle/>
        <a:p>
          <a:endParaRPr lang="en-US"/>
        </a:p>
      </dgm:t>
    </dgm:pt>
    <dgm:pt modelId="{8EE79A9C-F4E2-47C8-AD42-D4961DC9761A}">
      <dgm:prSet/>
      <dgm:spPr/>
      <dgm:t>
        <a:bodyPr/>
        <a:lstStyle/>
        <a:p>
          <a:r>
            <a:rPr lang="en-DE"/>
            <a:t>Prezentáció készítése</a:t>
          </a:r>
          <a:endParaRPr lang="en-US"/>
        </a:p>
      </dgm:t>
    </dgm:pt>
    <dgm:pt modelId="{799FE05A-8DD7-48FB-81ED-7F3B905D22BF}" type="parTrans" cxnId="{A121EC80-0CDE-4ECB-B01E-8591955A5877}">
      <dgm:prSet/>
      <dgm:spPr/>
      <dgm:t>
        <a:bodyPr/>
        <a:lstStyle/>
        <a:p>
          <a:endParaRPr lang="en-US"/>
        </a:p>
      </dgm:t>
    </dgm:pt>
    <dgm:pt modelId="{11FF884A-C6E4-440B-890F-1215D32E7461}" type="sibTrans" cxnId="{A121EC80-0CDE-4ECB-B01E-8591955A5877}">
      <dgm:prSet/>
      <dgm:spPr/>
      <dgm:t>
        <a:bodyPr/>
        <a:lstStyle/>
        <a:p>
          <a:endParaRPr lang="en-US"/>
        </a:p>
      </dgm:t>
    </dgm:pt>
    <dgm:pt modelId="{488EBB35-51CD-427D-909C-9DDC9783D6F5}">
      <dgm:prSet/>
      <dgm:spPr/>
      <dgm:t>
        <a:bodyPr/>
        <a:lstStyle/>
        <a:p>
          <a:r>
            <a:rPr lang="en-DE"/>
            <a:t>Rendezvény megszervezése</a:t>
          </a:r>
          <a:endParaRPr lang="en-US"/>
        </a:p>
      </dgm:t>
    </dgm:pt>
    <dgm:pt modelId="{6FF3F8EB-0FE5-4884-9CBC-A8E0697F4980}" type="parTrans" cxnId="{EA6CD01C-C0E4-41D7-BB7C-9589DBAE7FE2}">
      <dgm:prSet/>
      <dgm:spPr/>
      <dgm:t>
        <a:bodyPr/>
        <a:lstStyle/>
        <a:p>
          <a:endParaRPr lang="en-US"/>
        </a:p>
      </dgm:t>
    </dgm:pt>
    <dgm:pt modelId="{1BB5F34D-72F9-4391-B847-7AD1822590B2}" type="sibTrans" cxnId="{EA6CD01C-C0E4-41D7-BB7C-9589DBAE7FE2}">
      <dgm:prSet/>
      <dgm:spPr/>
      <dgm:t>
        <a:bodyPr/>
        <a:lstStyle/>
        <a:p>
          <a:endParaRPr lang="en-US"/>
        </a:p>
      </dgm:t>
    </dgm:pt>
    <dgm:pt modelId="{3A7DE5AB-2156-4DA0-B65D-7B07CE618864}">
      <dgm:prSet/>
      <dgm:spPr/>
      <dgm:t>
        <a:bodyPr/>
        <a:lstStyle/>
        <a:p>
          <a:r>
            <a:rPr lang="en-DE"/>
            <a:t>Informatikai fejlesztés</a:t>
          </a:r>
          <a:endParaRPr lang="en-US"/>
        </a:p>
      </dgm:t>
    </dgm:pt>
    <dgm:pt modelId="{B3554958-DD0A-4099-BB35-3823AFF478EB}" type="parTrans" cxnId="{75E4077D-4E4D-4CCE-9D88-A0CBF97AAC90}">
      <dgm:prSet/>
      <dgm:spPr/>
      <dgm:t>
        <a:bodyPr/>
        <a:lstStyle/>
        <a:p>
          <a:endParaRPr lang="en-US"/>
        </a:p>
      </dgm:t>
    </dgm:pt>
    <dgm:pt modelId="{6E0EB983-AB10-475E-94A6-926C38561936}" type="sibTrans" cxnId="{75E4077D-4E4D-4CCE-9D88-A0CBF97AAC90}">
      <dgm:prSet/>
      <dgm:spPr/>
      <dgm:t>
        <a:bodyPr/>
        <a:lstStyle/>
        <a:p>
          <a:endParaRPr lang="en-US"/>
        </a:p>
      </dgm:t>
    </dgm:pt>
    <dgm:pt modelId="{93F85934-D6DD-4E11-9AD4-2803BE78D7F1}" type="pres">
      <dgm:prSet presAssocID="{2500B769-03C1-4A7F-A3BD-D4E1E6424E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DE6545-60BB-4C4A-8FEC-A2A187D9D913}" type="pres">
      <dgm:prSet presAssocID="{26D26040-63C9-4F48-9AC2-0ABD5BB05732}" presName="hierRoot1" presStyleCnt="0"/>
      <dgm:spPr/>
    </dgm:pt>
    <dgm:pt modelId="{5E5F5B6E-2D61-4F2C-8497-7FF0E85E5F58}" type="pres">
      <dgm:prSet presAssocID="{26D26040-63C9-4F48-9AC2-0ABD5BB05732}" presName="composite" presStyleCnt="0"/>
      <dgm:spPr/>
    </dgm:pt>
    <dgm:pt modelId="{E5261E60-BD6D-41C3-87C3-DA96AF7D240D}" type="pres">
      <dgm:prSet presAssocID="{26D26040-63C9-4F48-9AC2-0ABD5BB05732}" presName="background" presStyleLbl="node0" presStyleIdx="0" presStyleCnt="4"/>
      <dgm:spPr/>
    </dgm:pt>
    <dgm:pt modelId="{FA38F360-9593-4248-AF45-A744182AAA78}" type="pres">
      <dgm:prSet presAssocID="{26D26040-63C9-4F48-9AC2-0ABD5BB05732}" presName="text" presStyleLbl="fgAcc0" presStyleIdx="0" presStyleCnt="4">
        <dgm:presLayoutVars>
          <dgm:chPref val="3"/>
        </dgm:presLayoutVars>
      </dgm:prSet>
      <dgm:spPr/>
    </dgm:pt>
    <dgm:pt modelId="{9AD916D7-C1B1-4E40-B70D-6BA32C160D02}" type="pres">
      <dgm:prSet presAssocID="{26D26040-63C9-4F48-9AC2-0ABD5BB05732}" presName="hierChild2" presStyleCnt="0"/>
      <dgm:spPr/>
    </dgm:pt>
    <dgm:pt modelId="{E60407F2-B603-4BC0-9BB0-38A9A48823D5}" type="pres">
      <dgm:prSet presAssocID="{8EE79A9C-F4E2-47C8-AD42-D4961DC9761A}" presName="hierRoot1" presStyleCnt="0"/>
      <dgm:spPr/>
    </dgm:pt>
    <dgm:pt modelId="{D8B07241-EC81-473D-B026-725E5A62593E}" type="pres">
      <dgm:prSet presAssocID="{8EE79A9C-F4E2-47C8-AD42-D4961DC9761A}" presName="composite" presStyleCnt="0"/>
      <dgm:spPr/>
    </dgm:pt>
    <dgm:pt modelId="{67B7D62A-8435-4ECE-A645-939CED0D7167}" type="pres">
      <dgm:prSet presAssocID="{8EE79A9C-F4E2-47C8-AD42-D4961DC9761A}" presName="background" presStyleLbl="node0" presStyleIdx="1" presStyleCnt="4"/>
      <dgm:spPr/>
    </dgm:pt>
    <dgm:pt modelId="{E4797393-041F-474E-8873-CA2A998B3BD1}" type="pres">
      <dgm:prSet presAssocID="{8EE79A9C-F4E2-47C8-AD42-D4961DC9761A}" presName="text" presStyleLbl="fgAcc0" presStyleIdx="1" presStyleCnt="4">
        <dgm:presLayoutVars>
          <dgm:chPref val="3"/>
        </dgm:presLayoutVars>
      </dgm:prSet>
      <dgm:spPr/>
    </dgm:pt>
    <dgm:pt modelId="{37949984-2B5B-43EE-81B6-6E13F91B53DF}" type="pres">
      <dgm:prSet presAssocID="{8EE79A9C-F4E2-47C8-AD42-D4961DC9761A}" presName="hierChild2" presStyleCnt="0"/>
      <dgm:spPr/>
    </dgm:pt>
    <dgm:pt modelId="{347A4D10-1AD0-4D58-B1BE-EDD1D40738F0}" type="pres">
      <dgm:prSet presAssocID="{488EBB35-51CD-427D-909C-9DDC9783D6F5}" presName="hierRoot1" presStyleCnt="0"/>
      <dgm:spPr/>
    </dgm:pt>
    <dgm:pt modelId="{66872660-81B7-411D-A35E-F34AE2945E63}" type="pres">
      <dgm:prSet presAssocID="{488EBB35-51CD-427D-909C-9DDC9783D6F5}" presName="composite" presStyleCnt="0"/>
      <dgm:spPr/>
    </dgm:pt>
    <dgm:pt modelId="{33FAEF7E-9DFC-4CB3-973B-17BE7585AA7D}" type="pres">
      <dgm:prSet presAssocID="{488EBB35-51CD-427D-909C-9DDC9783D6F5}" presName="background" presStyleLbl="node0" presStyleIdx="2" presStyleCnt="4"/>
      <dgm:spPr/>
    </dgm:pt>
    <dgm:pt modelId="{5979A1EB-D194-4A94-96D0-70A8726F9B03}" type="pres">
      <dgm:prSet presAssocID="{488EBB35-51CD-427D-909C-9DDC9783D6F5}" presName="text" presStyleLbl="fgAcc0" presStyleIdx="2" presStyleCnt="4">
        <dgm:presLayoutVars>
          <dgm:chPref val="3"/>
        </dgm:presLayoutVars>
      </dgm:prSet>
      <dgm:spPr/>
    </dgm:pt>
    <dgm:pt modelId="{6BF386C1-F47E-4837-9189-9111C741A7C0}" type="pres">
      <dgm:prSet presAssocID="{488EBB35-51CD-427D-909C-9DDC9783D6F5}" presName="hierChild2" presStyleCnt="0"/>
      <dgm:spPr/>
    </dgm:pt>
    <dgm:pt modelId="{DC9C0580-A547-4583-AE7C-ED1D5E11D3A7}" type="pres">
      <dgm:prSet presAssocID="{3A7DE5AB-2156-4DA0-B65D-7B07CE618864}" presName="hierRoot1" presStyleCnt="0"/>
      <dgm:spPr/>
    </dgm:pt>
    <dgm:pt modelId="{A91F0AE8-8C01-4FEE-9FD4-37158D5AE5E0}" type="pres">
      <dgm:prSet presAssocID="{3A7DE5AB-2156-4DA0-B65D-7B07CE618864}" presName="composite" presStyleCnt="0"/>
      <dgm:spPr/>
    </dgm:pt>
    <dgm:pt modelId="{B207F41C-103E-42E5-AD5E-03C6BD474837}" type="pres">
      <dgm:prSet presAssocID="{3A7DE5AB-2156-4DA0-B65D-7B07CE618864}" presName="background" presStyleLbl="node0" presStyleIdx="3" presStyleCnt="4"/>
      <dgm:spPr/>
    </dgm:pt>
    <dgm:pt modelId="{B3B4614A-3C0E-4473-8AD1-9460AE331D2B}" type="pres">
      <dgm:prSet presAssocID="{3A7DE5AB-2156-4DA0-B65D-7B07CE618864}" presName="text" presStyleLbl="fgAcc0" presStyleIdx="3" presStyleCnt="4">
        <dgm:presLayoutVars>
          <dgm:chPref val="3"/>
        </dgm:presLayoutVars>
      </dgm:prSet>
      <dgm:spPr/>
    </dgm:pt>
    <dgm:pt modelId="{885EACE7-3B02-457D-8FA7-278DCDA3FF48}" type="pres">
      <dgm:prSet presAssocID="{3A7DE5AB-2156-4DA0-B65D-7B07CE618864}" presName="hierChild2" presStyleCnt="0"/>
      <dgm:spPr/>
    </dgm:pt>
  </dgm:ptLst>
  <dgm:cxnLst>
    <dgm:cxn modelId="{FC51BD10-F8DA-4D38-A4F9-135822F01DB4}" type="presOf" srcId="{26D26040-63C9-4F48-9AC2-0ABD5BB05732}" destId="{FA38F360-9593-4248-AF45-A744182AAA78}" srcOrd="0" destOrd="0" presId="urn:microsoft.com/office/officeart/2005/8/layout/hierarchy1"/>
    <dgm:cxn modelId="{EA6CD01C-C0E4-41D7-BB7C-9589DBAE7FE2}" srcId="{2500B769-03C1-4A7F-A3BD-D4E1E6424E3B}" destId="{488EBB35-51CD-427D-909C-9DDC9783D6F5}" srcOrd="2" destOrd="0" parTransId="{6FF3F8EB-0FE5-4884-9CBC-A8E0697F4980}" sibTransId="{1BB5F34D-72F9-4391-B847-7AD1822590B2}"/>
    <dgm:cxn modelId="{8D649968-A9C4-4DB9-9989-D81B3BF40D45}" type="presOf" srcId="{488EBB35-51CD-427D-909C-9DDC9783D6F5}" destId="{5979A1EB-D194-4A94-96D0-70A8726F9B03}" srcOrd="0" destOrd="0" presId="urn:microsoft.com/office/officeart/2005/8/layout/hierarchy1"/>
    <dgm:cxn modelId="{75E4077D-4E4D-4CCE-9D88-A0CBF97AAC90}" srcId="{2500B769-03C1-4A7F-A3BD-D4E1E6424E3B}" destId="{3A7DE5AB-2156-4DA0-B65D-7B07CE618864}" srcOrd="3" destOrd="0" parTransId="{B3554958-DD0A-4099-BB35-3823AFF478EB}" sibTransId="{6E0EB983-AB10-475E-94A6-926C38561936}"/>
    <dgm:cxn modelId="{A121EC80-0CDE-4ECB-B01E-8591955A5877}" srcId="{2500B769-03C1-4A7F-A3BD-D4E1E6424E3B}" destId="{8EE79A9C-F4E2-47C8-AD42-D4961DC9761A}" srcOrd="1" destOrd="0" parTransId="{799FE05A-8DD7-48FB-81ED-7F3B905D22BF}" sibTransId="{11FF884A-C6E4-440B-890F-1215D32E7461}"/>
    <dgm:cxn modelId="{8F6EB68B-4CF0-4B33-9264-FEFC51176F42}" type="presOf" srcId="{2500B769-03C1-4A7F-A3BD-D4E1E6424E3B}" destId="{93F85934-D6DD-4E11-9AD4-2803BE78D7F1}" srcOrd="0" destOrd="0" presId="urn:microsoft.com/office/officeart/2005/8/layout/hierarchy1"/>
    <dgm:cxn modelId="{50B115CE-0A32-42BA-BE37-917CE52BDF83}" srcId="{2500B769-03C1-4A7F-A3BD-D4E1E6424E3B}" destId="{26D26040-63C9-4F48-9AC2-0ABD5BB05732}" srcOrd="0" destOrd="0" parTransId="{CE0D7BB1-3320-4182-B8C9-7A2BC299870A}" sibTransId="{E4B0FBF0-61C7-471C-B6E6-F3EAB640F45C}"/>
    <dgm:cxn modelId="{946F51F0-7654-4648-8979-5AF1C1CD8394}" type="presOf" srcId="{3A7DE5AB-2156-4DA0-B65D-7B07CE618864}" destId="{B3B4614A-3C0E-4473-8AD1-9460AE331D2B}" srcOrd="0" destOrd="0" presId="urn:microsoft.com/office/officeart/2005/8/layout/hierarchy1"/>
    <dgm:cxn modelId="{4B4C0BF9-7B2A-4AB5-B28D-E79F63863B65}" type="presOf" srcId="{8EE79A9C-F4E2-47C8-AD42-D4961DC9761A}" destId="{E4797393-041F-474E-8873-CA2A998B3BD1}" srcOrd="0" destOrd="0" presId="urn:microsoft.com/office/officeart/2005/8/layout/hierarchy1"/>
    <dgm:cxn modelId="{CF26F0A1-DE29-4FA8-A1C9-66A408BE7602}" type="presParOf" srcId="{93F85934-D6DD-4E11-9AD4-2803BE78D7F1}" destId="{48DE6545-60BB-4C4A-8FEC-A2A187D9D913}" srcOrd="0" destOrd="0" presId="urn:microsoft.com/office/officeart/2005/8/layout/hierarchy1"/>
    <dgm:cxn modelId="{9039EAC3-5F82-4FDC-8183-52177F1D6E65}" type="presParOf" srcId="{48DE6545-60BB-4C4A-8FEC-A2A187D9D913}" destId="{5E5F5B6E-2D61-4F2C-8497-7FF0E85E5F58}" srcOrd="0" destOrd="0" presId="urn:microsoft.com/office/officeart/2005/8/layout/hierarchy1"/>
    <dgm:cxn modelId="{47CF05D1-0A2B-43A4-8526-9840B00292CF}" type="presParOf" srcId="{5E5F5B6E-2D61-4F2C-8497-7FF0E85E5F58}" destId="{E5261E60-BD6D-41C3-87C3-DA96AF7D240D}" srcOrd="0" destOrd="0" presId="urn:microsoft.com/office/officeart/2005/8/layout/hierarchy1"/>
    <dgm:cxn modelId="{555A3391-CC5D-4407-AAFA-6AE94ABAD9B3}" type="presParOf" srcId="{5E5F5B6E-2D61-4F2C-8497-7FF0E85E5F58}" destId="{FA38F360-9593-4248-AF45-A744182AAA78}" srcOrd="1" destOrd="0" presId="urn:microsoft.com/office/officeart/2005/8/layout/hierarchy1"/>
    <dgm:cxn modelId="{AD93F059-B905-472F-B9B9-D39C94AE1B1C}" type="presParOf" srcId="{48DE6545-60BB-4C4A-8FEC-A2A187D9D913}" destId="{9AD916D7-C1B1-4E40-B70D-6BA32C160D02}" srcOrd="1" destOrd="0" presId="urn:microsoft.com/office/officeart/2005/8/layout/hierarchy1"/>
    <dgm:cxn modelId="{76A5114F-D1A9-43B4-BE6C-64F82392F169}" type="presParOf" srcId="{93F85934-D6DD-4E11-9AD4-2803BE78D7F1}" destId="{E60407F2-B603-4BC0-9BB0-38A9A48823D5}" srcOrd="1" destOrd="0" presId="urn:microsoft.com/office/officeart/2005/8/layout/hierarchy1"/>
    <dgm:cxn modelId="{8B48BD3B-462C-42AE-B6F7-72955B6A3748}" type="presParOf" srcId="{E60407F2-B603-4BC0-9BB0-38A9A48823D5}" destId="{D8B07241-EC81-473D-B026-725E5A62593E}" srcOrd="0" destOrd="0" presId="urn:microsoft.com/office/officeart/2005/8/layout/hierarchy1"/>
    <dgm:cxn modelId="{4D73F843-E646-42A9-B740-9D44C407AC19}" type="presParOf" srcId="{D8B07241-EC81-473D-B026-725E5A62593E}" destId="{67B7D62A-8435-4ECE-A645-939CED0D7167}" srcOrd="0" destOrd="0" presId="urn:microsoft.com/office/officeart/2005/8/layout/hierarchy1"/>
    <dgm:cxn modelId="{FB02C454-EB7D-473F-B454-E960F4C5D3A7}" type="presParOf" srcId="{D8B07241-EC81-473D-B026-725E5A62593E}" destId="{E4797393-041F-474E-8873-CA2A998B3BD1}" srcOrd="1" destOrd="0" presId="urn:microsoft.com/office/officeart/2005/8/layout/hierarchy1"/>
    <dgm:cxn modelId="{900F1CAD-B8DB-44F6-8E46-5274F9EB2242}" type="presParOf" srcId="{E60407F2-B603-4BC0-9BB0-38A9A48823D5}" destId="{37949984-2B5B-43EE-81B6-6E13F91B53DF}" srcOrd="1" destOrd="0" presId="urn:microsoft.com/office/officeart/2005/8/layout/hierarchy1"/>
    <dgm:cxn modelId="{4DDE7B2A-ED5F-44AC-BD25-05D112C1AC90}" type="presParOf" srcId="{93F85934-D6DD-4E11-9AD4-2803BE78D7F1}" destId="{347A4D10-1AD0-4D58-B1BE-EDD1D40738F0}" srcOrd="2" destOrd="0" presId="urn:microsoft.com/office/officeart/2005/8/layout/hierarchy1"/>
    <dgm:cxn modelId="{3D3BE4FA-D579-470D-A1DE-8B630C6AAB72}" type="presParOf" srcId="{347A4D10-1AD0-4D58-B1BE-EDD1D40738F0}" destId="{66872660-81B7-411D-A35E-F34AE2945E63}" srcOrd="0" destOrd="0" presId="urn:microsoft.com/office/officeart/2005/8/layout/hierarchy1"/>
    <dgm:cxn modelId="{4F4F0700-EBC8-496F-BDB3-978852BEA6E9}" type="presParOf" srcId="{66872660-81B7-411D-A35E-F34AE2945E63}" destId="{33FAEF7E-9DFC-4CB3-973B-17BE7585AA7D}" srcOrd="0" destOrd="0" presId="urn:microsoft.com/office/officeart/2005/8/layout/hierarchy1"/>
    <dgm:cxn modelId="{5C6A0D9A-8ADD-4563-B668-4986EB610CD2}" type="presParOf" srcId="{66872660-81B7-411D-A35E-F34AE2945E63}" destId="{5979A1EB-D194-4A94-96D0-70A8726F9B03}" srcOrd="1" destOrd="0" presId="urn:microsoft.com/office/officeart/2005/8/layout/hierarchy1"/>
    <dgm:cxn modelId="{CBBB48A9-8EAA-4957-B7D9-5F4E08BC60F7}" type="presParOf" srcId="{347A4D10-1AD0-4D58-B1BE-EDD1D40738F0}" destId="{6BF386C1-F47E-4837-9189-9111C741A7C0}" srcOrd="1" destOrd="0" presId="urn:microsoft.com/office/officeart/2005/8/layout/hierarchy1"/>
    <dgm:cxn modelId="{E8F87092-9FF0-4873-9CB8-798FA20A8C1F}" type="presParOf" srcId="{93F85934-D6DD-4E11-9AD4-2803BE78D7F1}" destId="{DC9C0580-A547-4583-AE7C-ED1D5E11D3A7}" srcOrd="3" destOrd="0" presId="urn:microsoft.com/office/officeart/2005/8/layout/hierarchy1"/>
    <dgm:cxn modelId="{6C19A3D2-EE6F-4015-871D-8D2BC53D3343}" type="presParOf" srcId="{DC9C0580-A547-4583-AE7C-ED1D5E11D3A7}" destId="{A91F0AE8-8C01-4FEE-9FD4-37158D5AE5E0}" srcOrd="0" destOrd="0" presId="urn:microsoft.com/office/officeart/2005/8/layout/hierarchy1"/>
    <dgm:cxn modelId="{BA0BE1FE-8C23-4F18-8595-81A380BCBA44}" type="presParOf" srcId="{A91F0AE8-8C01-4FEE-9FD4-37158D5AE5E0}" destId="{B207F41C-103E-42E5-AD5E-03C6BD474837}" srcOrd="0" destOrd="0" presId="urn:microsoft.com/office/officeart/2005/8/layout/hierarchy1"/>
    <dgm:cxn modelId="{96D53F3E-AEF5-4D40-9697-BBA41BB9E795}" type="presParOf" srcId="{A91F0AE8-8C01-4FEE-9FD4-37158D5AE5E0}" destId="{B3B4614A-3C0E-4473-8AD1-9460AE331D2B}" srcOrd="1" destOrd="0" presId="urn:microsoft.com/office/officeart/2005/8/layout/hierarchy1"/>
    <dgm:cxn modelId="{6D7533D6-407E-44B5-A479-187E93149F8B}" type="presParOf" srcId="{DC9C0580-A547-4583-AE7C-ED1D5E11D3A7}" destId="{885EACE7-3B02-457D-8FA7-278DCDA3FF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81489C-2D1C-4C5B-9B49-576886A1CEA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A1783C-4FF0-4E05-B2CE-8F3F78BBF57A}">
      <dgm:prSet/>
      <dgm:spPr/>
      <dgm:t>
        <a:bodyPr/>
        <a:lstStyle/>
        <a:p>
          <a:r>
            <a:rPr lang="en-DE"/>
            <a:t>Együttműködés fejlesztése</a:t>
          </a:r>
          <a:endParaRPr lang="en-US"/>
        </a:p>
      </dgm:t>
    </dgm:pt>
    <dgm:pt modelId="{98B86383-D97A-4CF1-AD7F-5021162F8710}" type="parTrans" cxnId="{85F1774D-4BBD-4484-804E-44FDFE5FC1EC}">
      <dgm:prSet/>
      <dgm:spPr/>
      <dgm:t>
        <a:bodyPr/>
        <a:lstStyle/>
        <a:p>
          <a:endParaRPr lang="en-US"/>
        </a:p>
      </dgm:t>
    </dgm:pt>
    <dgm:pt modelId="{55AABD97-23FA-44FC-ADA4-6340EEC141DA}" type="sibTrans" cxnId="{85F1774D-4BBD-4484-804E-44FDFE5FC1EC}">
      <dgm:prSet/>
      <dgm:spPr/>
      <dgm:t>
        <a:bodyPr/>
        <a:lstStyle/>
        <a:p>
          <a:endParaRPr lang="en-US"/>
        </a:p>
      </dgm:t>
    </dgm:pt>
    <dgm:pt modelId="{E8C098DC-D5A4-4528-BD06-F3D802DB3EB5}">
      <dgm:prSet/>
      <dgm:spPr/>
      <dgm:t>
        <a:bodyPr/>
        <a:lstStyle/>
        <a:p>
          <a:r>
            <a:rPr lang="en-DE"/>
            <a:t>Problémamegoldás javítása</a:t>
          </a:r>
          <a:endParaRPr lang="en-US"/>
        </a:p>
      </dgm:t>
    </dgm:pt>
    <dgm:pt modelId="{25F3E575-8C43-4B3F-AA92-44211D838874}" type="parTrans" cxnId="{CDFB8C68-7CB2-4702-A4B7-1A777782831A}">
      <dgm:prSet/>
      <dgm:spPr/>
      <dgm:t>
        <a:bodyPr/>
        <a:lstStyle/>
        <a:p>
          <a:endParaRPr lang="en-US"/>
        </a:p>
      </dgm:t>
    </dgm:pt>
    <dgm:pt modelId="{621BD57B-C451-4561-85CA-AE3437E0ACEC}" type="sibTrans" cxnId="{CDFB8C68-7CB2-4702-A4B7-1A777782831A}">
      <dgm:prSet/>
      <dgm:spPr/>
      <dgm:t>
        <a:bodyPr/>
        <a:lstStyle/>
        <a:p>
          <a:endParaRPr lang="en-US"/>
        </a:p>
      </dgm:t>
    </dgm:pt>
    <dgm:pt modelId="{FCD179EF-7624-4F56-A0EA-74F6E3DF62D8}">
      <dgm:prSet/>
      <dgm:spPr/>
      <dgm:t>
        <a:bodyPr/>
        <a:lstStyle/>
        <a:p>
          <a:r>
            <a:rPr lang="en-DE"/>
            <a:t>Célok elérése</a:t>
          </a:r>
          <a:endParaRPr lang="en-US"/>
        </a:p>
      </dgm:t>
    </dgm:pt>
    <dgm:pt modelId="{25781ADE-5CA2-4F4D-8996-729FF4A70905}" type="parTrans" cxnId="{BB97E73F-7BA8-4EC6-88C8-32F02C7FE1F5}">
      <dgm:prSet/>
      <dgm:spPr/>
      <dgm:t>
        <a:bodyPr/>
        <a:lstStyle/>
        <a:p>
          <a:endParaRPr lang="en-US"/>
        </a:p>
      </dgm:t>
    </dgm:pt>
    <dgm:pt modelId="{2F4F8027-FA5C-4EA0-ACA6-00931DBDF17B}" type="sibTrans" cxnId="{BB97E73F-7BA8-4EC6-88C8-32F02C7FE1F5}">
      <dgm:prSet/>
      <dgm:spPr/>
      <dgm:t>
        <a:bodyPr/>
        <a:lstStyle/>
        <a:p>
          <a:endParaRPr lang="en-US"/>
        </a:p>
      </dgm:t>
    </dgm:pt>
    <dgm:pt modelId="{730F2EC9-73F2-48F9-8B12-860C785F41D3}">
      <dgm:prSet/>
      <dgm:spPr/>
      <dgm:t>
        <a:bodyPr/>
        <a:lstStyle/>
        <a:p>
          <a:r>
            <a:rPr lang="en-DE"/>
            <a:t>Tapasztalatszerzés</a:t>
          </a:r>
          <a:endParaRPr lang="en-US"/>
        </a:p>
      </dgm:t>
    </dgm:pt>
    <dgm:pt modelId="{7C08F781-1030-4CA1-AA3F-05C6267D100B}" type="parTrans" cxnId="{19342BF1-7380-4B2F-ACFA-B4F2E5BDAA7C}">
      <dgm:prSet/>
      <dgm:spPr/>
      <dgm:t>
        <a:bodyPr/>
        <a:lstStyle/>
        <a:p>
          <a:endParaRPr lang="en-US"/>
        </a:p>
      </dgm:t>
    </dgm:pt>
    <dgm:pt modelId="{807BB5FA-266A-4F9A-8B32-1183582D0B5A}" type="sibTrans" cxnId="{19342BF1-7380-4B2F-ACFA-B4F2E5BDAA7C}">
      <dgm:prSet/>
      <dgm:spPr/>
      <dgm:t>
        <a:bodyPr/>
        <a:lstStyle/>
        <a:p>
          <a:endParaRPr lang="en-US"/>
        </a:p>
      </dgm:t>
    </dgm:pt>
    <dgm:pt modelId="{AC9F5B65-EBD7-4E24-ADD7-9AE4F73CA450}" type="pres">
      <dgm:prSet presAssocID="{A581489C-2D1C-4C5B-9B49-576886A1CEAD}" presName="diagram" presStyleCnt="0">
        <dgm:presLayoutVars>
          <dgm:dir/>
          <dgm:resizeHandles val="exact"/>
        </dgm:presLayoutVars>
      </dgm:prSet>
      <dgm:spPr/>
    </dgm:pt>
    <dgm:pt modelId="{C8083423-4981-49AC-A368-87449A5CE36A}" type="pres">
      <dgm:prSet presAssocID="{10A1783C-4FF0-4E05-B2CE-8F3F78BBF57A}" presName="node" presStyleLbl="node1" presStyleIdx="0" presStyleCnt="4">
        <dgm:presLayoutVars>
          <dgm:bulletEnabled val="1"/>
        </dgm:presLayoutVars>
      </dgm:prSet>
      <dgm:spPr/>
    </dgm:pt>
    <dgm:pt modelId="{700AA0A8-BC01-4A88-849B-52E0846D5829}" type="pres">
      <dgm:prSet presAssocID="{55AABD97-23FA-44FC-ADA4-6340EEC141DA}" presName="sibTrans" presStyleCnt="0"/>
      <dgm:spPr/>
    </dgm:pt>
    <dgm:pt modelId="{59EA5165-763B-4D2C-8C70-EC773DDD9E3F}" type="pres">
      <dgm:prSet presAssocID="{E8C098DC-D5A4-4528-BD06-F3D802DB3EB5}" presName="node" presStyleLbl="node1" presStyleIdx="1" presStyleCnt="4">
        <dgm:presLayoutVars>
          <dgm:bulletEnabled val="1"/>
        </dgm:presLayoutVars>
      </dgm:prSet>
      <dgm:spPr/>
    </dgm:pt>
    <dgm:pt modelId="{723FE75A-A5B9-4D93-8D45-6EFC78619559}" type="pres">
      <dgm:prSet presAssocID="{621BD57B-C451-4561-85CA-AE3437E0ACEC}" presName="sibTrans" presStyleCnt="0"/>
      <dgm:spPr/>
    </dgm:pt>
    <dgm:pt modelId="{7D898EC6-C55A-426F-9566-D54EA38CFC5B}" type="pres">
      <dgm:prSet presAssocID="{FCD179EF-7624-4F56-A0EA-74F6E3DF62D8}" presName="node" presStyleLbl="node1" presStyleIdx="2" presStyleCnt="4">
        <dgm:presLayoutVars>
          <dgm:bulletEnabled val="1"/>
        </dgm:presLayoutVars>
      </dgm:prSet>
      <dgm:spPr/>
    </dgm:pt>
    <dgm:pt modelId="{0D18DC53-E70E-4EC3-85F0-D74FD1198649}" type="pres">
      <dgm:prSet presAssocID="{2F4F8027-FA5C-4EA0-ACA6-00931DBDF17B}" presName="sibTrans" presStyleCnt="0"/>
      <dgm:spPr/>
    </dgm:pt>
    <dgm:pt modelId="{8BECFABE-D1CD-44C0-BA0F-08DB95167D0A}" type="pres">
      <dgm:prSet presAssocID="{730F2EC9-73F2-48F9-8B12-860C785F41D3}" presName="node" presStyleLbl="node1" presStyleIdx="3" presStyleCnt="4">
        <dgm:presLayoutVars>
          <dgm:bulletEnabled val="1"/>
        </dgm:presLayoutVars>
      </dgm:prSet>
      <dgm:spPr/>
    </dgm:pt>
  </dgm:ptLst>
  <dgm:cxnLst>
    <dgm:cxn modelId="{4F582B29-EB68-4763-87F4-2B68D538DF14}" type="presOf" srcId="{FCD179EF-7624-4F56-A0EA-74F6E3DF62D8}" destId="{7D898EC6-C55A-426F-9566-D54EA38CFC5B}" srcOrd="0" destOrd="0" presId="urn:microsoft.com/office/officeart/2005/8/layout/default"/>
    <dgm:cxn modelId="{EC60D02E-DF7D-4405-87BF-40F28CBFEBBA}" type="presOf" srcId="{10A1783C-4FF0-4E05-B2CE-8F3F78BBF57A}" destId="{C8083423-4981-49AC-A368-87449A5CE36A}" srcOrd="0" destOrd="0" presId="urn:microsoft.com/office/officeart/2005/8/layout/default"/>
    <dgm:cxn modelId="{BB97E73F-7BA8-4EC6-88C8-32F02C7FE1F5}" srcId="{A581489C-2D1C-4C5B-9B49-576886A1CEAD}" destId="{FCD179EF-7624-4F56-A0EA-74F6E3DF62D8}" srcOrd="2" destOrd="0" parTransId="{25781ADE-5CA2-4F4D-8996-729FF4A70905}" sibTransId="{2F4F8027-FA5C-4EA0-ACA6-00931DBDF17B}"/>
    <dgm:cxn modelId="{5E8A0F61-AA46-4135-9E98-3E8899441893}" type="presOf" srcId="{730F2EC9-73F2-48F9-8B12-860C785F41D3}" destId="{8BECFABE-D1CD-44C0-BA0F-08DB95167D0A}" srcOrd="0" destOrd="0" presId="urn:microsoft.com/office/officeart/2005/8/layout/default"/>
    <dgm:cxn modelId="{6B335165-B321-4C62-8202-E018D2A59E1B}" type="presOf" srcId="{E8C098DC-D5A4-4528-BD06-F3D802DB3EB5}" destId="{59EA5165-763B-4D2C-8C70-EC773DDD9E3F}" srcOrd="0" destOrd="0" presId="urn:microsoft.com/office/officeart/2005/8/layout/default"/>
    <dgm:cxn modelId="{CDFB8C68-7CB2-4702-A4B7-1A777782831A}" srcId="{A581489C-2D1C-4C5B-9B49-576886A1CEAD}" destId="{E8C098DC-D5A4-4528-BD06-F3D802DB3EB5}" srcOrd="1" destOrd="0" parTransId="{25F3E575-8C43-4B3F-AA92-44211D838874}" sibTransId="{621BD57B-C451-4561-85CA-AE3437E0ACEC}"/>
    <dgm:cxn modelId="{85F1774D-4BBD-4484-804E-44FDFE5FC1EC}" srcId="{A581489C-2D1C-4C5B-9B49-576886A1CEAD}" destId="{10A1783C-4FF0-4E05-B2CE-8F3F78BBF57A}" srcOrd="0" destOrd="0" parTransId="{98B86383-D97A-4CF1-AD7F-5021162F8710}" sibTransId="{55AABD97-23FA-44FC-ADA4-6340EEC141DA}"/>
    <dgm:cxn modelId="{D329A8C0-AE96-496A-B51F-7F9C42C7ED77}" type="presOf" srcId="{A581489C-2D1C-4C5B-9B49-576886A1CEAD}" destId="{AC9F5B65-EBD7-4E24-ADD7-9AE4F73CA450}" srcOrd="0" destOrd="0" presId="urn:microsoft.com/office/officeart/2005/8/layout/default"/>
    <dgm:cxn modelId="{19342BF1-7380-4B2F-ACFA-B4F2E5BDAA7C}" srcId="{A581489C-2D1C-4C5B-9B49-576886A1CEAD}" destId="{730F2EC9-73F2-48F9-8B12-860C785F41D3}" srcOrd="3" destOrd="0" parTransId="{7C08F781-1030-4CA1-AA3F-05C6267D100B}" sibTransId="{807BB5FA-266A-4F9A-8B32-1183582D0B5A}"/>
    <dgm:cxn modelId="{8B3BC75C-6606-4E12-BAB2-10CB1C672894}" type="presParOf" srcId="{AC9F5B65-EBD7-4E24-ADD7-9AE4F73CA450}" destId="{C8083423-4981-49AC-A368-87449A5CE36A}" srcOrd="0" destOrd="0" presId="urn:microsoft.com/office/officeart/2005/8/layout/default"/>
    <dgm:cxn modelId="{621A2186-3FC2-4514-9E72-FB8352286872}" type="presParOf" srcId="{AC9F5B65-EBD7-4E24-ADD7-9AE4F73CA450}" destId="{700AA0A8-BC01-4A88-849B-52E0846D5829}" srcOrd="1" destOrd="0" presId="urn:microsoft.com/office/officeart/2005/8/layout/default"/>
    <dgm:cxn modelId="{6477E947-5513-4F3D-AF3A-25D217B570D2}" type="presParOf" srcId="{AC9F5B65-EBD7-4E24-ADD7-9AE4F73CA450}" destId="{59EA5165-763B-4D2C-8C70-EC773DDD9E3F}" srcOrd="2" destOrd="0" presId="urn:microsoft.com/office/officeart/2005/8/layout/default"/>
    <dgm:cxn modelId="{1BC8769A-2DE0-4F89-8B34-E037C4E8A80E}" type="presParOf" srcId="{AC9F5B65-EBD7-4E24-ADD7-9AE4F73CA450}" destId="{723FE75A-A5B9-4D93-8D45-6EFC78619559}" srcOrd="3" destOrd="0" presId="urn:microsoft.com/office/officeart/2005/8/layout/default"/>
    <dgm:cxn modelId="{408D4E72-67A9-4EF9-8681-330549F1131E}" type="presParOf" srcId="{AC9F5B65-EBD7-4E24-ADD7-9AE4F73CA450}" destId="{7D898EC6-C55A-426F-9566-D54EA38CFC5B}" srcOrd="4" destOrd="0" presId="urn:microsoft.com/office/officeart/2005/8/layout/default"/>
    <dgm:cxn modelId="{D2611D72-FAB9-418B-AB93-4894F1778051}" type="presParOf" srcId="{AC9F5B65-EBD7-4E24-ADD7-9AE4F73CA450}" destId="{0D18DC53-E70E-4EC3-85F0-D74FD1198649}" srcOrd="5" destOrd="0" presId="urn:microsoft.com/office/officeart/2005/8/layout/default"/>
    <dgm:cxn modelId="{9CA71A72-87FF-44E7-AE4F-73BBF34BEFDC}" type="presParOf" srcId="{AC9F5B65-EBD7-4E24-ADD7-9AE4F73CA450}" destId="{8BECFABE-D1CD-44C0-BA0F-08DB95167D0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EC43B-6DE2-4FF1-901C-28CDEF308FB9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7CA77-82B4-4E5F-B7A8-3A3EC1FE9F38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Cél elérése irányul</a:t>
          </a:r>
          <a:endParaRPr lang="en-US" sz="2700" kern="1200"/>
        </a:p>
      </dsp:txBody>
      <dsp:txXfrm>
        <a:off x="299702" y="1282093"/>
        <a:ext cx="2200851" cy="1366505"/>
      </dsp:txXfrm>
    </dsp:sp>
    <dsp:sp modelId="{BF364401-FBAB-4BE7-BC94-8FC99AE2ADA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60EF6-D5DA-4110-9FDC-A813FA31F160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Időben korlátozott</a:t>
          </a:r>
          <a:endParaRPr lang="en-US" sz="2700" kern="1200"/>
        </a:p>
      </dsp:txBody>
      <dsp:txXfrm>
        <a:off x="3093555" y="1282093"/>
        <a:ext cx="2200851" cy="1366505"/>
      </dsp:txXfrm>
    </dsp:sp>
    <dsp:sp modelId="{BE0EFE0A-8B9F-4CE8-BDAD-570ACDA0F6B3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FF9AB-DD7C-48E7-80C4-728D2D5F94F4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Több feladatból álló folyamat</a:t>
          </a:r>
          <a:endParaRPr lang="en-US" sz="2700" kern="1200"/>
        </a:p>
      </dsp:txBody>
      <dsp:txXfrm>
        <a:off x="5887408" y="1282093"/>
        <a:ext cx="2200851" cy="1366505"/>
      </dsp:txXfrm>
    </dsp:sp>
    <dsp:sp modelId="{DD52BB38-61BF-4CCE-810A-63BF0FF7676A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30C17-7F2A-4EC8-B592-46403AF9505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Tervezés, szervezés szükséges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AA8FA-CCF9-415A-B35F-A810758194A8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9BCC7-CEFC-4A5D-8BDF-3C75097D2E12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Meghatározott cél és eredmény</a:t>
          </a:r>
          <a:endParaRPr lang="en-US" sz="2200" kern="1200"/>
        </a:p>
      </dsp:txBody>
      <dsp:txXfrm>
        <a:off x="299702" y="1282093"/>
        <a:ext cx="2200851" cy="1366505"/>
      </dsp:txXfrm>
    </dsp:sp>
    <dsp:sp modelId="{B3140730-6EF9-4BFE-B493-AAC8711F9C0F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4681B-F743-45CE-8D6D-E6131245FA16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Meghatározott határidő</a:t>
          </a:r>
          <a:endParaRPr lang="en-US" sz="2200" kern="1200"/>
        </a:p>
      </dsp:txBody>
      <dsp:txXfrm>
        <a:off x="3093555" y="1282093"/>
        <a:ext cx="2200851" cy="1366505"/>
      </dsp:txXfrm>
    </dsp:sp>
    <dsp:sp modelId="{3A4886D6-4DC8-46C0-B40C-D2B3B940901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7C7B0-2341-4051-B309-416DF644AC9A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Korlátozott erőforrások</a:t>
          </a:r>
          <a:endParaRPr lang="en-US" sz="2200" kern="1200"/>
        </a:p>
      </dsp:txBody>
      <dsp:txXfrm>
        <a:off x="5887408" y="1282093"/>
        <a:ext cx="2200851" cy="1366505"/>
      </dsp:txXfrm>
    </dsp:sp>
    <dsp:sp modelId="{5CC443C0-7D95-470D-ABFF-5C9671EC5072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2ADAD-1294-4EE6-B458-40E76D4D644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Több résztvevő együttműködése</a:t>
          </a:r>
          <a:endParaRPr lang="en-US" sz="22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62E17-6CC5-4A4B-B06B-D31CC40893C9}">
      <dsp:nvSpPr>
        <dsp:cNvPr id="0" name=""/>
        <dsp:cNvSpPr/>
      </dsp:nvSpPr>
      <dsp:spPr>
        <a:xfrm>
          <a:off x="4862" y="2228582"/>
          <a:ext cx="2125868" cy="12755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 dirty="0" err="1"/>
            <a:t>Tervezés</a:t>
          </a:r>
          <a:endParaRPr lang="hu-HU" sz="2500" kern="1200" dirty="0"/>
        </a:p>
      </dsp:txBody>
      <dsp:txXfrm>
        <a:off x="42221" y="2265941"/>
        <a:ext cx="2051150" cy="1200803"/>
      </dsp:txXfrm>
    </dsp:sp>
    <dsp:sp modelId="{B13B9C90-F952-4DD0-80E9-ED7A57E07CA9}">
      <dsp:nvSpPr>
        <dsp:cNvPr id="0" name=""/>
        <dsp:cNvSpPr/>
      </dsp:nvSpPr>
      <dsp:spPr>
        <a:xfrm>
          <a:off x="2343317" y="2602735"/>
          <a:ext cx="450684" cy="527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2000" kern="1200"/>
        </a:p>
      </dsp:txBody>
      <dsp:txXfrm>
        <a:off x="2343317" y="2708178"/>
        <a:ext cx="315479" cy="316329"/>
      </dsp:txXfrm>
    </dsp:sp>
    <dsp:sp modelId="{42D7F8A9-8C35-4B6A-AFA4-9DABA1719B18}">
      <dsp:nvSpPr>
        <dsp:cNvPr id="0" name=""/>
        <dsp:cNvSpPr/>
      </dsp:nvSpPr>
      <dsp:spPr>
        <a:xfrm>
          <a:off x="2981077" y="2228582"/>
          <a:ext cx="2125868" cy="12755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 dirty="0" err="1"/>
            <a:t>Előkészítés</a:t>
          </a:r>
          <a:endParaRPr lang="hu-HU" sz="2500" kern="1200" dirty="0"/>
        </a:p>
      </dsp:txBody>
      <dsp:txXfrm>
        <a:off x="3018436" y="2265941"/>
        <a:ext cx="2051150" cy="1200803"/>
      </dsp:txXfrm>
    </dsp:sp>
    <dsp:sp modelId="{1F3BF80E-B7FB-4512-BCDF-98F24722FE96}">
      <dsp:nvSpPr>
        <dsp:cNvPr id="0" name=""/>
        <dsp:cNvSpPr/>
      </dsp:nvSpPr>
      <dsp:spPr>
        <a:xfrm>
          <a:off x="5319533" y="2602735"/>
          <a:ext cx="450684" cy="527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2000" kern="1200"/>
        </a:p>
      </dsp:txBody>
      <dsp:txXfrm>
        <a:off x="5319533" y="2708178"/>
        <a:ext cx="315479" cy="316329"/>
      </dsp:txXfrm>
    </dsp:sp>
    <dsp:sp modelId="{E22B72AE-3418-4E27-816F-1911C975E47B}">
      <dsp:nvSpPr>
        <dsp:cNvPr id="0" name=""/>
        <dsp:cNvSpPr/>
      </dsp:nvSpPr>
      <dsp:spPr>
        <a:xfrm>
          <a:off x="5957293" y="2228582"/>
          <a:ext cx="2125868" cy="12755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Megvalósítás</a:t>
          </a:r>
          <a:endParaRPr lang="hu-HU" sz="2500" kern="1200" dirty="0"/>
        </a:p>
      </dsp:txBody>
      <dsp:txXfrm>
        <a:off x="5994652" y="2265941"/>
        <a:ext cx="2051150" cy="1200803"/>
      </dsp:txXfrm>
    </dsp:sp>
    <dsp:sp modelId="{70AC14F1-A0CD-49FC-8529-149DFC957835}">
      <dsp:nvSpPr>
        <dsp:cNvPr id="0" name=""/>
        <dsp:cNvSpPr/>
      </dsp:nvSpPr>
      <dsp:spPr>
        <a:xfrm>
          <a:off x="8295748" y="2602735"/>
          <a:ext cx="450684" cy="527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2000" kern="1200"/>
        </a:p>
      </dsp:txBody>
      <dsp:txXfrm>
        <a:off x="8295748" y="2708178"/>
        <a:ext cx="315479" cy="316329"/>
      </dsp:txXfrm>
    </dsp:sp>
    <dsp:sp modelId="{706AE884-C23C-41F8-8D69-87F6C358DC0F}">
      <dsp:nvSpPr>
        <dsp:cNvPr id="0" name=""/>
        <dsp:cNvSpPr/>
      </dsp:nvSpPr>
      <dsp:spPr>
        <a:xfrm>
          <a:off x="8933509" y="2228582"/>
          <a:ext cx="2125868" cy="12755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 dirty="0" err="1"/>
            <a:t>Lezárás</a:t>
          </a:r>
          <a:r>
            <a:rPr lang="en-DE" sz="2500" kern="1200" dirty="0"/>
            <a:t> </a:t>
          </a:r>
          <a:r>
            <a:rPr lang="en-DE" sz="2500" kern="1200" dirty="0" err="1"/>
            <a:t>és</a:t>
          </a:r>
          <a:r>
            <a:rPr lang="en-DE" sz="2500" kern="1200" dirty="0"/>
            <a:t> </a:t>
          </a:r>
          <a:r>
            <a:rPr lang="en-DE" sz="2500" kern="1200" dirty="0" err="1"/>
            <a:t>értékelés</a:t>
          </a:r>
          <a:endParaRPr lang="hu-HU" sz="2500" kern="1200" dirty="0"/>
        </a:p>
      </dsp:txBody>
      <dsp:txXfrm>
        <a:off x="8970868" y="2265941"/>
        <a:ext cx="2051150" cy="12008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61E60-BD6D-41C3-87C3-DA96AF7D240D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8F360-9593-4248-AF45-A744182AAA78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Iskolai kutatómunka</a:t>
          </a:r>
          <a:endParaRPr lang="en-US" sz="2400" kern="1200"/>
        </a:p>
      </dsp:txBody>
      <dsp:txXfrm>
        <a:off x="299702" y="1282093"/>
        <a:ext cx="2200851" cy="1366505"/>
      </dsp:txXfrm>
    </dsp:sp>
    <dsp:sp modelId="{67B7D62A-8435-4ECE-A645-939CED0D7167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97393-041F-474E-8873-CA2A998B3BD1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Prezentáció készítése</a:t>
          </a:r>
          <a:endParaRPr lang="en-US" sz="2400" kern="1200"/>
        </a:p>
      </dsp:txBody>
      <dsp:txXfrm>
        <a:off x="3093555" y="1282093"/>
        <a:ext cx="2200851" cy="1366505"/>
      </dsp:txXfrm>
    </dsp:sp>
    <dsp:sp modelId="{33FAEF7E-9DFC-4CB3-973B-17BE7585AA7D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9A1EB-D194-4A94-96D0-70A8726F9B03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Rendezvény megszervezése</a:t>
          </a:r>
          <a:endParaRPr lang="en-US" sz="2400" kern="1200"/>
        </a:p>
      </dsp:txBody>
      <dsp:txXfrm>
        <a:off x="5887408" y="1282093"/>
        <a:ext cx="2200851" cy="1366505"/>
      </dsp:txXfrm>
    </dsp:sp>
    <dsp:sp modelId="{B207F41C-103E-42E5-AD5E-03C6BD474837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4614A-3C0E-4473-8AD1-9460AE331D2B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Informatikai fejlesztés</a:t>
          </a:r>
          <a:endParaRPr lang="en-US" sz="2400" kern="1200"/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83423-4981-49AC-A368-87449A5CE36A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Együttműködés fejlesztése</a:t>
          </a:r>
          <a:endParaRPr lang="en-US" sz="2400" kern="1200"/>
        </a:p>
      </dsp:txBody>
      <dsp:txXfrm>
        <a:off x="930572" y="3032"/>
        <a:ext cx="2833338" cy="1700003"/>
      </dsp:txXfrm>
    </dsp:sp>
    <dsp:sp modelId="{59EA5165-763B-4D2C-8C70-EC773DDD9E3F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Problémamegoldás javítása</a:t>
          </a:r>
          <a:endParaRPr lang="en-US" sz="2400" kern="1200"/>
        </a:p>
      </dsp:txBody>
      <dsp:txXfrm>
        <a:off x="4047245" y="3032"/>
        <a:ext cx="2833338" cy="1700003"/>
      </dsp:txXfrm>
    </dsp:sp>
    <dsp:sp modelId="{7D898EC6-C55A-426F-9566-D54EA38CFC5B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Célok elérése</a:t>
          </a:r>
          <a:endParaRPr lang="en-US" sz="2400" kern="1200"/>
        </a:p>
      </dsp:txBody>
      <dsp:txXfrm>
        <a:off x="7163917" y="3032"/>
        <a:ext cx="2833338" cy="1700003"/>
      </dsp:txXfrm>
    </dsp:sp>
    <dsp:sp modelId="{8BECFABE-D1CD-44C0-BA0F-08DB95167D0A}">
      <dsp:nvSpPr>
        <dsp:cNvPr id="0" name=""/>
        <dsp:cNvSpPr/>
      </dsp:nvSpPr>
      <dsp:spPr>
        <a:xfrm>
          <a:off x="4047245" y="1986369"/>
          <a:ext cx="2833338" cy="170000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Tapasztalatszerzés</a:t>
          </a:r>
          <a:endParaRPr lang="en-US" sz="2400" kern="1200"/>
        </a:p>
      </dsp:txBody>
      <dsp:txXfrm>
        <a:off x="4047245" y="1986369"/>
        <a:ext cx="2833338" cy="170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A3D269-25F6-3217-CBA3-B6ECE7603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3E88899-DCD4-438A-E1DE-29356A572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C65E020-8414-F9F6-8E3C-096DAF56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28B420-6029-DD73-AEB8-DDF3113A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6D5CA6-4DC2-BBBD-50D0-F83EC483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569370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17F2D0-019B-9C59-47E6-3A1BFDF3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64B3DF-3A2A-D0AF-2483-1A41CF5F3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CECCD8-6BE5-7BE4-A8B7-381E53C3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EC1976-AFF3-7AF4-EC72-C571D21E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F265A5-7C67-73F4-40D1-C323D759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097943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2077E4-DA5F-ACCE-0B9F-367110FE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9E2BC0B-4473-D61E-DA8D-9C4C11157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2A9BB9D-A2DB-08C1-E9B2-FFDF7AB0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C29A0F-AB7F-A602-BF73-8C3E9514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4B04144-E3B1-E67E-E448-F8A29B38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04166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3C775E-63A2-99C8-F218-F2976055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7060A9-A8C6-A2E4-8238-83D37EDA2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0F8975B-BE8F-EEFD-5686-BBC2FB6D6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45777E-5D6F-0702-E11C-044518A8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4DDAAB-1CE3-6441-F7B4-2DF87F03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C22C0AD-DF86-2A18-26EA-E1DED72F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811596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8ECBB4-BB57-50F2-7910-7C0AD12F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0F357F9-81F2-86C3-8BF0-3388B86D2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34A8F65-4E31-5C42-2FB5-8CAC84EE8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E6815B7-2DAD-0D7D-D1D8-D638C0580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1BBB4F5-9E65-E247-4BA9-9BD345045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829F261-AF4E-AB7F-3A6C-32865BAF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D4C9491-B9A0-8219-DC40-73152563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6FEEFF6-7053-0434-5174-38744218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090577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4105BB-2867-B21A-2696-74E8FE6E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8420DE8-DF1B-BF0D-0636-D8B5F2C5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D53A53E-D584-F90C-64CE-FF570CB4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706929E-5D3D-AD51-12DC-A8A97234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619455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2359E56-E1DF-E13C-2810-6037C549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4ADC931-2A14-CAFA-1D78-3B1A3809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CA6362C-4FC6-83A5-B81A-6002FFF3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710992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8BD559-D966-7D5F-F94D-AFE4295B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C64883-CBBB-1B10-31E4-197BA8B5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E3C53CD-89F0-F47F-9201-7B4110151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BDFCBFF-B2BF-FDAC-8249-055D3A68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D677ACE-9CEF-BE2E-4303-82A677E7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7412A9D-DF98-25EA-0B32-70FF134D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080576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20E669-944C-560F-1A51-B1478CDD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1D2FDA5-D5C8-F171-51E0-4DC5DA610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E41FDA9-2CD2-5E6B-4340-586A8ACA5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1F9B536-9045-8F7C-B56D-5423651D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AE666C7-53E8-0ABA-BDCC-75F42B0E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6AF0CA-C741-B2A0-3B12-4047763A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149681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82889B-743E-36CF-0E87-5CB3414F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C972FDF-80E7-6B71-7731-582D9D7D2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F12E4E-0F85-FC3F-21AE-7F1C44AA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03BCA8-54E5-E3AD-080B-099997C3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30CDA6-CDD1-6828-FA95-FBB06BBC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181116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8212EA1-DB9E-7010-DFDB-92FDDFD30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8FFBE10-C8D4-DC60-B18F-C543A1EC2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C40E3F3-94B3-9270-8A62-84831707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1CAE4B-18AB-6D53-B679-E7693564B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F04840-8E3A-4F13-3D4A-79DC1B22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06233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5513690-B6D8-E3ED-4114-65A628C2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4036382-6723-72B2-7767-F402BF86B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99D569-B14C-367B-8AE7-894D49198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48309-2AA1-4816-BAF5-07959C8789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51E6FB-56C6-263E-BDC3-6CE1395BA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D28C40-B969-1745-1C2B-F0E3E6433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B48BD-AFCF-409F-8E77-69C65DFCC2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892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.com/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ato.inf.unideb.hu/toth.erzsebet/tudasmenedzsment/EgriI_projektmenedzsment_jegyzet.pdf" TargetMode="External"/><Relationship Id="rId5" Type="http://schemas.openxmlformats.org/officeDocument/2006/relationships/hyperlink" Target="https://pmi.hu/static/uploaded/Files/Downloads/PM-Tud&#225;st&#225;r-V1.pdf" TargetMode="External"/><Relationship Id="rId4" Type="http://schemas.openxmlformats.org/officeDocument/2006/relationships/hyperlink" Target="https://centroszet.hu/tananyag/projektmenedzsement/12_a_projekt_fogalma_a_projektek_csoportostsa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F572F3-4C91-6858-C378-DAB5B925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hu-HU" sz="4800" noProof="0">
                <a:solidFill>
                  <a:srgbClr val="FFFFFF"/>
                </a:solidFill>
              </a:rPr>
              <a:t>Projekt fogalma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DF80A1C-515F-E343-2E7C-73801D247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hu-HU" noProof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7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D57BC76-2A4D-4518-9946-3722F07B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Mi a</a:t>
            </a:r>
            <a:r>
              <a:rPr lang="hu-HU" sz="4000" noProof="0">
                <a:solidFill>
                  <a:srgbClr val="FFFFFF"/>
                </a:solidFill>
              </a:rPr>
              <a:t>z a projekt?</a:t>
            </a:r>
          </a:p>
        </p:txBody>
      </p:sp>
      <p:graphicFrame>
        <p:nvGraphicFramePr>
          <p:cNvPr id="12" name="Tartalom helye 2">
            <a:extLst>
              <a:ext uri="{FF2B5EF4-FFF2-40B4-BE49-F238E27FC236}">
                <a16:creationId xmlns:a16="http://schemas.microsoft.com/office/drawing/2014/main" id="{AA954EAA-F0FE-FF3E-1462-3FC2AB33A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44211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746541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565E3EA-7B26-2ADE-100E-EBB249BF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Jellemzői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207B159-E9E6-F685-BF67-D7FFC088B7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89100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25009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F094A26-80F2-B364-AF8A-BACCB573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Fő szakaszai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3CEA4E4-3A22-C7D1-C7CB-3A3840CDB4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26705"/>
              </p:ext>
            </p:extLst>
          </p:nvPr>
        </p:nvGraphicFramePr>
        <p:xfrm>
          <a:off x="594360" y="1124712"/>
          <a:ext cx="11064240" cy="5732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34651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28EFBCE-B314-EE6F-AED8-E7B2BB1E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Példák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DAC05D2B-11C6-9C8B-10D5-ED6754CC3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68993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64932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7ADF2B-7DD9-588A-8E7C-32AC06AC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Miért fontos a projektmunka?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12" name="Tartalom helye 2">
            <a:extLst>
              <a:ext uri="{FF2B5EF4-FFF2-40B4-BE49-F238E27FC236}">
                <a16:creationId xmlns:a16="http://schemas.microsoft.com/office/drawing/2014/main" id="{A8F212F8-F3A9-D899-0E74-97D174CEF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41612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93792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9C42911-29C0-DBEF-DF31-B6871781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DE" sz="4000">
                <a:solidFill>
                  <a:srgbClr val="FFFFFF"/>
                </a:solidFill>
              </a:rPr>
              <a:t>Források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47AF4E-547B-9546-702A-62013308A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DE" sz="2000">
                <a:hlinkClick r:id="rId2"/>
              </a:rPr>
              <a:t>https://chat.openai.com/</a:t>
            </a:r>
            <a:endParaRPr lang="en-DE" sz="2000"/>
          </a:p>
          <a:p>
            <a:r>
              <a:rPr lang="en-DE" sz="2000">
                <a:hlinkClick r:id="rId3"/>
              </a:rPr>
              <a:t>https://notebooklm.google.com/</a:t>
            </a:r>
            <a:endParaRPr lang="en-DE" sz="2000"/>
          </a:p>
          <a:p>
            <a:pPr lvl="1"/>
            <a:r>
              <a:rPr lang="hu-HU" sz="2000">
                <a:hlinkClick r:id="rId4"/>
              </a:rPr>
              <a:t>https://centroszet.hu/tananyag/projektmenedzsement/12_a_projekt_fogalma_a_projektek_csoportostsa.html</a:t>
            </a:r>
            <a:r>
              <a:rPr lang="en-DE" sz="2000"/>
              <a:t>  </a:t>
            </a:r>
          </a:p>
          <a:p>
            <a:pPr lvl="1"/>
            <a:r>
              <a:rPr lang="hu-HU" sz="2000">
                <a:hlinkClick r:id="rId5"/>
              </a:rPr>
              <a:t>https://pmi.hu/static/uploaded/Files/Downloads/PM-Tudástár-V1.pdf</a:t>
            </a:r>
            <a:endParaRPr lang="en-DE" sz="2000"/>
          </a:p>
          <a:p>
            <a:pPr lvl="1"/>
            <a:r>
              <a:rPr lang="hu-HU" sz="2000">
                <a:hlinkClick r:id="rId6"/>
              </a:rPr>
              <a:t>https://arato.inf.unideb.hu/toth.erzsebet/tudasmenedzsment/EgriI_projektmenedzsment_jegyzet.pdf</a:t>
            </a:r>
            <a:r>
              <a:rPr lang="en-DE" sz="2000"/>
              <a:t> </a:t>
            </a:r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70784837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AF7F356-21B2-C27B-F2B0-5DFC9CF9C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DE" sz="4800">
                <a:solidFill>
                  <a:srgbClr val="FFFFFF"/>
                </a:solidFill>
              </a:rPr>
              <a:t>Köszönöm a figyelmet!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DFC21CB-A927-E5D6-D4C7-95AD6E4FA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hu-HU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70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148</Words>
  <Application>Microsoft Office PowerPoint</Application>
  <PresentationFormat>Szélesvásznú</PresentationFormat>
  <Paragraphs>33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Projekt fogalma</vt:lpstr>
      <vt:lpstr>Mi az a projekt?</vt:lpstr>
      <vt:lpstr>Jellemzői</vt:lpstr>
      <vt:lpstr>Fő szakaszai</vt:lpstr>
      <vt:lpstr>Példák</vt:lpstr>
      <vt:lpstr>Miért fontos a projektmunka?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4</cp:revision>
  <dcterms:created xsi:type="dcterms:W3CDTF">2026-03-04T16:07:53Z</dcterms:created>
  <dcterms:modified xsi:type="dcterms:W3CDTF">2026-03-04T16:27:47Z</dcterms:modified>
</cp:coreProperties>
</file>