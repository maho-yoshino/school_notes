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_rels/drawing2.xml.rels" ContentType="application/vnd.openxmlformats-package.relationships+xml"/>
  <Override PartName="/ppt/diagrams/_rels/data2.xml.rels" ContentType="application/vnd.openxmlformats-package.relationships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quickStyle2.xml" ContentType="application/vnd.openxmlformats-officedocument.drawingml.diagramStyle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_rels/presentation.xml.rels" ContentType="application/vnd.openxmlformats-package.relationships+xml"/>
  <Override PartName="/ppt/media/OOXDiagramDrawingRels2_5.svg" ContentType="image/svg"/>
  <Override PartName="/ppt/media/OOXDiagramDrawingRels2_4.png" ContentType="image/png"/>
  <Override PartName="/ppt/media/OOXDiagramDrawingRels2_12.png" ContentType="image/png"/>
  <Override PartName="/ppt/media/image4.png" ContentType="image/png"/>
  <Override PartName="/ppt/media/OOXDiagramDrawingRels2_8.png" ContentType="image/png"/>
  <Override PartName="/ppt/media/OOXDiagramDataRels2_3.svg" ContentType="image/svg"/>
  <Override PartName="/ppt/media/OOXDiagramDataRels2_6.png" ContentType="image/png"/>
  <Override PartName="/ppt/media/OOXDiagramDrawingRels2_9.svg" ContentType="image/svg"/>
  <Override PartName="/ppt/media/OOXDiagramDrawingRels2_0.png" ContentType="image/png"/>
  <Override PartName="/ppt/media/image5.svg" ContentType="image/svg"/>
  <Override PartName="/ppt/media/OOXDiagramDataRels2_12.png" ContentType="image/png"/>
  <Override PartName="/ppt/media/OOXDiagramDataRels2_9.svg" ContentType="image/svg"/>
  <Override PartName="/ppt/media/OOXDiagramDataRels2_0.png" ContentType="image/png"/>
  <Override PartName="/ppt/media/image1.png" ContentType="image/png"/>
  <Override PartName="/ppt/media/OOXDiagramDataRels2_2.png" ContentType="image/png"/>
  <Override PartName="/ppt/media/image7.png" ContentType="image/png"/>
  <Override PartName="/ppt/media/OOXDiagramDataRels2_8.png" ContentType="image/png"/>
  <Override PartName="/ppt/media/OOXDiagramDataRels2_5.svg" ContentType="image/svg"/>
  <Override PartName="/ppt/media/image6.png" ContentType="image/png"/>
  <Override PartName="/ppt/media/image3.svg" ContentType="image/svg"/>
  <Override PartName="/ppt/media/OOXDiagramDrawingRels2_7.svg" ContentType="image/svg"/>
  <Override PartName="/ppt/media/OOXDiagramDataRels2_4.png" ContentType="image/png"/>
  <Override PartName="/ppt/media/OOXDiagramDataRels2_1.svg" ContentType="image/svg"/>
  <Override PartName="/ppt/media/image2.png" ContentType="image/png"/>
  <Override PartName="/ppt/media/OOXDiagramDrawingRels2_6.png" ContentType="image/png"/>
  <Override PartName="/ppt/media/OOXDiagramDataRels2_7.svg" ContentType="image/svg"/>
  <Override PartName="/ppt/media/OOXDiagramDataRels2_10.png" ContentType="image/png"/>
  <Override PartName="/ppt/media/OOXDiagramDataRels2_11.svg" ContentType="image/svg"/>
  <Override PartName="/ppt/media/OOXDiagramDrawingRels2_3.svg" ContentType="image/svg"/>
  <Override PartName="/ppt/media/OOXDiagramDrawingRels2_11.svg" ContentType="image/svg"/>
  <Override PartName="/ppt/media/OOXDiagramDrawingRels2_1.svg" ContentType="image/svg"/>
  <Override PartName="/ppt/media/OOXDiagramDrawingRels2_10.png" ContentType="image/png"/>
  <Override PartName="/ppt/media/OOXDiagramDrawingRels2_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
</Relationships>
</file>

<file path=ppt/diagrams/_rels/data2.xml.rels><?xml version="1.0" encoding="UTF-8"?>
<Relationships xmlns="http://schemas.openxmlformats.org/package/2006/relationships"><Relationship Id="rId1" Type="http://schemas.openxmlformats.org/officeDocument/2006/relationships/image" Target="../media/OOXDiagramDataRels2_0.png"/><Relationship Id="rId10" Type="http://schemas.openxmlformats.org/officeDocument/2006/relationships/image" Target="../media/OOXDiagramDataRels2_1.svg"/><Relationship Id="rId11" Type="http://schemas.openxmlformats.org/officeDocument/2006/relationships/image" Target="../media/OOXDiagramDataRels2_2.png"/><Relationship Id="rId12" Type="http://schemas.openxmlformats.org/officeDocument/2006/relationships/image" Target="../media/OOXDiagramDataRels2_3.svg"/><Relationship Id="rId13" Type="http://schemas.openxmlformats.org/officeDocument/2006/relationships/image" Target="../media/OOXDiagramDataRels2_4.png"/><Relationship Id="rId2" Type="http://schemas.openxmlformats.org/officeDocument/2006/relationships/image" Target="../media/OOXDiagramDataRels2_5.svg"/><Relationship Id="rId3" Type="http://schemas.openxmlformats.org/officeDocument/2006/relationships/image" Target="../media/OOXDiagramDataRels2_6.png"/><Relationship Id="rId4" Type="http://schemas.openxmlformats.org/officeDocument/2006/relationships/image" Target="../media/OOXDiagramDataRels2_7.svg"/><Relationship Id="rId5" Type="http://schemas.openxmlformats.org/officeDocument/2006/relationships/image" Target="../media/OOXDiagramDataRels2_8.png"/><Relationship Id="rId6" Type="http://schemas.openxmlformats.org/officeDocument/2006/relationships/image" Target="../media/OOXDiagramDataRels2_9.svg"/><Relationship Id="rId7" Type="http://schemas.openxmlformats.org/officeDocument/2006/relationships/image" Target="../media/OOXDiagramDataRels2_10.png"/><Relationship Id="rId8" Type="http://schemas.openxmlformats.org/officeDocument/2006/relationships/image" Target="../media/OOXDiagramDataRels2_11.svg"/><Relationship Id="rId9" Type="http://schemas.openxmlformats.org/officeDocument/2006/relationships/image" Target="../media/OOXDiagramDataRels2_12.png"/>
</Relationships>
</file>

<file path=ppt/diagrams/_rels/drawing2.xml.rels><?xml version="1.0" encoding="UTF-8"?>
<Relationships xmlns="http://schemas.openxmlformats.org/package/2006/relationships"><Relationship Id="rId1" Type="http://schemas.openxmlformats.org/officeDocument/2006/relationships/image" Target="../media/OOXDiagramDrawingRels2_0.png"/><Relationship Id="rId10" Type="http://schemas.openxmlformats.org/officeDocument/2006/relationships/image" Target="../media/OOXDiagramDrawingRels2_1.svg"/><Relationship Id="rId11" Type="http://schemas.openxmlformats.org/officeDocument/2006/relationships/image" Target="../media/OOXDiagramDrawingRels2_2.png"/><Relationship Id="rId12" Type="http://schemas.openxmlformats.org/officeDocument/2006/relationships/image" Target="../media/OOXDiagramDrawingRels2_3.svg"/><Relationship Id="rId13" Type="http://schemas.openxmlformats.org/officeDocument/2006/relationships/image" Target="../media/OOXDiagramDrawingRels2_4.png"/><Relationship Id="rId2" Type="http://schemas.openxmlformats.org/officeDocument/2006/relationships/image" Target="../media/OOXDiagramDrawingRels2_5.svg"/><Relationship Id="rId3" Type="http://schemas.openxmlformats.org/officeDocument/2006/relationships/image" Target="../media/OOXDiagramDrawingRels2_6.png"/><Relationship Id="rId4" Type="http://schemas.openxmlformats.org/officeDocument/2006/relationships/image" Target="../media/OOXDiagramDrawingRels2_7.svg"/><Relationship Id="rId5" Type="http://schemas.openxmlformats.org/officeDocument/2006/relationships/image" Target="../media/OOXDiagramDrawingRels2_8.png"/><Relationship Id="rId6" Type="http://schemas.openxmlformats.org/officeDocument/2006/relationships/image" Target="../media/OOXDiagramDrawingRels2_9.svg"/><Relationship Id="rId7" Type="http://schemas.openxmlformats.org/officeDocument/2006/relationships/image" Target="../media/OOXDiagramDrawingRels2_10.png"/><Relationship Id="rId8" Type="http://schemas.openxmlformats.org/officeDocument/2006/relationships/image" Target="../media/OOXDiagramDrawingRels2_11.svg"/><Relationship Id="rId9" Type="http://schemas.openxmlformats.org/officeDocument/2006/relationships/image" Target="../media/OOXDiagramDrawingRels2_12.png"/>
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1E48010-1A64-4163-B655-DA80513A950B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9C0197A-44A2-4AE6-AB32-B6068301A1E3}">
      <dgm:prSet/>
      <dgm:spPr/>
      <dgm:t>
        <a:bodyPr/>
        <a:lstStyle/>
        <a:p>
          <a:r>
            <a:rPr lang="hu-HU" noProof="0" dirty="0"/>
            <a:t>Kód, projekt verziókezelés</a:t>
          </a:r>
          <a:r>
            <a:rPr lang="en-DE" noProof="0" dirty="0"/>
            <a:t>e</a:t>
          </a:r>
          <a:endParaRPr lang="hu-HU" noProof="0" dirty="0"/>
        </a:p>
      </dgm:t>
    </dgm:pt>
    <dgm:pt modelId="{61647CE9-CD5D-4009-8BB0-B87078141758}" type="parTrans" cxnId="{E3EB8DB3-712F-4331-B8FF-E12B69C98CBE}">
      <dgm:prSet/>
      <dgm:spPr/>
      <dgm:t>
        <a:bodyPr/>
        <a:lstStyle/>
        <a:p>
          <a:endParaRPr lang="en-US"/>
        </a:p>
      </dgm:t>
    </dgm:pt>
    <dgm:pt modelId="{DCC26411-7687-4100-9063-0C37B1E9A661}" type="sibTrans" cxnId="{E3EB8DB3-712F-4331-B8FF-E12B69C98CBE}">
      <dgm:prSet/>
      <dgm:spPr/>
      <dgm:t>
        <a:bodyPr/>
        <a:lstStyle/>
        <a:p>
          <a:endParaRPr lang="en-US"/>
        </a:p>
      </dgm:t>
    </dgm:pt>
    <dgm:pt modelId="{97D4674F-709C-4E7C-9C67-835ECDE17E06}">
      <dgm:prSet/>
      <dgm:spPr/>
      <dgm:t>
        <a:bodyPr/>
        <a:lstStyle/>
        <a:p>
          <a:r>
            <a:rPr lang="hu-HU" noProof="0" dirty="0"/>
            <a:t>Hiba</a:t>
          </a:r>
          <a:r>
            <a:rPr lang="en-DE" noProof="0" dirty="0"/>
            <a:t> </a:t>
          </a:r>
          <a:r>
            <a:rPr lang="hu-HU" noProof="0" dirty="0"/>
            <a:t>visszajelzés</a:t>
          </a:r>
        </a:p>
      </dgm:t>
    </dgm:pt>
    <dgm:pt modelId="{BD14ACF6-B125-4ACE-B249-1DB625BF2382}" type="parTrans" cxnId="{9DAE252E-E112-45D3-B347-2753C845509C}">
      <dgm:prSet/>
      <dgm:spPr/>
      <dgm:t>
        <a:bodyPr/>
        <a:lstStyle/>
        <a:p>
          <a:endParaRPr lang="en-US"/>
        </a:p>
      </dgm:t>
    </dgm:pt>
    <dgm:pt modelId="{E2A207B0-A2D7-49A0-97A3-4B8DE954830D}" type="sibTrans" cxnId="{9DAE252E-E112-45D3-B347-2753C845509C}">
      <dgm:prSet/>
      <dgm:spPr/>
      <dgm:t>
        <a:bodyPr/>
        <a:lstStyle/>
        <a:p>
          <a:endParaRPr lang="en-US"/>
        </a:p>
      </dgm:t>
    </dgm:pt>
    <dgm:pt modelId="{5600EF3C-AF43-48BC-A519-04BDC290B588}">
      <dgm:prSet/>
      <dgm:spPr/>
      <dgm:t>
        <a:bodyPr/>
        <a:lstStyle/>
        <a:p>
          <a:r>
            <a:rPr lang="hu-HU" noProof="0" dirty="0"/>
            <a:t>Csapatmunka</a:t>
          </a:r>
        </a:p>
      </dgm:t>
    </dgm:pt>
    <dgm:pt modelId="{B2FE605C-69C2-423D-AE12-B41DE0FE9E29}" type="parTrans" cxnId="{8B9082B5-AFFD-4964-BF9B-DE989797D49F}">
      <dgm:prSet/>
      <dgm:spPr/>
      <dgm:t>
        <a:bodyPr/>
        <a:lstStyle/>
        <a:p>
          <a:endParaRPr lang="en-US"/>
        </a:p>
      </dgm:t>
    </dgm:pt>
    <dgm:pt modelId="{27FBC95C-128D-41C5-84D2-DEB9B4B092CC}" type="sibTrans" cxnId="{8B9082B5-AFFD-4964-BF9B-DE989797D49F}">
      <dgm:prSet/>
      <dgm:spPr/>
      <dgm:t>
        <a:bodyPr/>
        <a:lstStyle/>
        <a:p>
          <a:endParaRPr lang="en-US"/>
        </a:p>
      </dgm:t>
    </dgm:pt>
    <dgm:pt modelId="{7493A51C-06A8-437C-881E-A206597A70D6}">
      <dgm:prSet/>
      <dgm:spPr/>
      <dgm:t>
        <a:bodyPr/>
        <a:lstStyle/>
        <a:p>
          <a:r>
            <a:rPr lang="hu-HU" noProof="0" dirty="0"/>
            <a:t>“</a:t>
          </a:r>
          <a:r>
            <a:rPr lang="hu-HU" noProof="0" dirty="0" err="1"/>
            <a:t>Repository</a:t>
          </a:r>
          <a:r>
            <a:rPr lang="hu-HU" noProof="0" dirty="0"/>
            <a:t>”</a:t>
          </a:r>
          <a:r>
            <a:rPr lang="en-DE" noProof="0" dirty="0"/>
            <a:t>-k</a:t>
          </a:r>
          <a:r>
            <a:rPr lang="hu-HU" noProof="0" dirty="0"/>
            <a:t> alapján kezelünk projekteket, fájlokat</a:t>
          </a:r>
        </a:p>
      </dgm:t>
    </dgm:pt>
    <dgm:pt modelId="{812F3AD6-3A25-4BBE-9C77-843BFF8755BD}" type="parTrans" cxnId="{6C42BAAF-CA73-4A8E-84E5-515AC9F9317F}">
      <dgm:prSet/>
      <dgm:spPr/>
      <dgm:t>
        <a:bodyPr/>
        <a:lstStyle/>
        <a:p>
          <a:endParaRPr lang="en-US"/>
        </a:p>
      </dgm:t>
    </dgm:pt>
    <dgm:pt modelId="{C7196ED5-27E6-4B9F-B5F9-BAE5302DE97D}" type="sibTrans" cxnId="{6C42BAAF-CA73-4A8E-84E5-515AC9F9317F}">
      <dgm:prSet/>
      <dgm:spPr/>
      <dgm:t>
        <a:bodyPr/>
        <a:lstStyle/>
        <a:p>
          <a:endParaRPr lang="en-US"/>
        </a:p>
      </dgm:t>
    </dgm:pt>
    <dgm:pt modelId="{F6778857-5F12-49A3-B48A-E17802F994CE}">
      <dgm:prSet/>
      <dgm:spPr/>
      <dgm:t>
        <a:bodyPr/>
        <a:lstStyle/>
        <a:p>
          <a:r>
            <a:rPr lang="hu-HU" noProof="0" dirty="0"/>
            <a:t>Visual </a:t>
          </a:r>
          <a:r>
            <a:rPr lang="hu-HU" noProof="0" dirty="0" err="1"/>
            <a:t>Studio</a:t>
          </a:r>
          <a:r>
            <a:rPr lang="hu-HU" noProof="0" dirty="0"/>
            <a:t> (</a:t>
          </a:r>
          <a:r>
            <a:rPr lang="hu-HU" noProof="0" dirty="0" err="1"/>
            <a:t>Code</a:t>
          </a:r>
          <a:r>
            <a:rPr lang="hu-HU" noProof="0" dirty="0"/>
            <a:t>) integráció</a:t>
          </a:r>
        </a:p>
      </dgm:t>
    </dgm:pt>
    <dgm:pt modelId="{66ED7506-166F-41AD-9CE4-6ED4C8B4665F}" type="parTrans" cxnId="{8AEC822E-2910-433A-A144-C848AB3804EC}">
      <dgm:prSet/>
      <dgm:spPr/>
      <dgm:t>
        <a:bodyPr/>
        <a:lstStyle/>
        <a:p>
          <a:endParaRPr lang="en-US"/>
        </a:p>
      </dgm:t>
    </dgm:pt>
    <dgm:pt modelId="{3C845D77-5B76-4A1D-A619-FA3CECB74B4A}" type="sibTrans" cxnId="{8AEC822E-2910-433A-A144-C848AB3804EC}">
      <dgm:prSet/>
      <dgm:spPr/>
      <dgm:t>
        <a:bodyPr/>
        <a:lstStyle/>
        <a:p>
          <a:endParaRPr lang="en-US"/>
        </a:p>
      </dgm:t>
    </dgm:pt>
    <dgm:pt modelId="{81E437A7-751D-49A3-BA9B-FCDBA708F781}">
      <dgm:prSet/>
      <dgm:spPr/>
      <dgm:t>
        <a:bodyPr/>
        <a:lstStyle/>
        <a:p>
          <a:r>
            <a:rPr lang="hu-HU" noProof="0" dirty="0"/>
            <a:t>Szöveges fájlok kezelésére tökéletes</a:t>
          </a:r>
        </a:p>
      </dgm:t>
    </dgm:pt>
    <dgm:pt modelId="{C251CE70-0A85-44AE-BED6-F3D486624A5F}" type="parTrans" cxnId="{7543B130-44B6-4512-980D-4434118ACD61}">
      <dgm:prSet/>
      <dgm:spPr/>
      <dgm:t>
        <a:bodyPr/>
        <a:lstStyle/>
        <a:p>
          <a:endParaRPr lang="en-US"/>
        </a:p>
      </dgm:t>
    </dgm:pt>
    <dgm:pt modelId="{06F092A0-1645-4E71-ACD1-B1E15469D4E1}" type="sibTrans" cxnId="{7543B130-44B6-4512-980D-4434118ACD61}">
      <dgm:prSet/>
      <dgm:spPr/>
      <dgm:t>
        <a:bodyPr/>
        <a:lstStyle/>
        <a:p>
          <a:endParaRPr lang="en-US"/>
        </a:p>
      </dgm:t>
    </dgm:pt>
    <dgm:pt modelId="{924F2EB8-1833-4012-9EAD-2CE5D1210AD3}" type="pres">
      <dgm:prSet presAssocID="{61E48010-1A64-4163-B655-DA80513A950B}" presName="vert0" presStyleCnt="0">
        <dgm:presLayoutVars>
          <dgm:dir/>
          <dgm:animOne val="branch"/>
          <dgm:animLvl val="lvl"/>
        </dgm:presLayoutVars>
      </dgm:prSet>
      <dgm:spPr/>
    </dgm:pt>
    <dgm:pt modelId="{63F46DBA-9AF9-4F7F-A3D6-D95461D67509}" type="pres">
      <dgm:prSet presAssocID="{29C0197A-44A2-4AE6-AB32-B6068301A1E3}" presName="thickLine" presStyleLbl="alignNode1" presStyleIdx="0" presStyleCnt="6"/>
      <dgm:spPr/>
    </dgm:pt>
    <dgm:pt modelId="{9D8234CA-ADF5-4EA1-A761-36E8DF79A887}" type="pres">
      <dgm:prSet presAssocID="{29C0197A-44A2-4AE6-AB32-B6068301A1E3}" presName="horz1" presStyleCnt="0"/>
      <dgm:spPr/>
    </dgm:pt>
    <dgm:pt modelId="{B8B37FA8-5171-4A75-A531-28902ECD1BAC}" type="pres">
      <dgm:prSet presAssocID="{29C0197A-44A2-4AE6-AB32-B6068301A1E3}" presName="tx1" presStyleLbl="revTx" presStyleIdx="0" presStyleCnt="6"/>
      <dgm:spPr/>
    </dgm:pt>
    <dgm:pt modelId="{8559C8F5-D384-4BCC-93AB-1093F0BDE6F8}" type="pres">
      <dgm:prSet presAssocID="{29C0197A-44A2-4AE6-AB32-B6068301A1E3}" presName="vert1" presStyleCnt="0"/>
      <dgm:spPr/>
    </dgm:pt>
    <dgm:pt modelId="{2C1C53CC-9474-427A-9820-02F13AE8F1EB}" type="pres">
      <dgm:prSet presAssocID="{97D4674F-709C-4E7C-9C67-835ECDE17E06}" presName="thickLine" presStyleLbl="alignNode1" presStyleIdx="1" presStyleCnt="6"/>
      <dgm:spPr/>
    </dgm:pt>
    <dgm:pt modelId="{5E060B11-8981-4583-A951-32645794D0AE}" type="pres">
      <dgm:prSet presAssocID="{97D4674F-709C-4E7C-9C67-835ECDE17E06}" presName="horz1" presStyleCnt="0"/>
      <dgm:spPr/>
    </dgm:pt>
    <dgm:pt modelId="{27CCD32F-D70D-481F-85CD-B73BEA0928EA}" type="pres">
      <dgm:prSet presAssocID="{97D4674F-709C-4E7C-9C67-835ECDE17E06}" presName="tx1" presStyleLbl="revTx" presStyleIdx="1" presStyleCnt="6"/>
      <dgm:spPr/>
    </dgm:pt>
    <dgm:pt modelId="{F4FBDCE6-F5D7-4549-A1AA-A9C2DF662DF0}" type="pres">
      <dgm:prSet presAssocID="{97D4674F-709C-4E7C-9C67-835ECDE17E06}" presName="vert1" presStyleCnt="0"/>
      <dgm:spPr/>
    </dgm:pt>
    <dgm:pt modelId="{9BB265FE-ABB1-4425-86A6-7B1393F6ABE6}" type="pres">
      <dgm:prSet presAssocID="{5600EF3C-AF43-48BC-A519-04BDC290B588}" presName="thickLine" presStyleLbl="alignNode1" presStyleIdx="2" presStyleCnt="6"/>
      <dgm:spPr/>
    </dgm:pt>
    <dgm:pt modelId="{1EE6D476-D1F6-45E5-880F-4008050BF6CC}" type="pres">
      <dgm:prSet presAssocID="{5600EF3C-AF43-48BC-A519-04BDC290B588}" presName="horz1" presStyleCnt="0"/>
      <dgm:spPr/>
    </dgm:pt>
    <dgm:pt modelId="{CCE0358E-FAF7-430B-8382-B8EA0B2176C1}" type="pres">
      <dgm:prSet presAssocID="{5600EF3C-AF43-48BC-A519-04BDC290B588}" presName="tx1" presStyleLbl="revTx" presStyleIdx="2" presStyleCnt="6"/>
      <dgm:spPr/>
    </dgm:pt>
    <dgm:pt modelId="{2F8D0629-05FB-4AD7-BCFE-27BBE9E874F3}" type="pres">
      <dgm:prSet presAssocID="{5600EF3C-AF43-48BC-A519-04BDC290B588}" presName="vert1" presStyleCnt="0"/>
      <dgm:spPr/>
    </dgm:pt>
    <dgm:pt modelId="{2445096C-E582-4C8C-A3FE-4BE0C11FF081}" type="pres">
      <dgm:prSet presAssocID="{7493A51C-06A8-437C-881E-A206597A70D6}" presName="thickLine" presStyleLbl="alignNode1" presStyleIdx="3" presStyleCnt="6"/>
      <dgm:spPr/>
    </dgm:pt>
    <dgm:pt modelId="{1265A8A4-8B3A-446A-83A9-34E5862AD260}" type="pres">
      <dgm:prSet presAssocID="{7493A51C-06A8-437C-881E-A206597A70D6}" presName="horz1" presStyleCnt="0"/>
      <dgm:spPr/>
    </dgm:pt>
    <dgm:pt modelId="{F2949B52-D9C3-4631-8FCB-B0BD3D1AD935}" type="pres">
      <dgm:prSet presAssocID="{7493A51C-06A8-437C-881E-A206597A70D6}" presName="tx1" presStyleLbl="revTx" presStyleIdx="3" presStyleCnt="6"/>
      <dgm:spPr/>
    </dgm:pt>
    <dgm:pt modelId="{100CB243-FBB8-401E-BEBC-30A69343ABA3}" type="pres">
      <dgm:prSet presAssocID="{7493A51C-06A8-437C-881E-A206597A70D6}" presName="vert1" presStyleCnt="0"/>
      <dgm:spPr/>
    </dgm:pt>
    <dgm:pt modelId="{7411BC8F-0237-4611-8B02-A5763F59D568}" type="pres">
      <dgm:prSet presAssocID="{F6778857-5F12-49A3-B48A-E17802F994CE}" presName="thickLine" presStyleLbl="alignNode1" presStyleIdx="4" presStyleCnt="6"/>
      <dgm:spPr/>
    </dgm:pt>
    <dgm:pt modelId="{53F58B84-970D-44D0-84B0-EC1B33F9BC87}" type="pres">
      <dgm:prSet presAssocID="{F6778857-5F12-49A3-B48A-E17802F994CE}" presName="horz1" presStyleCnt="0"/>
      <dgm:spPr/>
    </dgm:pt>
    <dgm:pt modelId="{BB3198F1-869C-4B49-B704-14540A3D719C}" type="pres">
      <dgm:prSet presAssocID="{F6778857-5F12-49A3-B48A-E17802F994CE}" presName="tx1" presStyleLbl="revTx" presStyleIdx="4" presStyleCnt="6"/>
      <dgm:spPr/>
    </dgm:pt>
    <dgm:pt modelId="{30F12027-8784-4D28-82B5-AD6F1708962F}" type="pres">
      <dgm:prSet presAssocID="{F6778857-5F12-49A3-B48A-E17802F994CE}" presName="vert1" presStyleCnt="0"/>
      <dgm:spPr/>
    </dgm:pt>
    <dgm:pt modelId="{D83C83B4-C81E-45E2-96AC-985E0AB817B9}" type="pres">
      <dgm:prSet presAssocID="{81E437A7-751D-49A3-BA9B-FCDBA708F781}" presName="thickLine" presStyleLbl="alignNode1" presStyleIdx="5" presStyleCnt="6"/>
      <dgm:spPr/>
    </dgm:pt>
    <dgm:pt modelId="{8089596C-E1EF-4B7F-8B7A-C118971E9EC6}" type="pres">
      <dgm:prSet presAssocID="{81E437A7-751D-49A3-BA9B-FCDBA708F781}" presName="horz1" presStyleCnt="0"/>
      <dgm:spPr/>
    </dgm:pt>
    <dgm:pt modelId="{086EEADC-9293-4834-AE1B-88CA17BA2691}" type="pres">
      <dgm:prSet presAssocID="{81E437A7-751D-49A3-BA9B-FCDBA708F781}" presName="tx1" presStyleLbl="revTx" presStyleIdx="5" presStyleCnt="6"/>
      <dgm:spPr/>
    </dgm:pt>
    <dgm:pt modelId="{79B27078-EE01-4ED4-AE1C-32DDDFC66200}" type="pres">
      <dgm:prSet presAssocID="{81E437A7-751D-49A3-BA9B-FCDBA708F781}" presName="vert1" presStyleCnt="0"/>
      <dgm:spPr/>
    </dgm:pt>
  </dgm:ptLst>
  <dgm:cxnLst>
    <dgm:cxn modelId="{2C568229-4A4C-4451-86EB-ED4F5A343DC2}" type="presOf" srcId="{F6778857-5F12-49A3-B48A-E17802F994CE}" destId="{BB3198F1-869C-4B49-B704-14540A3D719C}" srcOrd="0" destOrd="0" presId="urn:microsoft.com/office/officeart/2008/layout/LinedList"/>
    <dgm:cxn modelId="{9DAE252E-E112-45D3-B347-2753C845509C}" srcId="{61E48010-1A64-4163-B655-DA80513A950B}" destId="{97D4674F-709C-4E7C-9C67-835ECDE17E06}" srcOrd="1" destOrd="0" parTransId="{BD14ACF6-B125-4ACE-B249-1DB625BF2382}" sibTransId="{E2A207B0-A2D7-49A0-97A3-4B8DE954830D}"/>
    <dgm:cxn modelId="{8AEC822E-2910-433A-A144-C848AB3804EC}" srcId="{61E48010-1A64-4163-B655-DA80513A950B}" destId="{F6778857-5F12-49A3-B48A-E17802F994CE}" srcOrd="4" destOrd="0" parTransId="{66ED7506-166F-41AD-9CE4-6ED4C8B4665F}" sibTransId="{3C845D77-5B76-4A1D-A619-FA3CECB74B4A}"/>
    <dgm:cxn modelId="{7543B130-44B6-4512-980D-4434118ACD61}" srcId="{61E48010-1A64-4163-B655-DA80513A950B}" destId="{81E437A7-751D-49A3-BA9B-FCDBA708F781}" srcOrd="5" destOrd="0" parTransId="{C251CE70-0A85-44AE-BED6-F3D486624A5F}" sibTransId="{06F092A0-1645-4E71-ACD1-B1E15469D4E1}"/>
    <dgm:cxn modelId="{DC5E7A42-0C02-4BD0-9FF6-8976AB1048E4}" type="presOf" srcId="{81E437A7-751D-49A3-BA9B-FCDBA708F781}" destId="{086EEADC-9293-4834-AE1B-88CA17BA2691}" srcOrd="0" destOrd="0" presId="urn:microsoft.com/office/officeart/2008/layout/LinedList"/>
    <dgm:cxn modelId="{31531DA0-9F51-4586-B3CE-F610BF395CD6}" type="presOf" srcId="{61E48010-1A64-4163-B655-DA80513A950B}" destId="{924F2EB8-1833-4012-9EAD-2CE5D1210AD3}" srcOrd="0" destOrd="0" presId="urn:microsoft.com/office/officeart/2008/layout/LinedList"/>
    <dgm:cxn modelId="{3628A1A6-4382-4131-B719-8FF864492D35}" type="presOf" srcId="{97D4674F-709C-4E7C-9C67-835ECDE17E06}" destId="{27CCD32F-D70D-481F-85CD-B73BEA0928EA}" srcOrd="0" destOrd="0" presId="urn:microsoft.com/office/officeart/2008/layout/LinedList"/>
    <dgm:cxn modelId="{6C42BAAF-CA73-4A8E-84E5-515AC9F9317F}" srcId="{61E48010-1A64-4163-B655-DA80513A950B}" destId="{7493A51C-06A8-437C-881E-A206597A70D6}" srcOrd="3" destOrd="0" parTransId="{812F3AD6-3A25-4BBE-9C77-843BFF8755BD}" sibTransId="{C7196ED5-27E6-4B9F-B5F9-BAE5302DE97D}"/>
    <dgm:cxn modelId="{E3EB8DB3-712F-4331-B8FF-E12B69C98CBE}" srcId="{61E48010-1A64-4163-B655-DA80513A950B}" destId="{29C0197A-44A2-4AE6-AB32-B6068301A1E3}" srcOrd="0" destOrd="0" parTransId="{61647CE9-CD5D-4009-8BB0-B87078141758}" sibTransId="{DCC26411-7687-4100-9063-0C37B1E9A661}"/>
    <dgm:cxn modelId="{8B9082B5-AFFD-4964-BF9B-DE989797D49F}" srcId="{61E48010-1A64-4163-B655-DA80513A950B}" destId="{5600EF3C-AF43-48BC-A519-04BDC290B588}" srcOrd="2" destOrd="0" parTransId="{B2FE605C-69C2-423D-AE12-B41DE0FE9E29}" sibTransId="{27FBC95C-128D-41C5-84D2-DEB9B4B092CC}"/>
    <dgm:cxn modelId="{D2905FCA-EC09-47AD-9B32-E53AB6F67B5E}" type="presOf" srcId="{7493A51C-06A8-437C-881E-A206597A70D6}" destId="{F2949B52-D9C3-4631-8FCB-B0BD3D1AD935}" srcOrd="0" destOrd="0" presId="urn:microsoft.com/office/officeart/2008/layout/LinedList"/>
    <dgm:cxn modelId="{31FF9BD6-FCBA-4562-90D5-D69B9AAF7F56}" type="presOf" srcId="{5600EF3C-AF43-48BC-A519-04BDC290B588}" destId="{CCE0358E-FAF7-430B-8382-B8EA0B2176C1}" srcOrd="0" destOrd="0" presId="urn:microsoft.com/office/officeart/2008/layout/LinedList"/>
    <dgm:cxn modelId="{AC361FE2-7061-4DD8-90D3-0D9848CAA907}" type="presOf" srcId="{29C0197A-44A2-4AE6-AB32-B6068301A1E3}" destId="{B8B37FA8-5171-4A75-A531-28902ECD1BAC}" srcOrd="0" destOrd="0" presId="urn:microsoft.com/office/officeart/2008/layout/LinedList"/>
    <dgm:cxn modelId="{888F2515-5FB7-4033-95E4-0E7DAD733BFA}" type="presParOf" srcId="{924F2EB8-1833-4012-9EAD-2CE5D1210AD3}" destId="{63F46DBA-9AF9-4F7F-A3D6-D95461D67509}" srcOrd="0" destOrd="0" presId="urn:microsoft.com/office/officeart/2008/layout/LinedList"/>
    <dgm:cxn modelId="{DDC112C8-C118-45C6-BB77-15FD0C5220F8}" type="presParOf" srcId="{924F2EB8-1833-4012-9EAD-2CE5D1210AD3}" destId="{9D8234CA-ADF5-4EA1-A761-36E8DF79A887}" srcOrd="1" destOrd="0" presId="urn:microsoft.com/office/officeart/2008/layout/LinedList"/>
    <dgm:cxn modelId="{89D6E42D-E63D-47DE-BFEF-ABD2E2EE4FD0}" type="presParOf" srcId="{9D8234CA-ADF5-4EA1-A761-36E8DF79A887}" destId="{B8B37FA8-5171-4A75-A531-28902ECD1BAC}" srcOrd="0" destOrd="0" presId="urn:microsoft.com/office/officeart/2008/layout/LinedList"/>
    <dgm:cxn modelId="{646D10D7-D4B0-49F9-83F3-36DA7BD6B133}" type="presParOf" srcId="{9D8234CA-ADF5-4EA1-A761-36E8DF79A887}" destId="{8559C8F5-D384-4BCC-93AB-1093F0BDE6F8}" srcOrd="1" destOrd="0" presId="urn:microsoft.com/office/officeart/2008/layout/LinedList"/>
    <dgm:cxn modelId="{39D527FE-F69A-48DF-8D7A-C4649D7A7280}" type="presParOf" srcId="{924F2EB8-1833-4012-9EAD-2CE5D1210AD3}" destId="{2C1C53CC-9474-427A-9820-02F13AE8F1EB}" srcOrd="2" destOrd="0" presId="urn:microsoft.com/office/officeart/2008/layout/LinedList"/>
    <dgm:cxn modelId="{FAB15507-6196-4ED4-B7AE-085C19FDC2E0}" type="presParOf" srcId="{924F2EB8-1833-4012-9EAD-2CE5D1210AD3}" destId="{5E060B11-8981-4583-A951-32645794D0AE}" srcOrd="3" destOrd="0" presId="urn:microsoft.com/office/officeart/2008/layout/LinedList"/>
    <dgm:cxn modelId="{3A98A862-B51F-4A08-9D45-605D36220415}" type="presParOf" srcId="{5E060B11-8981-4583-A951-32645794D0AE}" destId="{27CCD32F-D70D-481F-85CD-B73BEA0928EA}" srcOrd="0" destOrd="0" presId="urn:microsoft.com/office/officeart/2008/layout/LinedList"/>
    <dgm:cxn modelId="{4544D22F-7A7D-4C27-81F3-BF80606D99A8}" type="presParOf" srcId="{5E060B11-8981-4583-A951-32645794D0AE}" destId="{F4FBDCE6-F5D7-4549-A1AA-A9C2DF662DF0}" srcOrd="1" destOrd="0" presId="urn:microsoft.com/office/officeart/2008/layout/LinedList"/>
    <dgm:cxn modelId="{92BB2991-0277-45F8-ABC3-8E289E3E07F9}" type="presParOf" srcId="{924F2EB8-1833-4012-9EAD-2CE5D1210AD3}" destId="{9BB265FE-ABB1-4425-86A6-7B1393F6ABE6}" srcOrd="4" destOrd="0" presId="urn:microsoft.com/office/officeart/2008/layout/LinedList"/>
    <dgm:cxn modelId="{BA848410-AFA2-4CB5-92E8-FE44E1442F83}" type="presParOf" srcId="{924F2EB8-1833-4012-9EAD-2CE5D1210AD3}" destId="{1EE6D476-D1F6-45E5-880F-4008050BF6CC}" srcOrd="5" destOrd="0" presId="urn:microsoft.com/office/officeart/2008/layout/LinedList"/>
    <dgm:cxn modelId="{20D44824-A267-43D3-ADF0-79E0F181ACEB}" type="presParOf" srcId="{1EE6D476-D1F6-45E5-880F-4008050BF6CC}" destId="{CCE0358E-FAF7-430B-8382-B8EA0B2176C1}" srcOrd="0" destOrd="0" presId="urn:microsoft.com/office/officeart/2008/layout/LinedList"/>
    <dgm:cxn modelId="{5172945E-C0A7-450A-B51E-E986AC4C6672}" type="presParOf" srcId="{1EE6D476-D1F6-45E5-880F-4008050BF6CC}" destId="{2F8D0629-05FB-4AD7-BCFE-27BBE9E874F3}" srcOrd="1" destOrd="0" presId="urn:microsoft.com/office/officeart/2008/layout/LinedList"/>
    <dgm:cxn modelId="{1473E08A-EAFD-4888-8262-FFFE746E27DF}" type="presParOf" srcId="{924F2EB8-1833-4012-9EAD-2CE5D1210AD3}" destId="{2445096C-E582-4C8C-A3FE-4BE0C11FF081}" srcOrd="6" destOrd="0" presId="urn:microsoft.com/office/officeart/2008/layout/LinedList"/>
    <dgm:cxn modelId="{D475545D-8F34-41CA-88AD-122C39346718}" type="presParOf" srcId="{924F2EB8-1833-4012-9EAD-2CE5D1210AD3}" destId="{1265A8A4-8B3A-446A-83A9-34E5862AD260}" srcOrd="7" destOrd="0" presId="urn:microsoft.com/office/officeart/2008/layout/LinedList"/>
    <dgm:cxn modelId="{21F9899F-C51A-4F87-9C8E-F587312D859E}" type="presParOf" srcId="{1265A8A4-8B3A-446A-83A9-34E5862AD260}" destId="{F2949B52-D9C3-4631-8FCB-B0BD3D1AD935}" srcOrd="0" destOrd="0" presId="urn:microsoft.com/office/officeart/2008/layout/LinedList"/>
    <dgm:cxn modelId="{F5ABDE63-DA06-454A-8A2B-840D6F5CEC75}" type="presParOf" srcId="{1265A8A4-8B3A-446A-83A9-34E5862AD260}" destId="{100CB243-FBB8-401E-BEBC-30A69343ABA3}" srcOrd="1" destOrd="0" presId="urn:microsoft.com/office/officeart/2008/layout/LinedList"/>
    <dgm:cxn modelId="{7C20DFEA-E49C-40E7-ADCE-1B576FF516A0}" type="presParOf" srcId="{924F2EB8-1833-4012-9EAD-2CE5D1210AD3}" destId="{7411BC8F-0237-4611-8B02-A5763F59D568}" srcOrd="8" destOrd="0" presId="urn:microsoft.com/office/officeart/2008/layout/LinedList"/>
    <dgm:cxn modelId="{A917715B-C207-4D8A-81AA-40B87CBE8849}" type="presParOf" srcId="{924F2EB8-1833-4012-9EAD-2CE5D1210AD3}" destId="{53F58B84-970D-44D0-84B0-EC1B33F9BC87}" srcOrd="9" destOrd="0" presId="urn:microsoft.com/office/officeart/2008/layout/LinedList"/>
    <dgm:cxn modelId="{73D91207-99D8-4155-9441-201F77618EBF}" type="presParOf" srcId="{53F58B84-970D-44D0-84B0-EC1B33F9BC87}" destId="{BB3198F1-869C-4B49-B704-14540A3D719C}" srcOrd="0" destOrd="0" presId="urn:microsoft.com/office/officeart/2008/layout/LinedList"/>
    <dgm:cxn modelId="{1E075A9C-B7D4-4D22-8A75-633B0392101D}" type="presParOf" srcId="{53F58B84-970D-44D0-84B0-EC1B33F9BC87}" destId="{30F12027-8784-4D28-82B5-AD6F1708962F}" srcOrd="1" destOrd="0" presId="urn:microsoft.com/office/officeart/2008/layout/LinedList"/>
    <dgm:cxn modelId="{771E3A9D-2CC5-481E-A096-348FAD01724D}" type="presParOf" srcId="{924F2EB8-1833-4012-9EAD-2CE5D1210AD3}" destId="{D83C83B4-C81E-45E2-96AC-985E0AB817B9}" srcOrd="10" destOrd="0" presId="urn:microsoft.com/office/officeart/2008/layout/LinedList"/>
    <dgm:cxn modelId="{395326D1-2713-447E-96B7-D1551EB0ED00}" type="presParOf" srcId="{924F2EB8-1833-4012-9EAD-2CE5D1210AD3}" destId="{8089596C-E1EF-4B7F-8B7A-C118971E9EC6}" srcOrd="11" destOrd="0" presId="urn:microsoft.com/office/officeart/2008/layout/LinedList"/>
    <dgm:cxn modelId="{916CB9BF-C84B-4C9D-9DB8-5DC05747F2A4}" type="presParOf" srcId="{8089596C-E1EF-4B7F-8B7A-C118971E9EC6}" destId="{086EEADC-9293-4834-AE1B-88CA17BA2691}" srcOrd="0" destOrd="0" presId="urn:microsoft.com/office/officeart/2008/layout/LinedList"/>
    <dgm:cxn modelId="{2024265E-CB07-404B-967C-95961FC0FF48}" type="presParOf" srcId="{8089596C-E1EF-4B7F-8B7A-C118971E9EC6}" destId="{79B27078-EE01-4ED4-AE1C-32DDDFC66200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9579E29-D021-4F4B-9919-6A94C9AEFC4C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bg_accent2_2" csCatId="accent2" phldr="1"/>
      <dgm:spPr/>
      <dgm:t>
        <a:bodyPr/>
        <a:lstStyle/>
        <a:p>
          <a:endParaRPr lang="en-US"/>
        </a:p>
      </dgm:t>
    </dgm:pt>
    <dgm:pt modelId="{10FBE3B0-866C-46E7-A9E1-3A65E64A289D}">
      <dgm:prSet/>
      <dgm:spPr/>
      <dgm:t>
        <a:bodyPr/>
        <a:lstStyle/>
        <a:p>
          <a:r>
            <a:rPr lang="hu-HU" noProof="0" dirty="0"/>
            <a:t>Commit</a:t>
          </a:r>
        </a:p>
      </dgm:t>
    </dgm:pt>
    <dgm:pt modelId="{D5403203-E7BE-4EE0-93EF-56786688EDAF}" type="parTrans" cxnId="{AD136B54-C833-4FC1-AE59-1923AB18ADA9}">
      <dgm:prSet/>
      <dgm:spPr/>
      <dgm:t>
        <a:bodyPr/>
        <a:lstStyle/>
        <a:p>
          <a:endParaRPr lang="en-US"/>
        </a:p>
      </dgm:t>
    </dgm:pt>
    <dgm:pt modelId="{8415D787-9C99-49AB-A542-601908C277FE}" type="sibTrans" cxnId="{AD136B54-C833-4FC1-AE59-1923AB18ADA9}">
      <dgm:prSet/>
      <dgm:spPr/>
      <dgm:t>
        <a:bodyPr/>
        <a:lstStyle/>
        <a:p>
          <a:endParaRPr lang="en-US"/>
        </a:p>
      </dgm:t>
    </dgm:pt>
    <dgm:pt modelId="{550C9D0D-8C85-41FB-8517-A78D1598E57E}">
      <dgm:prSet/>
      <dgm:spPr/>
      <dgm:t>
        <a:bodyPr/>
        <a:lstStyle/>
        <a:p>
          <a:r>
            <a:rPr lang="hu-HU" noProof="0" dirty="0"/>
            <a:t>Pull</a:t>
          </a:r>
        </a:p>
      </dgm:t>
    </dgm:pt>
    <dgm:pt modelId="{352E8AF0-0736-4D09-B60F-D683632116D8}" type="parTrans" cxnId="{4EB1449B-2FD5-4562-B57E-AE203A32FE6E}">
      <dgm:prSet/>
      <dgm:spPr/>
      <dgm:t>
        <a:bodyPr/>
        <a:lstStyle/>
        <a:p>
          <a:endParaRPr lang="en-US"/>
        </a:p>
      </dgm:t>
    </dgm:pt>
    <dgm:pt modelId="{9B8E8F06-5576-4C66-98FE-300D5DEC52A3}" type="sibTrans" cxnId="{4EB1449B-2FD5-4562-B57E-AE203A32FE6E}">
      <dgm:prSet/>
      <dgm:spPr/>
      <dgm:t>
        <a:bodyPr/>
        <a:lstStyle/>
        <a:p>
          <a:endParaRPr lang="en-US"/>
        </a:p>
      </dgm:t>
    </dgm:pt>
    <dgm:pt modelId="{58438B08-8FD3-4FD3-BD9F-F1EDFD791AD7}">
      <dgm:prSet/>
      <dgm:spPr/>
      <dgm:t>
        <a:bodyPr/>
        <a:lstStyle/>
        <a:p>
          <a:r>
            <a:rPr lang="hu-HU" noProof="0" dirty="0"/>
            <a:t>Push</a:t>
          </a:r>
        </a:p>
      </dgm:t>
    </dgm:pt>
    <dgm:pt modelId="{948B25A1-4E64-483F-9177-06CD5BB01AA8}" type="parTrans" cxnId="{9E79B289-08F1-4FDD-AF2B-19AA2CFF528F}">
      <dgm:prSet/>
      <dgm:spPr/>
      <dgm:t>
        <a:bodyPr/>
        <a:lstStyle/>
        <a:p>
          <a:endParaRPr lang="en-US"/>
        </a:p>
      </dgm:t>
    </dgm:pt>
    <dgm:pt modelId="{356D187B-0CE1-48ED-9394-76A23C81EC15}" type="sibTrans" cxnId="{9E79B289-08F1-4FDD-AF2B-19AA2CFF528F}">
      <dgm:prSet/>
      <dgm:spPr/>
      <dgm:t>
        <a:bodyPr/>
        <a:lstStyle/>
        <a:p>
          <a:endParaRPr lang="en-US"/>
        </a:p>
      </dgm:t>
    </dgm:pt>
    <dgm:pt modelId="{9B7E202B-89E9-4BB3-B647-5700D8AAE47F}">
      <dgm:prSet/>
      <dgm:spPr/>
      <dgm:t>
        <a:bodyPr/>
        <a:lstStyle/>
        <a:p>
          <a:r>
            <a:rPr lang="hu-HU" noProof="0" dirty="0"/>
            <a:t>Sync</a:t>
          </a:r>
        </a:p>
      </dgm:t>
    </dgm:pt>
    <dgm:pt modelId="{BE7EB7FD-2ED7-447C-8FA0-4E0577F0375A}" type="parTrans" cxnId="{C7C95C23-C3A0-4330-9B16-822EAA22CCB7}">
      <dgm:prSet/>
      <dgm:spPr/>
      <dgm:t>
        <a:bodyPr/>
        <a:lstStyle/>
        <a:p>
          <a:endParaRPr lang="en-US"/>
        </a:p>
      </dgm:t>
    </dgm:pt>
    <dgm:pt modelId="{D8E0EC13-484C-450E-9624-A3811CDC39AA}" type="sibTrans" cxnId="{C7C95C23-C3A0-4330-9B16-822EAA22CCB7}">
      <dgm:prSet/>
      <dgm:spPr/>
      <dgm:t>
        <a:bodyPr/>
        <a:lstStyle/>
        <a:p>
          <a:endParaRPr lang="en-US"/>
        </a:p>
      </dgm:t>
    </dgm:pt>
    <dgm:pt modelId="{EF42D8A8-99D3-4CA2-8712-EB174F94A893}">
      <dgm:prSet/>
      <dgm:spPr/>
      <dgm:t>
        <a:bodyPr/>
        <a:lstStyle/>
        <a:p>
          <a:r>
            <a:rPr lang="hu-HU" noProof="0" dirty="0"/>
            <a:t>Fetch</a:t>
          </a:r>
        </a:p>
      </dgm:t>
    </dgm:pt>
    <dgm:pt modelId="{907363CD-7916-4FAB-8233-D52F0B56E514}" type="parTrans" cxnId="{86E9382C-E98B-4843-8A19-FD20EE0F882E}">
      <dgm:prSet/>
      <dgm:spPr/>
      <dgm:t>
        <a:bodyPr/>
        <a:lstStyle/>
        <a:p>
          <a:endParaRPr lang="en-US"/>
        </a:p>
      </dgm:t>
    </dgm:pt>
    <dgm:pt modelId="{FF5EFEE3-30C5-4CD2-9AEC-82713E388848}" type="sibTrans" cxnId="{86E9382C-E98B-4843-8A19-FD20EE0F882E}">
      <dgm:prSet/>
      <dgm:spPr/>
      <dgm:t>
        <a:bodyPr/>
        <a:lstStyle/>
        <a:p>
          <a:endParaRPr lang="en-US"/>
        </a:p>
      </dgm:t>
    </dgm:pt>
    <dgm:pt modelId="{D738CED1-2348-4D30-991F-969D4653832C}">
      <dgm:prSet/>
      <dgm:spPr/>
      <dgm:t>
        <a:bodyPr/>
        <a:lstStyle/>
        <a:p>
          <a:r>
            <a:rPr lang="hu-HU" noProof="0" dirty="0"/>
            <a:t>Pull Request</a:t>
          </a:r>
        </a:p>
      </dgm:t>
    </dgm:pt>
    <dgm:pt modelId="{316C6BB6-07EA-44EA-975E-38FB501CA9A6}" type="parTrans" cxnId="{45E02E0A-92BC-4B41-A7BE-9C4748B8B0EC}">
      <dgm:prSet/>
      <dgm:spPr/>
      <dgm:t>
        <a:bodyPr/>
        <a:lstStyle/>
        <a:p>
          <a:endParaRPr lang="en-US"/>
        </a:p>
      </dgm:t>
    </dgm:pt>
    <dgm:pt modelId="{8C755479-F166-4A5B-A1B7-A461092DA30A}" type="sibTrans" cxnId="{45E02E0A-92BC-4B41-A7BE-9C4748B8B0EC}">
      <dgm:prSet/>
      <dgm:spPr/>
      <dgm:t>
        <a:bodyPr/>
        <a:lstStyle/>
        <a:p>
          <a:endParaRPr lang="en-US"/>
        </a:p>
      </dgm:t>
    </dgm:pt>
    <dgm:pt modelId="{853FE0D2-4825-4D05-9437-5128A4620EF6}">
      <dgm:prSet/>
      <dgm:spPr/>
      <dgm:t>
        <a:bodyPr/>
        <a:lstStyle/>
        <a:p>
          <a:r>
            <a:rPr lang="hu-HU" noProof="0" dirty="0"/>
            <a:t>Branch</a:t>
          </a:r>
        </a:p>
      </dgm:t>
    </dgm:pt>
    <dgm:pt modelId="{4EC34DC0-1179-4BA8-A6A4-DB883774E2DA}" type="parTrans" cxnId="{E3349E69-D908-42EF-BF68-F9D01CF6704F}">
      <dgm:prSet/>
      <dgm:spPr/>
      <dgm:t>
        <a:bodyPr/>
        <a:lstStyle/>
        <a:p>
          <a:endParaRPr lang="en-US"/>
        </a:p>
      </dgm:t>
    </dgm:pt>
    <dgm:pt modelId="{DA71F774-1BE3-409A-8436-F95A0E947BE4}" type="sibTrans" cxnId="{E3349E69-D908-42EF-BF68-F9D01CF6704F}">
      <dgm:prSet/>
      <dgm:spPr/>
      <dgm:t>
        <a:bodyPr/>
        <a:lstStyle/>
        <a:p>
          <a:endParaRPr lang="en-US"/>
        </a:p>
      </dgm:t>
    </dgm:pt>
    <dgm:pt modelId="{4466D30D-55D1-4349-94D6-7D27FEEB6E0D}" type="pres">
      <dgm:prSet presAssocID="{39579E29-D021-4F4B-9919-6A94C9AEFC4C}" presName="root" presStyleCnt="0">
        <dgm:presLayoutVars>
          <dgm:dir/>
          <dgm:resizeHandles val="exact"/>
        </dgm:presLayoutVars>
      </dgm:prSet>
      <dgm:spPr/>
    </dgm:pt>
    <dgm:pt modelId="{F50B9B9C-0826-449A-A93D-2124474F55FC}" type="pres">
      <dgm:prSet presAssocID="{39579E29-D021-4F4B-9919-6A94C9AEFC4C}" presName="container" presStyleCnt="0">
        <dgm:presLayoutVars>
          <dgm:dir/>
          <dgm:resizeHandles val="exact"/>
        </dgm:presLayoutVars>
      </dgm:prSet>
      <dgm:spPr/>
    </dgm:pt>
    <dgm:pt modelId="{2B67ED1D-0014-4C13-A5CD-170B228D61B2}" type="pres">
      <dgm:prSet presAssocID="{10FBE3B0-866C-46E7-A9E1-3A65E64A289D}" presName="compNode" presStyleCnt="0"/>
      <dgm:spPr/>
    </dgm:pt>
    <dgm:pt modelId="{6571A76E-68A6-49E2-A154-0587EBCBAA7F}" type="pres">
      <dgm:prSet presAssocID="{10FBE3B0-866C-46E7-A9E1-3A65E64A289D}" presName="iconBgRect" presStyleLbl="bgShp" presStyleIdx="0" presStyleCnt="7"/>
      <dgm:spPr/>
    </dgm:pt>
    <dgm:pt modelId="{91A36D12-6534-425C-A1C0-8171FAFCCB72}" type="pres">
      <dgm:prSet presAssocID="{10FBE3B0-866C-46E7-A9E1-3A65E64A289D}" presName="iconRect" presStyleLbl="node1" presStyleIdx="0" presStyleCnt="7"/>
      <dgm:spPr>
        <a:blipFill rotWithShape="1"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Ismétlés"/>
        </a:ext>
      </dgm:extLst>
    </dgm:pt>
    <dgm:pt modelId="{D86DAC02-B7C2-43EA-BF52-2F4CE6E63953}" type="pres">
      <dgm:prSet presAssocID="{10FBE3B0-866C-46E7-A9E1-3A65E64A289D}" presName="spaceRect" presStyleCnt="0"/>
      <dgm:spPr/>
    </dgm:pt>
    <dgm:pt modelId="{82FEB6A7-26A2-457F-AD10-7DD55992337B}" type="pres">
      <dgm:prSet presAssocID="{10FBE3B0-866C-46E7-A9E1-3A65E64A289D}" presName="textRect" presStyleLbl="revTx" presStyleIdx="0" presStyleCnt="7">
        <dgm:presLayoutVars>
          <dgm:chMax val="1"/>
          <dgm:chPref val="1"/>
        </dgm:presLayoutVars>
      </dgm:prSet>
      <dgm:spPr/>
    </dgm:pt>
    <dgm:pt modelId="{522E175D-0822-4926-AD3C-9A390FFFEDDB}" type="pres">
      <dgm:prSet presAssocID="{8415D787-9C99-49AB-A542-601908C277FE}" presName="sibTrans" presStyleLbl="sibTrans2D1" presStyleIdx="0" presStyleCnt="0"/>
      <dgm:spPr/>
    </dgm:pt>
    <dgm:pt modelId="{315193D2-D400-40D5-9AE5-2919F9BC8A4B}" type="pres">
      <dgm:prSet presAssocID="{550C9D0D-8C85-41FB-8517-A78D1598E57E}" presName="compNode" presStyleCnt="0"/>
      <dgm:spPr/>
    </dgm:pt>
    <dgm:pt modelId="{60BB2781-EB7D-49F0-8E33-7138839F6985}" type="pres">
      <dgm:prSet presAssocID="{550C9D0D-8C85-41FB-8517-A78D1598E57E}" presName="iconBgRect" presStyleLbl="bgShp" presStyleIdx="1" presStyleCnt="7"/>
      <dgm:spPr/>
    </dgm:pt>
    <dgm:pt modelId="{109BEC2D-EB4B-4B54-A9AA-42428E7F624D}" type="pres">
      <dgm:prSet presAssocID="{550C9D0D-8C85-41FB-8517-A78D1598E57E}" presName="iconRect" presStyleLbl="node1" presStyleIdx="1" presStyleCnt="7"/>
      <dgm:spPr>
        <a:blipFill rotWithShape="1"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rrow Circle"/>
        </a:ext>
      </dgm:extLst>
    </dgm:pt>
    <dgm:pt modelId="{A064CDD9-A946-456C-92A0-8BCD76B6249E}" type="pres">
      <dgm:prSet presAssocID="{550C9D0D-8C85-41FB-8517-A78D1598E57E}" presName="spaceRect" presStyleCnt="0"/>
      <dgm:spPr/>
    </dgm:pt>
    <dgm:pt modelId="{12EE74E4-25D2-4643-8844-9347267C0F9B}" type="pres">
      <dgm:prSet presAssocID="{550C9D0D-8C85-41FB-8517-A78D1598E57E}" presName="textRect" presStyleLbl="revTx" presStyleIdx="1" presStyleCnt="7">
        <dgm:presLayoutVars>
          <dgm:chMax val="1"/>
          <dgm:chPref val="1"/>
        </dgm:presLayoutVars>
      </dgm:prSet>
      <dgm:spPr/>
    </dgm:pt>
    <dgm:pt modelId="{6F7CE027-8DA5-4B38-BAE9-1A43BAB9CCE7}" type="pres">
      <dgm:prSet presAssocID="{9B8E8F06-5576-4C66-98FE-300D5DEC52A3}" presName="sibTrans" presStyleLbl="sibTrans2D1" presStyleIdx="0" presStyleCnt="0"/>
      <dgm:spPr/>
    </dgm:pt>
    <dgm:pt modelId="{C00C9998-98E0-43C7-8940-73F6AB8CE054}" type="pres">
      <dgm:prSet presAssocID="{58438B08-8FD3-4FD3-BD9F-F1EDFD791AD7}" presName="compNode" presStyleCnt="0"/>
      <dgm:spPr/>
    </dgm:pt>
    <dgm:pt modelId="{82E5C563-3FBB-439E-A0D3-8061012B3483}" type="pres">
      <dgm:prSet presAssocID="{58438B08-8FD3-4FD3-BD9F-F1EDFD791AD7}" presName="iconBgRect" presStyleLbl="bgShp" presStyleIdx="2" presStyleCnt="7"/>
      <dgm:spPr/>
    </dgm:pt>
    <dgm:pt modelId="{0AD628B9-7821-4E4C-A9B4-A3612EFCA234}" type="pres">
      <dgm:prSet presAssocID="{58438B08-8FD3-4FD3-BD9F-F1EDFD791AD7}" presName="iconRect" presStyleLbl="node1" presStyleIdx="2" presStyleCnt="7"/>
      <dgm:spPr>
        <a:blipFill rotWithShape="1"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uttatás"/>
        </a:ext>
      </dgm:extLst>
    </dgm:pt>
    <dgm:pt modelId="{979FFD46-9F78-4F58-B56D-EC8E7C3F4A49}" type="pres">
      <dgm:prSet presAssocID="{58438B08-8FD3-4FD3-BD9F-F1EDFD791AD7}" presName="spaceRect" presStyleCnt="0"/>
      <dgm:spPr/>
    </dgm:pt>
    <dgm:pt modelId="{C7CDEAE6-1DA5-4342-BB2B-1201AE229BA9}" type="pres">
      <dgm:prSet presAssocID="{58438B08-8FD3-4FD3-BD9F-F1EDFD791AD7}" presName="textRect" presStyleLbl="revTx" presStyleIdx="2" presStyleCnt="7">
        <dgm:presLayoutVars>
          <dgm:chMax val="1"/>
          <dgm:chPref val="1"/>
        </dgm:presLayoutVars>
      </dgm:prSet>
      <dgm:spPr/>
    </dgm:pt>
    <dgm:pt modelId="{8C31734B-0556-4275-9CD3-007E9E14005C}" type="pres">
      <dgm:prSet presAssocID="{356D187B-0CE1-48ED-9394-76A23C81EC15}" presName="sibTrans" presStyleLbl="sibTrans2D1" presStyleIdx="0" presStyleCnt="0"/>
      <dgm:spPr/>
    </dgm:pt>
    <dgm:pt modelId="{BDFFFC20-1F95-418E-843F-EAADBBAE9854}" type="pres">
      <dgm:prSet presAssocID="{9B7E202B-89E9-4BB3-B647-5700D8AAE47F}" presName="compNode" presStyleCnt="0"/>
      <dgm:spPr/>
    </dgm:pt>
    <dgm:pt modelId="{5ED6CEF7-F1B3-4C96-9CFE-21B79B0894A2}" type="pres">
      <dgm:prSet presAssocID="{9B7E202B-89E9-4BB3-B647-5700D8AAE47F}" presName="iconBgRect" presStyleLbl="bgShp" presStyleIdx="3" presStyleCnt="7"/>
      <dgm:spPr/>
    </dgm:pt>
    <dgm:pt modelId="{5EA85CF4-F5AA-47C1-9F9C-F409CF24CB82}" type="pres">
      <dgm:prSet presAssocID="{9B7E202B-89E9-4BB3-B647-5700D8AAE47F}" presName="iconRect" presStyleLbl="node1" presStyleIdx="3" presStyleCnt="7"/>
      <dgm:spPr>
        <a:blipFill rotWithShape="1"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yncing Cloud"/>
        </a:ext>
      </dgm:extLst>
    </dgm:pt>
    <dgm:pt modelId="{F324553D-42AF-4958-93A1-0F5977319CA3}" type="pres">
      <dgm:prSet presAssocID="{9B7E202B-89E9-4BB3-B647-5700D8AAE47F}" presName="spaceRect" presStyleCnt="0"/>
      <dgm:spPr/>
    </dgm:pt>
    <dgm:pt modelId="{839AC5D8-5A6B-489D-9791-90FE51FBB900}" type="pres">
      <dgm:prSet presAssocID="{9B7E202B-89E9-4BB3-B647-5700D8AAE47F}" presName="textRect" presStyleLbl="revTx" presStyleIdx="3" presStyleCnt="7">
        <dgm:presLayoutVars>
          <dgm:chMax val="1"/>
          <dgm:chPref val="1"/>
        </dgm:presLayoutVars>
      </dgm:prSet>
      <dgm:spPr/>
    </dgm:pt>
    <dgm:pt modelId="{943D246A-F147-4E3E-A98D-2B242E1E6ADB}" type="pres">
      <dgm:prSet presAssocID="{D8E0EC13-484C-450E-9624-A3811CDC39AA}" presName="sibTrans" presStyleLbl="sibTrans2D1" presStyleIdx="0" presStyleCnt="0"/>
      <dgm:spPr/>
    </dgm:pt>
    <dgm:pt modelId="{A5D599E6-CC72-4C66-929A-88B628CF1E4F}" type="pres">
      <dgm:prSet presAssocID="{EF42D8A8-99D3-4CA2-8712-EB174F94A893}" presName="compNode" presStyleCnt="0"/>
      <dgm:spPr/>
    </dgm:pt>
    <dgm:pt modelId="{9B390534-12AC-4A19-9789-54A2B124CAB3}" type="pres">
      <dgm:prSet presAssocID="{EF42D8A8-99D3-4CA2-8712-EB174F94A893}" presName="iconBgRect" presStyleLbl="bgShp" presStyleIdx="4" presStyleCnt="7"/>
      <dgm:spPr/>
    </dgm:pt>
    <dgm:pt modelId="{AEBA735E-B370-45DC-B68F-E8F2544CC308}" type="pres">
      <dgm:prSet presAssocID="{EF42D8A8-99D3-4CA2-8712-EB174F94A893}" presName="iconRect" presStyleLbl="node1" presStyleIdx="4" presStyleCnt="7"/>
      <dgm:spPr>
        <a:blipFill rotWithShape="1"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boz"/>
        </a:ext>
      </dgm:extLst>
    </dgm:pt>
    <dgm:pt modelId="{C0C22F4B-7279-46E4-89AB-08A5CA0C19FC}" type="pres">
      <dgm:prSet presAssocID="{EF42D8A8-99D3-4CA2-8712-EB174F94A893}" presName="spaceRect" presStyleCnt="0"/>
      <dgm:spPr/>
    </dgm:pt>
    <dgm:pt modelId="{109B1FF2-2F26-4C93-8ED9-28B6BA118A8F}" type="pres">
      <dgm:prSet presAssocID="{EF42D8A8-99D3-4CA2-8712-EB174F94A893}" presName="textRect" presStyleLbl="revTx" presStyleIdx="4" presStyleCnt="7">
        <dgm:presLayoutVars>
          <dgm:chMax val="1"/>
          <dgm:chPref val="1"/>
        </dgm:presLayoutVars>
      </dgm:prSet>
      <dgm:spPr/>
    </dgm:pt>
    <dgm:pt modelId="{B30077E9-098A-4996-8387-AA475DDF6F57}" type="pres">
      <dgm:prSet presAssocID="{FF5EFEE3-30C5-4CD2-9AEC-82713E388848}" presName="sibTrans" presStyleLbl="sibTrans2D1" presStyleIdx="0" presStyleCnt="0"/>
      <dgm:spPr/>
    </dgm:pt>
    <dgm:pt modelId="{4F3EC335-54F2-4BEE-AA19-1A22BEB84026}" type="pres">
      <dgm:prSet presAssocID="{D738CED1-2348-4D30-991F-969D4653832C}" presName="compNode" presStyleCnt="0"/>
      <dgm:spPr/>
    </dgm:pt>
    <dgm:pt modelId="{29B920D2-B6C5-41BD-ACC0-A2B6D4DCF630}" type="pres">
      <dgm:prSet presAssocID="{D738CED1-2348-4D30-991F-969D4653832C}" presName="iconBgRect" presStyleLbl="bgShp" presStyleIdx="5" presStyleCnt="7"/>
      <dgm:spPr/>
    </dgm:pt>
    <dgm:pt modelId="{4EA58952-9238-40DD-B7D0-0A84F94D5C9B}" type="pres">
      <dgm:prSet presAssocID="{D738CED1-2348-4D30-991F-969D4653832C}" presName="iconRect" presStyleLbl="node1" presStyleIdx="5" presStyleCnt="7"/>
      <dgm:spPr>
        <a:blipFill rotWithShape="1">
          <a:blip xmlns:r="http://schemas.openxmlformats.org/officeDocument/2006/relationships"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elhasználó"/>
        </a:ext>
      </dgm:extLst>
    </dgm:pt>
    <dgm:pt modelId="{D2F3E02E-381B-4E62-BD14-0C8AEEE51314}" type="pres">
      <dgm:prSet presAssocID="{D738CED1-2348-4D30-991F-969D4653832C}" presName="spaceRect" presStyleCnt="0"/>
      <dgm:spPr/>
    </dgm:pt>
    <dgm:pt modelId="{5F713BEC-B1D0-45B7-988C-436307767C3A}" type="pres">
      <dgm:prSet presAssocID="{D738CED1-2348-4D30-991F-969D4653832C}" presName="textRect" presStyleLbl="revTx" presStyleIdx="5" presStyleCnt="7">
        <dgm:presLayoutVars>
          <dgm:chMax val="1"/>
          <dgm:chPref val="1"/>
        </dgm:presLayoutVars>
      </dgm:prSet>
      <dgm:spPr/>
    </dgm:pt>
    <dgm:pt modelId="{C5EBA07A-6DA0-4EF1-82EC-4DEC9F54EE0D}" type="pres">
      <dgm:prSet presAssocID="{8C755479-F166-4A5B-A1B7-A461092DA30A}" presName="sibTrans" presStyleLbl="sibTrans2D1" presStyleIdx="0" presStyleCnt="0"/>
      <dgm:spPr/>
    </dgm:pt>
    <dgm:pt modelId="{1D650CFE-2FE4-452B-A12F-14C1F8BD0623}" type="pres">
      <dgm:prSet presAssocID="{853FE0D2-4825-4D05-9437-5128A4620EF6}" presName="compNode" presStyleCnt="0"/>
      <dgm:spPr/>
    </dgm:pt>
    <dgm:pt modelId="{1B7EB3C9-482E-43D4-B6B4-5224A6985788}" type="pres">
      <dgm:prSet presAssocID="{853FE0D2-4825-4D05-9437-5128A4620EF6}" presName="iconBgRect" presStyleLbl="bgShp" presStyleIdx="6" presStyleCnt="7"/>
      <dgm:spPr/>
    </dgm:pt>
    <dgm:pt modelId="{B0CDB7C7-58B2-43D4-9996-FEA7B0F33565}" type="pres">
      <dgm:prSet presAssocID="{853FE0D2-4825-4D05-9437-5128A4620EF6}" presName="iconRect" presStyleLbl="node1" presStyleIdx="6" presStyleCnt="7"/>
      <dgm:spPr>
        <a:blipFill rotWithShape="1">
          <a:blip xmlns:r="http://schemas.openxmlformats.org/officeDocument/2006/relationships" r:embed="rId13"/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nk"/>
        </a:ext>
      </dgm:extLst>
    </dgm:pt>
    <dgm:pt modelId="{9DBA45B9-E3B9-4FE3-9BF3-715A483685F4}" type="pres">
      <dgm:prSet presAssocID="{853FE0D2-4825-4D05-9437-5128A4620EF6}" presName="spaceRect" presStyleCnt="0"/>
      <dgm:spPr/>
    </dgm:pt>
    <dgm:pt modelId="{5B283B01-B1EF-444C-989C-FC4CC635A397}" type="pres">
      <dgm:prSet presAssocID="{853FE0D2-4825-4D05-9437-5128A4620EF6}" presName="textRect" presStyleLbl="revTx" presStyleIdx="6" presStyleCnt="7">
        <dgm:presLayoutVars>
          <dgm:chMax val="1"/>
          <dgm:chPref val="1"/>
        </dgm:presLayoutVars>
      </dgm:prSet>
      <dgm:spPr/>
    </dgm:pt>
  </dgm:ptLst>
  <dgm:cxnLst>
    <dgm:cxn modelId="{5726F008-A24C-40DF-98E4-4A9321436E4E}" type="presOf" srcId="{9B7E202B-89E9-4BB3-B647-5700D8AAE47F}" destId="{839AC5D8-5A6B-489D-9791-90FE51FBB900}" srcOrd="0" destOrd="0" presId="urn:microsoft.com/office/officeart/2018/2/layout/IconCircleList"/>
    <dgm:cxn modelId="{45E02E0A-92BC-4B41-A7BE-9C4748B8B0EC}" srcId="{39579E29-D021-4F4B-9919-6A94C9AEFC4C}" destId="{D738CED1-2348-4D30-991F-969D4653832C}" srcOrd="5" destOrd="0" parTransId="{316C6BB6-07EA-44EA-975E-38FB501CA9A6}" sibTransId="{8C755479-F166-4A5B-A1B7-A461092DA30A}"/>
    <dgm:cxn modelId="{C7C95C23-C3A0-4330-9B16-822EAA22CCB7}" srcId="{39579E29-D021-4F4B-9919-6A94C9AEFC4C}" destId="{9B7E202B-89E9-4BB3-B647-5700D8AAE47F}" srcOrd="3" destOrd="0" parTransId="{BE7EB7FD-2ED7-447C-8FA0-4E0577F0375A}" sibTransId="{D8E0EC13-484C-450E-9624-A3811CDC39AA}"/>
    <dgm:cxn modelId="{9996EB2B-9108-4314-A858-0B17FCC56F36}" type="presOf" srcId="{39579E29-D021-4F4B-9919-6A94C9AEFC4C}" destId="{4466D30D-55D1-4349-94D6-7D27FEEB6E0D}" srcOrd="0" destOrd="0" presId="urn:microsoft.com/office/officeart/2018/2/layout/IconCircleList"/>
    <dgm:cxn modelId="{86E9382C-E98B-4843-8A19-FD20EE0F882E}" srcId="{39579E29-D021-4F4B-9919-6A94C9AEFC4C}" destId="{EF42D8A8-99D3-4CA2-8712-EB174F94A893}" srcOrd="4" destOrd="0" parTransId="{907363CD-7916-4FAB-8233-D52F0B56E514}" sibTransId="{FF5EFEE3-30C5-4CD2-9AEC-82713E388848}"/>
    <dgm:cxn modelId="{863DC03A-2BB7-4209-AA00-973C482A12BF}" type="presOf" srcId="{9B8E8F06-5576-4C66-98FE-300D5DEC52A3}" destId="{6F7CE027-8DA5-4B38-BAE9-1A43BAB9CCE7}" srcOrd="0" destOrd="0" presId="urn:microsoft.com/office/officeart/2018/2/layout/IconCircleList"/>
    <dgm:cxn modelId="{B4DE035E-F9E3-470F-80B5-F2613A007881}" type="presOf" srcId="{356D187B-0CE1-48ED-9394-76A23C81EC15}" destId="{8C31734B-0556-4275-9CD3-007E9E14005C}" srcOrd="0" destOrd="0" presId="urn:microsoft.com/office/officeart/2018/2/layout/IconCircleList"/>
    <dgm:cxn modelId="{140B7B43-0FF2-4E49-8AD1-AC94F6FE98FF}" type="presOf" srcId="{EF42D8A8-99D3-4CA2-8712-EB174F94A893}" destId="{109B1FF2-2F26-4C93-8ED9-28B6BA118A8F}" srcOrd="0" destOrd="0" presId="urn:microsoft.com/office/officeart/2018/2/layout/IconCircleList"/>
    <dgm:cxn modelId="{8069E167-0A32-4697-ABA6-C64E982FA470}" type="presOf" srcId="{8C755479-F166-4A5B-A1B7-A461092DA30A}" destId="{C5EBA07A-6DA0-4EF1-82EC-4DEC9F54EE0D}" srcOrd="0" destOrd="0" presId="urn:microsoft.com/office/officeart/2018/2/layout/IconCircleList"/>
    <dgm:cxn modelId="{E3349E69-D908-42EF-BF68-F9D01CF6704F}" srcId="{39579E29-D021-4F4B-9919-6A94C9AEFC4C}" destId="{853FE0D2-4825-4D05-9437-5128A4620EF6}" srcOrd="6" destOrd="0" parTransId="{4EC34DC0-1179-4BA8-A6A4-DB883774E2DA}" sibTransId="{DA71F774-1BE3-409A-8436-F95A0E947BE4}"/>
    <dgm:cxn modelId="{988BC152-DFCB-4AEB-BB2E-928E2348F528}" type="presOf" srcId="{8415D787-9C99-49AB-A542-601908C277FE}" destId="{522E175D-0822-4926-AD3C-9A390FFFEDDB}" srcOrd="0" destOrd="0" presId="urn:microsoft.com/office/officeart/2018/2/layout/IconCircleList"/>
    <dgm:cxn modelId="{68CBE552-0712-4BDC-B490-DAF7E07D8C93}" type="presOf" srcId="{58438B08-8FD3-4FD3-BD9F-F1EDFD791AD7}" destId="{C7CDEAE6-1DA5-4342-BB2B-1201AE229BA9}" srcOrd="0" destOrd="0" presId="urn:microsoft.com/office/officeart/2018/2/layout/IconCircleList"/>
    <dgm:cxn modelId="{AD136B54-C833-4FC1-AE59-1923AB18ADA9}" srcId="{39579E29-D021-4F4B-9919-6A94C9AEFC4C}" destId="{10FBE3B0-866C-46E7-A9E1-3A65E64A289D}" srcOrd="0" destOrd="0" parTransId="{D5403203-E7BE-4EE0-93EF-56786688EDAF}" sibTransId="{8415D787-9C99-49AB-A542-601908C277FE}"/>
    <dgm:cxn modelId="{9E79B289-08F1-4FDD-AF2B-19AA2CFF528F}" srcId="{39579E29-D021-4F4B-9919-6A94C9AEFC4C}" destId="{58438B08-8FD3-4FD3-BD9F-F1EDFD791AD7}" srcOrd="2" destOrd="0" parTransId="{948B25A1-4E64-483F-9177-06CD5BB01AA8}" sibTransId="{356D187B-0CE1-48ED-9394-76A23C81EC15}"/>
    <dgm:cxn modelId="{F66EFF8A-054E-451F-BE8F-3D2C9321D35E}" type="presOf" srcId="{D8E0EC13-484C-450E-9624-A3811CDC39AA}" destId="{943D246A-F147-4E3E-A98D-2B242E1E6ADB}" srcOrd="0" destOrd="0" presId="urn:microsoft.com/office/officeart/2018/2/layout/IconCircleList"/>
    <dgm:cxn modelId="{4EB1449B-2FD5-4562-B57E-AE203A32FE6E}" srcId="{39579E29-D021-4F4B-9919-6A94C9AEFC4C}" destId="{550C9D0D-8C85-41FB-8517-A78D1598E57E}" srcOrd="1" destOrd="0" parTransId="{352E8AF0-0736-4D09-B60F-D683632116D8}" sibTransId="{9B8E8F06-5576-4C66-98FE-300D5DEC52A3}"/>
    <dgm:cxn modelId="{2ABC66A8-89DF-4961-BCD6-6D615D64B870}" type="presOf" srcId="{D738CED1-2348-4D30-991F-969D4653832C}" destId="{5F713BEC-B1D0-45B7-988C-436307767C3A}" srcOrd="0" destOrd="0" presId="urn:microsoft.com/office/officeart/2018/2/layout/IconCircleList"/>
    <dgm:cxn modelId="{926357AD-5CD2-49A2-A9C0-9DE3F90E543B}" type="presOf" srcId="{FF5EFEE3-30C5-4CD2-9AEC-82713E388848}" destId="{B30077E9-098A-4996-8387-AA475DDF6F57}" srcOrd="0" destOrd="0" presId="urn:microsoft.com/office/officeart/2018/2/layout/IconCircleList"/>
    <dgm:cxn modelId="{5DF166E2-F8E1-41D0-92F1-9D388B704612}" type="presOf" srcId="{853FE0D2-4825-4D05-9437-5128A4620EF6}" destId="{5B283B01-B1EF-444C-989C-FC4CC635A397}" srcOrd="0" destOrd="0" presId="urn:microsoft.com/office/officeart/2018/2/layout/IconCircleList"/>
    <dgm:cxn modelId="{60606DE3-5AD8-4607-9D5C-5A8A1DE8D33B}" type="presOf" srcId="{550C9D0D-8C85-41FB-8517-A78D1598E57E}" destId="{12EE74E4-25D2-4643-8844-9347267C0F9B}" srcOrd="0" destOrd="0" presId="urn:microsoft.com/office/officeart/2018/2/layout/IconCircleList"/>
    <dgm:cxn modelId="{1AA22BF8-DBB8-4A38-9E0E-87AD03F7EB7C}" type="presOf" srcId="{10FBE3B0-866C-46E7-A9E1-3A65E64A289D}" destId="{82FEB6A7-26A2-457F-AD10-7DD55992337B}" srcOrd="0" destOrd="0" presId="urn:microsoft.com/office/officeart/2018/2/layout/IconCircleList"/>
    <dgm:cxn modelId="{4768AFD3-A441-4F0E-8ED2-1039AD5F7097}" type="presParOf" srcId="{4466D30D-55D1-4349-94D6-7D27FEEB6E0D}" destId="{F50B9B9C-0826-449A-A93D-2124474F55FC}" srcOrd="0" destOrd="0" presId="urn:microsoft.com/office/officeart/2018/2/layout/IconCircleList"/>
    <dgm:cxn modelId="{CCF91828-3D5D-4F55-9A42-EA24CD31F7CB}" type="presParOf" srcId="{F50B9B9C-0826-449A-A93D-2124474F55FC}" destId="{2B67ED1D-0014-4C13-A5CD-170B228D61B2}" srcOrd="0" destOrd="0" presId="urn:microsoft.com/office/officeart/2018/2/layout/IconCircleList"/>
    <dgm:cxn modelId="{D53C300A-E551-4C44-B0C1-475EB05E2142}" type="presParOf" srcId="{2B67ED1D-0014-4C13-A5CD-170B228D61B2}" destId="{6571A76E-68A6-49E2-A154-0587EBCBAA7F}" srcOrd="0" destOrd="0" presId="urn:microsoft.com/office/officeart/2018/2/layout/IconCircleList"/>
    <dgm:cxn modelId="{3F168BF7-6C11-4BD7-8370-8381C5923C4F}" type="presParOf" srcId="{2B67ED1D-0014-4C13-A5CD-170B228D61B2}" destId="{91A36D12-6534-425C-A1C0-8171FAFCCB72}" srcOrd="1" destOrd="0" presId="urn:microsoft.com/office/officeart/2018/2/layout/IconCircleList"/>
    <dgm:cxn modelId="{941F2B63-E30E-41D0-9B54-90DD0BE8DDB5}" type="presParOf" srcId="{2B67ED1D-0014-4C13-A5CD-170B228D61B2}" destId="{D86DAC02-B7C2-43EA-BF52-2F4CE6E63953}" srcOrd="2" destOrd="0" presId="urn:microsoft.com/office/officeart/2018/2/layout/IconCircleList"/>
    <dgm:cxn modelId="{42D99943-284A-4213-B0F5-F99325DB7076}" type="presParOf" srcId="{2B67ED1D-0014-4C13-A5CD-170B228D61B2}" destId="{82FEB6A7-26A2-457F-AD10-7DD55992337B}" srcOrd="3" destOrd="0" presId="urn:microsoft.com/office/officeart/2018/2/layout/IconCircleList"/>
    <dgm:cxn modelId="{FE19D683-ACD1-4811-9BE1-973680D68509}" type="presParOf" srcId="{F50B9B9C-0826-449A-A93D-2124474F55FC}" destId="{522E175D-0822-4926-AD3C-9A390FFFEDDB}" srcOrd="1" destOrd="0" presId="urn:microsoft.com/office/officeart/2018/2/layout/IconCircleList"/>
    <dgm:cxn modelId="{5FC53A55-BB5F-417B-8F39-3BDA6C0FD4AE}" type="presParOf" srcId="{F50B9B9C-0826-449A-A93D-2124474F55FC}" destId="{315193D2-D400-40D5-9AE5-2919F9BC8A4B}" srcOrd="2" destOrd="0" presId="urn:microsoft.com/office/officeart/2018/2/layout/IconCircleList"/>
    <dgm:cxn modelId="{F38C4CDF-6770-4D84-84F7-BC09C6D77DB7}" type="presParOf" srcId="{315193D2-D400-40D5-9AE5-2919F9BC8A4B}" destId="{60BB2781-EB7D-49F0-8E33-7138839F6985}" srcOrd="0" destOrd="0" presId="urn:microsoft.com/office/officeart/2018/2/layout/IconCircleList"/>
    <dgm:cxn modelId="{6A1B70F9-662F-4783-9FB8-CB8FDEE4E528}" type="presParOf" srcId="{315193D2-D400-40D5-9AE5-2919F9BC8A4B}" destId="{109BEC2D-EB4B-4B54-A9AA-42428E7F624D}" srcOrd="1" destOrd="0" presId="urn:microsoft.com/office/officeart/2018/2/layout/IconCircleList"/>
    <dgm:cxn modelId="{9E371253-7A82-4DE3-85FB-4166DA4CDB6E}" type="presParOf" srcId="{315193D2-D400-40D5-9AE5-2919F9BC8A4B}" destId="{A064CDD9-A946-456C-92A0-8BCD76B6249E}" srcOrd="2" destOrd="0" presId="urn:microsoft.com/office/officeart/2018/2/layout/IconCircleList"/>
    <dgm:cxn modelId="{33A8E31D-B916-4F6C-91B5-32E30460FC3B}" type="presParOf" srcId="{315193D2-D400-40D5-9AE5-2919F9BC8A4B}" destId="{12EE74E4-25D2-4643-8844-9347267C0F9B}" srcOrd="3" destOrd="0" presId="urn:microsoft.com/office/officeart/2018/2/layout/IconCircleList"/>
    <dgm:cxn modelId="{1B316984-E595-48AD-AEEE-673FEC3B52DB}" type="presParOf" srcId="{F50B9B9C-0826-449A-A93D-2124474F55FC}" destId="{6F7CE027-8DA5-4B38-BAE9-1A43BAB9CCE7}" srcOrd="3" destOrd="0" presId="urn:microsoft.com/office/officeart/2018/2/layout/IconCircleList"/>
    <dgm:cxn modelId="{95507D71-0EAC-4BEB-8184-A3E4218970E6}" type="presParOf" srcId="{F50B9B9C-0826-449A-A93D-2124474F55FC}" destId="{C00C9998-98E0-43C7-8940-73F6AB8CE054}" srcOrd="4" destOrd="0" presId="urn:microsoft.com/office/officeart/2018/2/layout/IconCircleList"/>
    <dgm:cxn modelId="{CE862B4C-CAB9-4A64-A225-1F463554498A}" type="presParOf" srcId="{C00C9998-98E0-43C7-8940-73F6AB8CE054}" destId="{82E5C563-3FBB-439E-A0D3-8061012B3483}" srcOrd="0" destOrd="0" presId="urn:microsoft.com/office/officeart/2018/2/layout/IconCircleList"/>
    <dgm:cxn modelId="{D52C498E-70BB-42B1-9B15-C485A77060CB}" type="presParOf" srcId="{C00C9998-98E0-43C7-8940-73F6AB8CE054}" destId="{0AD628B9-7821-4E4C-A9B4-A3612EFCA234}" srcOrd="1" destOrd="0" presId="urn:microsoft.com/office/officeart/2018/2/layout/IconCircleList"/>
    <dgm:cxn modelId="{AEF82390-EDD8-4428-A028-B56FC22DD5CB}" type="presParOf" srcId="{C00C9998-98E0-43C7-8940-73F6AB8CE054}" destId="{979FFD46-9F78-4F58-B56D-EC8E7C3F4A49}" srcOrd="2" destOrd="0" presId="urn:microsoft.com/office/officeart/2018/2/layout/IconCircleList"/>
    <dgm:cxn modelId="{B8E18352-7F6A-49BC-A93D-907923BC8C09}" type="presParOf" srcId="{C00C9998-98E0-43C7-8940-73F6AB8CE054}" destId="{C7CDEAE6-1DA5-4342-BB2B-1201AE229BA9}" srcOrd="3" destOrd="0" presId="urn:microsoft.com/office/officeart/2018/2/layout/IconCircleList"/>
    <dgm:cxn modelId="{DAF8FFC0-8717-4CC9-9720-08749F7E9F09}" type="presParOf" srcId="{F50B9B9C-0826-449A-A93D-2124474F55FC}" destId="{8C31734B-0556-4275-9CD3-007E9E14005C}" srcOrd="5" destOrd="0" presId="urn:microsoft.com/office/officeart/2018/2/layout/IconCircleList"/>
    <dgm:cxn modelId="{64FFAF5E-569D-441F-8E0B-2A2247BE1B9E}" type="presParOf" srcId="{F50B9B9C-0826-449A-A93D-2124474F55FC}" destId="{BDFFFC20-1F95-418E-843F-EAADBBAE9854}" srcOrd="6" destOrd="0" presId="urn:microsoft.com/office/officeart/2018/2/layout/IconCircleList"/>
    <dgm:cxn modelId="{C090A24D-5B7E-4981-B09D-6590374E7286}" type="presParOf" srcId="{BDFFFC20-1F95-418E-843F-EAADBBAE9854}" destId="{5ED6CEF7-F1B3-4C96-9CFE-21B79B0894A2}" srcOrd="0" destOrd="0" presId="urn:microsoft.com/office/officeart/2018/2/layout/IconCircleList"/>
    <dgm:cxn modelId="{6780CDC2-3A4A-40A6-BAE7-740BDC95B70D}" type="presParOf" srcId="{BDFFFC20-1F95-418E-843F-EAADBBAE9854}" destId="{5EA85CF4-F5AA-47C1-9F9C-F409CF24CB82}" srcOrd="1" destOrd="0" presId="urn:microsoft.com/office/officeart/2018/2/layout/IconCircleList"/>
    <dgm:cxn modelId="{41815022-3A3E-4FFF-91AB-87192A3C830A}" type="presParOf" srcId="{BDFFFC20-1F95-418E-843F-EAADBBAE9854}" destId="{F324553D-42AF-4958-93A1-0F5977319CA3}" srcOrd="2" destOrd="0" presId="urn:microsoft.com/office/officeart/2018/2/layout/IconCircleList"/>
    <dgm:cxn modelId="{9CF1198D-33DB-4804-B576-E823987CC6D7}" type="presParOf" srcId="{BDFFFC20-1F95-418E-843F-EAADBBAE9854}" destId="{839AC5D8-5A6B-489D-9791-90FE51FBB900}" srcOrd="3" destOrd="0" presId="urn:microsoft.com/office/officeart/2018/2/layout/IconCircleList"/>
    <dgm:cxn modelId="{20A82B35-A111-464A-8745-0A6A1F9ED6D1}" type="presParOf" srcId="{F50B9B9C-0826-449A-A93D-2124474F55FC}" destId="{943D246A-F147-4E3E-A98D-2B242E1E6ADB}" srcOrd="7" destOrd="0" presId="urn:microsoft.com/office/officeart/2018/2/layout/IconCircleList"/>
    <dgm:cxn modelId="{5226751E-09CC-4543-A932-22D7B4E6F384}" type="presParOf" srcId="{F50B9B9C-0826-449A-A93D-2124474F55FC}" destId="{A5D599E6-CC72-4C66-929A-88B628CF1E4F}" srcOrd="8" destOrd="0" presId="urn:microsoft.com/office/officeart/2018/2/layout/IconCircleList"/>
    <dgm:cxn modelId="{BE694960-0EBE-4AA8-A46B-D978A9E6832B}" type="presParOf" srcId="{A5D599E6-CC72-4C66-929A-88B628CF1E4F}" destId="{9B390534-12AC-4A19-9789-54A2B124CAB3}" srcOrd="0" destOrd="0" presId="urn:microsoft.com/office/officeart/2018/2/layout/IconCircleList"/>
    <dgm:cxn modelId="{16FEF3D1-93E6-4B00-82C5-5E48C3324E6A}" type="presParOf" srcId="{A5D599E6-CC72-4C66-929A-88B628CF1E4F}" destId="{AEBA735E-B370-45DC-B68F-E8F2544CC308}" srcOrd="1" destOrd="0" presId="urn:microsoft.com/office/officeart/2018/2/layout/IconCircleList"/>
    <dgm:cxn modelId="{0EC0CFB5-793A-491D-AFBD-266DBA7FAF5F}" type="presParOf" srcId="{A5D599E6-CC72-4C66-929A-88B628CF1E4F}" destId="{C0C22F4B-7279-46E4-89AB-08A5CA0C19FC}" srcOrd="2" destOrd="0" presId="urn:microsoft.com/office/officeart/2018/2/layout/IconCircleList"/>
    <dgm:cxn modelId="{DFFEF472-3241-4A48-AFB8-356C349C7DA1}" type="presParOf" srcId="{A5D599E6-CC72-4C66-929A-88B628CF1E4F}" destId="{109B1FF2-2F26-4C93-8ED9-28B6BA118A8F}" srcOrd="3" destOrd="0" presId="urn:microsoft.com/office/officeart/2018/2/layout/IconCircleList"/>
    <dgm:cxn modelId="{2722D556-7080-4A7B-A3BA-223C5EE5017F}" type="presParOf" srcId="{F50B9B9C-0826-449A-A93D-2124474F55FC}" destId="{B30077E9-098A-4996-8387-AA475DDF6F57}" srcOrd="9" destOrd="0" presId="urn:microsoft.com/office/officeart/2018/2/layout/IconCircleList"/>
    <dgm:cxn modelId="{265344A2-5DD9-4635-8197-DAC03F8DE1B8}" type="presParOf" srcId="{F50B9B9C-0826-449A-A93D-2124474F55FC}" destId="{4F3EC335-54F2-4BEE-AA19-1A22BEB84026}" srcOrd="10" destOrd="0" presId="urn:microsoft.com/office/officeart/2018/2/layout/IconCircleList"/>
    <dgm:cxn modelId="{CD8CB26B-EF8F-4082-B4D4-B542DB43D72D}" type="presParOf" srcId="{4F3EC335-54F2-4BEE-AA19-1A22BEB84026}" destId="{29B920D2-B6C5-41BD-ACC0-A2B6D4DCF630}" srcOrd="0" destOrd="0" presId="urn:microsoft.com/office/officeart/2018/2/layout/IconCircleList"/>
    <dgm:cxn modelId="{36CFC8B3-49F9-4DCE-B987-00E8C895F0E3}" type="presParOf" srcId="{4F3EC335-54F2-4BEE-AA19-1A22BEB84026}" destId="{4EA58952-9238-40DD-B7D0-0A84F94D5C9B}" srcOrd="1" destOrd="0" presId="urn:microsoft.com/office/officeart/2018/2/layout/IconCircleList"/>
    <dgm:cxn modelId="{5FE1126F-AC04-4717-A158-8BD98922B226}" type="presParOf" srcId="{4F3EC335-54F2-4BEE-AA19-1A22BEB84026}" destId="{D2F3E02E-381B-4E62-BD14-0C8AEEE51314}" srcOrd="2" destOrd="0" presId="urn:microsoft.com/office/officeart/2018/2/layout/IconCircleList"/>
    <dgm:cxn modelId="{621CFD64-E000-4247-93A7-6F1E29850400}" type="presParOf" srcId="{4F3EC335-54F2-4BEE-AA19-1A22BEB84026}" destId="{5F713BEC-B1D0-45B7-988C-436307767C3A}" srcOrd="3" destOrd="0" presId="urn:microsoft.com/office/officeart/2018/2/layout/IconCircleList"/>
    <dgm:cxn modelId="{1AF1C059-A4EF-400C-8045-FED7CE1935B9}" type="presParOf" srcId="{F50B9B9C-0826-449A-A93D-2124474F55FC}" destId="{C5EBA07A-6DA0-4EF1-82EC-4DEC9F54EE0D}" srcOrd="11" destOrd="0" presId="urn:microsoft.com/office/officeart/2018/2/layout/IconCircleList"/>
    <dgm:cxn modelId="{B4B1F4F3-1BE6-48E3-B7A8-DF97A5269EA3}" type="presParOf" srcId="{F50B9B9C-0826-449A-A93D-2124474F55FC}" destId="{1D650CFE-2FE4-452B-A12F-14C1F8BD0623}" srcOrd="12" destOrd="0" presId="urn:microsoft.com/office/officeart/2018/2/layout/IconCircleList"/>
    <dgm:cxn modelId="{0B0E4E1C-0E9A-4934-B9A2-54AFA7DB6B95}" type="presParOf" srcId="{1D650CFE-2FE4-452B-A12F-14C1F8BD0623}" destId="{1B7EB3C9-482E-43D4-B6B4-5224A6985788}" srcOrd="0" destOrd="0" presId="urn:microsoft.com/office/officeart/2018/2/layout/IconCircleList"/>
    <dgm:cxn modelId="{AAF44B77-8693-4C9D-888B-7CBA72163F71}" type="presParOf" srcId="{1D650CFE-2FE4-452B-A12F-14C1F8BD0623}" destId="{B0CDB7C7-58B2-43D4-9996-FEA7B0F33565}" srcOrd="1" destOrd="0" presId="urn:microsoft.com/office/officeart/2018/2/layout/IconCircleList"/>
    <dgm:cxn modelId="{F8F32642-92A1-4919-ADA4-EBFF0BB36F00}" type="presParOf" srcId="{1D650CFE-2FE4-452B-A12F-14C1F8BD0623}" destId="{9DBA45B9-E3B9-4FE3-9BF3-715A483685F4}" srcOrd="2" destOrd="0" presId="urn:microsoft.com/office/officeart/2018/2/layout/IconCircleList"/>
    <dgm:cxn modelId="{E45DC425-252F-47A7-B26D-956C5D368789}" type="presParOf" srcId="{1D650CFE-2FE4-452B-A12F-14C1F8BD0623}" destId="{5B283B01-B1EF-444C-989C-FC4CC635A397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F46DBA-9AF9-4F7F-A3D6-D95461D67509}">
      <dsp:nvSpPr>
        <dsp:cNvPr id="0" name=""/>
        <dsp:cNvSpPr/>
      </dsp:nvSpPr>
      <dsp:spPr>
        <a:xfrm>
          <a:off x="0" y="2124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B37FA8-5171-4A75-A531-28902ECD1BAC}">
      <dsp:nvSpPr>
        <dsp:cNvPr id="0" name=""/>
        <dsp:cNvSpPr/>
      </dsp:nvSpPr>
      <dsp:spPr>
        <a:xfrm>
          <a:off x="0" y="2124"/>
          <a:ext cx="10515600" cy="7245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t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300" kern="1200" noProof="0" dirty="0"/>
            <a:t>Kód, projekt verziókezelés</a:t>
          </a:r>
          <a:r>
            <a:rPr lang="en-DE" sz="3300" kern="1200" noProof="0" dirty="0"/>
            <a:t>e</a:t>
          </a:r>
          <a:endParaRPr lang="hu-HU" sz="3300" kern="1200" noProof="0" dirty="0"/>
        </a:p>
      </dsp:txBody>
      <dsp:txXfrm>
        <a:off x="0" y="2124"/>
        <a:ext cx="10515600" cy="724514"/>
      </dsp:txXfrm>
    </dsp:sp>
    <dsp:sp modelId="{2C1C53CC-9474-427A-9820-02F13AE8F1EB}">
      <dsp:nvSpPr>
        <dsp:cNvPr id="0" name=""/>
        <dsp:cNvSpPr/>
      </dsp:nvSpPr>
      <dsp:spPr>
        <a:xfrm>
          <a:off x="0" y="72663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7CCD32F-D70D-481F-85CD-B73BEA0928EA}">
      <dsp:nvSpPr>
        <dsp:cNvPr id="0" name=""/>
        <dsp:cNvSpPr/>
      </dsp:nvSpPr>
      <dsp:spPr>
        <a:xfrm>
          <a:off x="0" y="726639"/>
          <a:ext cx="10515600" cy="7245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t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300" kern="1200" noProof="0" dirty="0"/>
            <a:t>Hiba</a:t>
          </a:r>
          <a:r>
            <a:rPr lang="en-DE" sz="3300" kern="1200" noProof="0" dirty="0"/>
            <a:t> </a:t>
          </a:r>
          <a:r>
            <a:rPr lang="hu-HU" sz="3300" kern="1200" noProof="0" dirty="0"/>
            <a:t>visszajelzés</a:t>
          </a:r>
        </a:p>
      </dsp:txBody>
      <dsp:txXfrm>
        <a:off x="0" y="726639"/>
        <a:ext cx="10515600" cy="724514"/>
      </dsp:txXfrm>
    </dsp:sp>
    <dsp:sp modelId="{9BB265FE-ABB1-4425-86A6-7B1393F6ABE6}">
      <dsp:nvSpPr>
        <dsp:cNvPr id="0" name=""/>
        <dsp:cNvSpPr/>
      </dsp:nvSpPr>
      <dsp:spPr>
        <a:xfrm>
          <a:off x="0" y="1451154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E0358E-FAF7-430B-8382-B8EA0B2176C1}">
      <dsp:nvSpPr>
        <dsp:cNvPr id="0" name=""/>
        <dsp:cNvSpPr/>
      </dsp:nvSpPr>
      <dsp:spPr>
        <a:xfrm>
          <a:off x="0" y="1451154"/>
          <a:ext cx="10515600" cy="7245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t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300" kern="1200" noProof="0" dirty="0"/>
            <a:t>Csapatmunka</a:t>
          </a:r>
        </a:p>
      </dsp:txBody>
      <dsp:txXfrm>
        <a:off x="0" y="1451154"/>
        <a:ext cx="10515600" cy="724514"/>
      </dsp:txXfrm>
    </dsp:sp>
    <dsp:sp modelId="{2445096C-E582-4C8C-A3FE-4BE0C11FF081}">
      <dsp:nvSpPr>
        <dsp:cNvPr id="0" name=""/>
        <dsp:cNvSpPr/>
      </dsp:nvSpPr>
      <dsp:spPr>
        <a:xfrm>
          <a:off x="0" y="217566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2949B52-D9C3-4631-8FCB-B0BD3D1AD935}">
      <dsp:nvSpPr>
        <dsp:cNvPr id="0" name=""/>
        <dsp:cNvSpPr/>
      </dsp:nvSpPr>
      <dsp:spPr>
        <a:xfrm>
          <a:off x="0" y="2175669"/>
          <a:ext cx="10515600" cy="7245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t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300" kern="1200" noProof="0" dirty="0"/>
            <a:t>“</a:t>
          </a:r>
          <a:r>
            <a:rPr lang="hu-HU" sz="3300" kern="1200" noProof="0" dirty="0" err="1"/>
            <a:t>Repository</a:t>
          </a:r>
          <a:r>
            <a:rPr lang="hu-HU" sz="3300" kern="1200" noProof="0" dirty="0"/>
            <a:t>”</a:t>
          </a:r>
          <a:r>
            <a:rPr lang="en-DE" sz="3300" kern="1200" noProof="0" dirty="0"/>
            <a:t>-k</a:t>
          </a:r>
          <a:r>
            <a:rPr lang="hu-HU" sz="3300" kern="1200" noProof="0" dirty="0"/>
            <a:t> alapján kezelünk projekteket, fájlokat</a:t>
          </a:r>
        </a:p>
      </dsp:txBody>
      <dsp:txXfrm>
        <a:off x="0" y="2175669"/>
        <a:ext cx="10515600" cy="724514"/>
      </dsp:txXfrm>
    </dsp:sp>
    <dsp:sp modelId="{7411BC8F-0237-4611-8B02-A5763F59D568}">
      <dsp:nvSpPr>
        <dsp:cNvPr id="0" name=""/>
        <dsp:cNvSpPr/>
      </dsp:nvSpPr>
      <dsp:spPr>
        <a:xfrm>
          <a:off x="0" y="2900183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3198F1-869C-4B49-B704-14540A3D719C}">
      <dsp:nvSpPr>
        <dsp:cNvPr id="0" name=""/>
        <dsp:cNvSpPr/>
      </dsp:nvSpPr>
      <dsp:spPr>
        <a:xfrm>
          <a:off x="0" y="2900183"/>
          <a:ext cx="10515600" cy="7245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t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300" kern="1200" noProof="0" dirty="0"/>
            <a:t>Visual </a:t>
          </a:r>
          <a:r>
            <a:rPr lang="hu-HU" sz="3300" kern="1200" noProof="0" dirty="0" err="1"/>
            <a:t>Studio</a:t>
          </a:r>
          <a:r>
            <a:rPr lang="hu-HU" sz="3300" kern="1200" noProof="0" dirty="0"/>
            <a:t> (</a:t>
          </a:r>
          <a:r>
            <a:rPr lang="hu-HU" sz="3300" kern="1200" noProof="0" dirty="0" err="1"/>
            <a:t>Code</a:t>
          </a:r>
          <a:r>
            <a:rPr lang="hu-HU" sz="3300" kern="1200" noProof="0" dirty="0"/>
            <a:t>) integráció</a:t>
          </a:r>
        </a:p>
      </dsp:txBody>
      <dsp:txXfrm>
        <a:off x="0" y="2900183"/>
        <a:ext cx="10515600" cy="724514"/>
      </dsp:txXfrm>
    </dsp:sp>
    <dsp:sp modelId="{D83C83B4-C81E-45E2-96AC-985E0AB817B9}">
      <dsp:nvSpPr>
        <dsp:cNvPr id="0" name=""/>
        <dsp:cNvSpPr/>
      </dsp:nvSpPr>
      <dsp:spPr>
        <a:xfrm>
          <a:off x="0" y="3624698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6EEADC-9293-4834-AE1B-88CA17BA2691}">
      <dsp:nvSpPr>
        <dsp:cNvPr id="0" name=""/>
        <dsp:cNvSpPr/>
      </dsp:nvSpPr>
      <dsp:spPr>
        <a:xfrm>
          <a:off x="0" y="3624698"/>
          <a:ext cx="10515600" cy="7245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t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300" kern="1200" noProof="0" dirty="0"/>
            <a:t>Szöveges fájlok kezelésére tökéletes</a:t>
          </a:r>
        </a:p>
      </dsp:txBody>
      <dsp:txXfrm>
        <a:off x="0" y="3624698"/>
        <a:ext cx="10515600" cy="72451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571A76E-68A6-49E2-A154-0587EBCBAA7F}">
      <dsp:nvSpPr>
        <dsp:cNvPr id="0" name=""/>
        <dsp:cNvSpPr/>
      </dsp:nvSpPr>
      <dsp:spPr>
        <a:xfrm>
          <a:off x="82613" y="90072"/>
          <a:ext cx="897246" cy="897246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1A36D12-6534-425C-A1C0-8171FAFCCB72}">
      <dsp:nvSpPr>
        <dsp:cNvPr id="0" name=""/>
        <dsp:cNvSpPr/>
      </dsp:nvSpPr>
      <dsp:spPr>
        <a:xfrm>
          <a:off x="271034" y="278494"/>
          <a:ext cx="520402" cy="520402"/>
        </a:xfrm>
        <a:prstGeom prst="rect">
          <a:avLst/>
        </a:prstGeom>
        <a:blipFill rotWithShape="1"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2FEB6A7-26A2-457F-AD10-7DD55992337B}">
      <dsp:nvSpPr>
        <dsp:cNvPr id="0" name=""/>
        <dsp:cNvSpPr/>
      </dsp:nvSpPr>
      <dsp:spPr>
        <a:xfrm>
          <a:off x="1172126" y="90072"/>
          <a:ext cx="2114937" cy="8972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400" kern="1200" noProof="0" dirty="0"/>
            <a:t>Commit</a:t>
          </a:r>
        </a:p>
      </dsp:txBody>
      <dsp:txXfrm>
        <a:off x="1172126" y="90072"/>
        <a:ext cx="2114937" cy="897246"/>
      </dsp:txXfrm>
    </dsp:sp>
    <dsp:sp modelId="{60BB2781-EB7D-49F0-8E33-7138839F6985}">
      <dsp:nvSpPr>
        <dsp:cNvPr id="0" name=""/>
        <dsp:cNvSpPr/>
      </dsp:nvSpPr>
      <dsp:spPr>
        <a:xfrm>
          <a:off x="3655575" y="90072"/>
          <a:ext cx="897246" cy="897246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09BEC2D-EB4B-4B54-A9AA-42428E7F624D}">
      <dsp:nvSpPr>
        <dsp:cNvPr id="0" name=""/>
        <dsp:cNvSpPr/>
      </dsp:nvSpPr>
      <dsp:spPr>
        <a:xfrm>
          <a:off x="3843996" y="278494"/>
          <a:ext cx="520402" cy="520402"/>
        </a:xfrm>
        <a:prstGeom prst="rect">
          <a:avLst/>
        </a:prstGeom>
        <a:blipFill rotWithShape="1"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EE74E4-25D2-4643-8844-9347267C0F9B}">
      <dsp:nvSpPr>
        <dsp:cNvPr id="0" name=""/>
        <dsp:cNvSpPr/>
      </dsp:nvSpPr>
      <dsp:spPr>
        <a:xfrm>
          <a:off x="4745088" y="90072"/>
          <a:ext cx="2114937" cy="8972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400" kern="1200" noProof="0" dirty="0"/>
            <a:t>Pull</a:t>
          </a:r>
        </a:p>
      </dsp:txBody>
      <dsp:txXfrm>
        <a:off x="4745088" y="90072"/>
        <a:ext cx="2114937" cy="897246"/>
      </dsp:txXfrm>
    </dsp:sp>
    <dsp:sp modelId="{82E5C563-3FBB-439E-A0D3-8061012B3483}">
      <dsp:nvSpPr>
        <dsp:cNvPr id="0" name=""/>
        <dsp:cNvSpPr/>
      </dsp:nvSpPr>
      <dsp:spPr>
        <a:xfrm>
          <a:off x="7228536" y="90072"/>
          <a:ext cx="897246" cy="897246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D628B9-7821-4E4C-A9B4-A3612EFCA234}">
      <dsp:nvSpPr>
        <dsp:cNvPr id="0" name=""/>
        <dsp:cNvSpPr/>
      </dsp:nvSpPr>
      <dsp:spPr>
        <a:xfrm>
          <a:off x="7416958" y="278494"/>
          <a:ext cx="520402" cy="520402"/>
        </a:xfrm>
        <a:prstGeom prst="rect">
          <a:avLst/>
        </a:prstGeom>
        <a:blipFill rotWithShape="1"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CDEAE6-1DA5-4342-BB2B-1201AE229BA9}">
      <dsp:nvSpPr>
        <dsp:cNvPr id="0" name=""/>
        <dsp:cNvSpPr/>
      </dsp:nvSpPr>
      <dsp:spPr>
        <a:xfrm>
          <a:off x="8318049" y="90072"/>
          <a:ext cx="2114937" cy="8972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400" kern="1200" noProof="0" dirty="0"/>
            <a:t>Push</a:t>
          </a:r>
        </a:p>
      </dsp:txBody>
      <dsp:txXfrm>
        <a:off x="8318049" y="90072"/>
        <a:ext cx="2114937" cy="897246"/>
      </dsp:txXfrm>
    </dsp:sp>
    <dsp:sp modelId="{5ED6CEF7-F1B3-4C96-9CFE-21B79B0894A2}">
      <dsp:nvSpPr>
        <dsp:cNvPr id="0" name=""/>
        <dsp:cNvSpPr/>
      </dsp:nvSpPr>
      <dsp:spPr>
        <a:xfrm>
          <a:off x="82613" y="1727045"/>
          <a:ext cx="897246" cy="897246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EA85CF4-F5AA-47C1-9F9C-F409CF24CB82}">
      <dsp:nvSpPr>
        <dsp:cNvPr id="0" name=""/>
        <dsp:cNvSpPr/>
      </dsp:nvSpPr>
      <dsp:spPr>
        <a:xfrm>
          <a:off x="271034" y="1915467"/>
          <a:ext cx="520402" cy="520402"/>
        </a:xfrm>
        <a:prstGeom prst="rect">
          <a:avLst/>
        </a:prstGeom>
        <a:blipFill rotWithShape="1"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9AC5D8-5A6B-489D-9791-90FE51FBB900}">
      <dsp:nvSpPr>
        <dsp:cNvPr id="0" name=""/>
        <dsp:cNvSpPr/>
      </dsp:nvSpPr>
      <dsp:spPr>
        <a:xfrm>
          <a:off x="1172126" y="1727045"/>
          <a:ext cx="2114937" cy="8972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400" kern="1200" noProof="0" dirty="0"/>
            <a:t>Sync</a:t>
          </a:r>
        </a:p>
      </dsp:txBody>
      <dsp:txXfrm>
        <a:off x="1172126" y="1727045"/>
        <a:ext cx="2114937" cy="897246"/>
      </dsp:txXfrm>
    </dsp:sp>
    <dsp:sp modelId="{9B390534-12AC-4A19-9789-54A2B124CAB3}">
      <dsp:nvSpPr>
        <dsp:cNvPr id="0" name=""/>
        <dsp:cNvSpPr/>
      </dsp:nvSpPr>
      <dsp:spPr>
        <a:xfrm>
          <a:off x="3655575" y="1727045"/>
          <a:ext cx="897246" cy="897246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EBA735E-B370-45DC-B68F-E8F2544CC308}">
      <dsp:nvSpPr>
        <dsp:cNvPr id="0" name=""/>
        <dsp:cNvSpPr/>
      </dsp:nvSpPr>
      <dsp:spPr>
        <a:xfrm>
          <a:off x="3843996" y="1915467"/>
          <a:ext cx="520402" cy="520402"/>
        </a:xfrm>
        <a:prstGeom prst="rect">
          <a:avLst/>
        </a:prstGeom>
        <a:blipFill rotWithShape="1"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09B1FF2-2F26-4C93-8ED9-28B6BA118A8F}">
      <dsp:nvSpPr>
        <dsp:cNvPr id="0" name=""/>
        <dsp:cNvSpPr/>
      </dsp:nvSpPr>
      <dsp:spPr>
        <a:xfrm>
          <a:off x="4745088" y="1727045"/>
          <a:ext cx="2114937" cy="8972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400" kern="1200" noProof="0" dirty="0"/>
            <a:t>Fetch</a:t>
          </a:r>
        </a:p>
      </dsp:txBody>
      <dsp:txXfrm>
        <a:off x="4745088" y="1727045"/>
        <a:ext cx="2114937" cy="897246"/>
      </dsp:txXfrm>
    </dsp:sp>
    <dsp:sp modelId="{29B920D2-B6C5-41BD-ACC0-A2B6D4DCF630}">
      <dsp:nvSpPr>
        <dsp:cNvPr id="0" name=""/>
        <dsp:cNvSpPr/>
      </dsp:nvSpPr>
      <dsp:spPr>
        <a:xfrm>
          <a:off x="7228536" y="1727045"/>
          <a:ext cx="897246" cy="897246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EA58952-9238-40DD-B7D0-0A84F94D5C9B}">
      <dsp:nvSpPr>
        <dsp:cNvPr id="0" name=""/>
        <dsp:cNvSpPr/>
      </dsp:nvSpPr>
      <dsp:spPr>
        <a:xfrm>
          <a:off x="7416958" y="1915467"/>
          <a:ext cx="520402" cy="520402"/>
        </a:xfrm>
        <a:prstGeom prst="rect">
          <a:avLst/>
        </a:prstGeom>
        <a:blipFill rotWithShape="1">
          <a:blip xmlns:r="http://schemas.openxmlformats.org/officeDocument/2006/relationships"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F713BEC-B1D0-45B7-988C-436307767C3A}">
      <dsp:nvSpPr>
        <dsp:cNvPr id="0" name=""/>
        <dsp:cNvSpPr/>
      </dsp:nvSpPr>
      <dsp:spPr>
        <a:xfrm>
          <a:off x="8318049" y="1727045"/>
          <a:ext cx="2114937" cy="8972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400" kern="1200" noProof="0" dirty="0"/>
            <a:t>Pull Request</a:t>
          </a:r>
        </a:p>
      </dsp:txBody>
      <dsp:txXfrm>
        <a:off x="8318049" y="1727045"/>
        <a:ext cx="2114937" cy="897246"/>
      </dsp:txXfrm>
    </dsp:sp>
    <dsp:sp modelId="{1B7EB3C9-482E-43D4-B6B4-5224A6985788}">
      <dsp:nvSpPr>
        <dsp:cNvPr id="0" name=""/>
        <dsp:cNvSpPr/>
      </dsp:nvSpPr>
      <dsp:spPr>
        <a:xfrm>
          <a:off x="82613" y="3364019"/>
          <a:ext cx="897246" cy="897246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0CDB7C7-58B2-43D4-9996-FEA7B0F33565}">
      <dsp:nvSpPr>
        <dsp:cNvPr id="0" name=""/>
        <dsp:cNvSpPr/>
      </dsp:nvSpPr>
      <dsp:spPr>
        <a:xfrm>
          <a:off x="271034" y="3552441"/>
          <a:ext cx="520402" cy="520402"/>
        </a:xfrm>
        <a:prstGeom prst="rect">
          <a:avLst/>
        </a:prstGeom>
        <a:blipFill rotWithShape="1">
          <a:blip xmlns:r="http://schemas.openxmlformats.org/officeDocument/2006/relationships" r:embed="rId13"/>
          <a:srcRect/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283B01-B1EF-444C-989C-FC4CC635A397}">
      <dsp:nvSpPr>
        <dsp:cNvPr id="0" name=""/>
        <dsp:cNvSpPr/>
      </dsp:nvSpPr>
      <dsp:spPr>
        <a:xfrm>
          <a:off x="1172126" y="3364019"/>
          <a:ext cx="2114937" cy="8972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400" kern="1200" noProof="0" dirty="0"/>
            <a:t>Branch</a:t>
          </a:r>
        </a:p>
      </dsp:txBody>
      <dsp:txXfrm>
        <a:off x="1172126" y="3364019"/>
        <a:ext cx="2114937" cy="89724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Címdi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hu-HU" sz="60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b="0" lang="hu-HU" sz="6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47A9565-9E46-4DB9-B543-E985C9849793}" type="slidenum"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hu-H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b="0" lang="hu-H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hu-HU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b="0" lang="hu-HU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hu-HU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b="0" lang="hu-HU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hu-HU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b="0" lang="hu-HU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hu-HU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b="0" lang="hu-HU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hu-HU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b="0" lang="hu-HU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hu-HU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b="0" lang="hu-HU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Cím és függőleges szöve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hu-HU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b="0" lang="hu-HU" sz="4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b="0" lang="hu-H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Második szint</a:t>
            </a:r>
            <a:endParaRPr b="0" lang="hu-HU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Harmadik szint</a:t>
            </a:r>
            <a:endParaRPr b="0" lang="hu-HU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Negyedik szint</a:t>
            </a:r>
            <a:endParaRPr b="0" lang="hu-HU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Ötödik szint</a:t>
            </a:r>
            <a:endParaRPr b="0" lang="hu-HU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D45C676-6D63-4C5D-AF57-C08DB05B411F}" type="slidenum"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Függőleges cím és szöve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hu-HU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b="0" lang="hu-HU" sz="4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b="0" lang="hu-H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Második szint</a:t>
            </a:r>
            <a:endParaRPr b="0" lang="hu-HU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Harmadik szint</a:t>
            </a:r>
            <a:endParaRPr b="0" lang="hu-HU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Negyedik szint</a:t>
            </a:r>
            <a:endParaRPr b="0" lang="hu-HU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Ötödik szint</a:t>
            </a:r>
            <a:endParaRPr b="0" lang="hu-HU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B12973D-F987-46D5-8E66-068C9B8EFD2D}" type="slidenum"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Cím és tartalo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hu-HU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b="0" lang="hu-HU" sz="4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b="0" lang="hu-H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Második szint</a:t>
            </a:r>
            <a:endParaRPr b="0" lang="hu-HU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Harmadik szint</a:t>
            </a:r>
            <a:endParaRPr b="0" lang="hu-HU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Negyedik szint</a:t>
            </a:r>
            <a:endParaRPr b="0" lang="hu-HU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Ötödik szint</a:t>
            </a:r>
            <a:endParaRPr b="0" lang="hu-HU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1115B3D-C404-4B8F-A00C-93A0114F7B64}" type="slidenum"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zakaszfejlé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hu-HU" sz="60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b="0" lang="hu-HU" sz="6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hu-HU" sz="24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Mintaszöveg szerkesztése</a:t>
            </a:r>
            <a:endParaRPr b="0" lang="hu-HU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3E6BBFB-5AF1-40FD-AE98-2FE0782BA7F4}" type="slidenum"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2 tartalomrész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hu-HU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b="0" lang="hu-HU" sz="4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b="0" lang="hu-H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Második szint</a:t>
            </a:r>
            <a:endParaRPr b="0" lang="hu-HU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Harmadik szint</a:t>
            </a:r>
            <a:endParaRPr b="0" lang="hu-HU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Negyedik szint</a:t>
            </a:r>
            <a:endParaRPr b="0" lang="hu-HU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Ötödik szint</a:t>
            </a:r>
            <a:endParaRPr b="0" lang="hu-HU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b="0" lang="hu-H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Második szint</a:t>
            </a:r>
            <a:endParaRPr b="0" lang="hu-HU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Harmadik szint</a:t>
            </a:r>
            <a:endParaRPr b="0" lang="hu-HU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Negyedik szint</a:t>
            </a:r>
            <a:endParaRPr b="0" lang="hu-HU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Ötödik szint</a:t>
            </a:r>
            <a:endParaRPr b="0" lang="hu-HU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EF56DEC-F7C7-4BCE-8D1D-FF2E013EFFB0}" type="slidenum"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Összehasonlítá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hu-HU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b="0" lang="hu-HU" sz="4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hu-HU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b="0" lang="hu-HU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b="0" lang="hu-H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Második szint</a:t>
            </a:r>
            <a:endParaRPr b="0" lang="hu-HU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Harmadik szint</a:t>
            </a:r>
            <a:endParaRPr b="0" lang="hu-HU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Negyedik szint</a:t>
            </a:r>
            <a:endParaRPr b="0" lang="hu-HU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Ötödik szint</a:t>
            </a:r>
            <a:endParaRPr b="0" lang="hu-HU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hu-HU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b="0" lang="hu-HU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Mintaszöveg </a:t>
            </a:r>
            <a:r>
              <a:rPr b="0" lang="hu-H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szerkesztése</a:t>
            </a:r>
            <a:endParaRPr b="0" lang="hu-H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Második szint</a:t>
            </a:r>
            <a:endParaRPr b="0" lang="hu-HU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Harmadik szint</a:t>
            </a:r>
            <a:endParaRPr b="0" lang="hu-HU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Negyedik szint</a:t>
            </a:r>
            <a:endParaRPr b="0" lang="hu-HU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Ötödik szint</a:t>
            </a:r>
            <a:endParaRPr b="0" lang="hu-HU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ACF39E4-1B5A-4416-AB63-D39439E62155}" type="slidenum"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Csak cí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hu-HU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b="0" lang="hu-HU" sz="4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D97DA14-9F45-452F-A89B-0143045B57CF}" type="slidenum"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Üre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564035D-B608-42AB-AAC1-E9E48EC67934}" type="slidenum"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rtalomrész képaláíráss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hu-HU" sz="32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b="0" lang="hu-HU" sz="3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b="0" lang="hu-HU" sz="3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Második szint</a:t>
            </a:r>
            <a:endParaRPr b="0" lang="hu-H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Harmadik szint</a:t>
            </a:r>
            <a:endParaRPr b="0" lang="hu-HU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Negyedik szint</a:t>
            </a:r>
            <a:endParaRPr b="0" lang="hu-HU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Ötödik szint</a:t>
            </a:r>
            <a:endParaRPr b="0" lang="hu-HU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hu-HU" sz="16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b="0" lang="hu-HU" sz="16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B2F41BE-87A1-485A-AE23-95AD94366ABF}" type="slidenum"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ép képaláíráss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hu-HU" sz="32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b="0" lang="hu-HU" sz="3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hu-HU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b="0" lang="hu-HU" sz="3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hu-HU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b="0" lang="hu-HU" sz="3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hu-HU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b="0" lang="hu-HU" sz="3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hu-HU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b="0" lang="hu-HU" sz="3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hu-HU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b="0" lang="hu-HU" sz="3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hu-HU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b="0" lang="hu-HU" sz="3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hu-HU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b="0" lang="hu-HU" sz="3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hu-HU" sz="16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b="0" lang="hu-HU" sz="16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77ACE4A-AA74-4D56-8FBD-2998F3DEEA52}" type="slidenum">
              <a:rPr b="0" lang="hu-HU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diagramData" Target="../diagrams/data1.xml"/><Relationship Id="rId2" Type="http://schemas.openxmlformats.org/officeDocument/2006/relationships/diagramLayout" Target="../diagrams/layout1.xml"/><Relationship Id="rId3" Type="http://schemas.openxmlformats.org/officeDocument/2006/relationships/diagramQuickStyle" Target="../diagrams/quickStyle1.xml"/><Relationship Id="rId4" Type="http://schemas.openxmlformats.org/officeDocument/2006/relationships/diagramColors" Target="../diagrams/colors1.xml"/><Relationship Id="rId5" Type="http://schemas.microsoft.com/office/2007/relationships/diagramDrawing" Target="../diagrams/drawing1.xml"/><Relationship Id="rId6" Type="http://schemas.openxmlformats.org/officeDocument/2006/relationships/image" Target="../media/image2.png"/><Relationship Id="rId7" Type="http://schemas.openxmlformats.org/officeDocument/2006/relationships/image" Target="../media/image3.svg"/><Relationship Id="rId8" Type="http://schemas.openxmlformats.org/officeDocument/2006/relationships/image" Target="../media/image4.png"/><Relationship Id="rId9" Type="http://schemas.openxmlformats.org/officeDocument/2006/relationships/image" Target="../media/image5.svg"/><Relationship Id="rId10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diagramData" Target="../diagrams/data2.xml"/><Relationship Id="rId2" Type="http://schemas.openxmlformats.org/officeDocument/2006/relationships/diagramLayout" Target="../diagrams/layout2.xml"/><Relationship Id="rId3" Type="http://schemas.openxmlformats.org/officeDocument/2006/relationships/diagramQuickStyle" Target="../diagrams/quickStyle2.xml"/><Relationship Id="rId4" Type="http://schemas.openxmlformats.org/officeDocument/2006/relationships/diagramColors" Target="../diagrams/colors2.xml"/><Relationship Id="rId5" Type="http://schemas.microsoft.com/office/2007/relationships/diagramDrawing" Target="../diagrams/drawing2.xml"/><Relationship Id="rId6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hyperlink" Target="https://github.com/signup" TargetMode="External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hyperlink" Target="https://desktop.github.com/download/" TargetMode="External"/><Relationship Id="rId2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hyperlink" Target="https://git-scm.com/install/windows" TargetMode="External"/><Relationship Id="rId2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hyperlink" Target="https://www.youtube.com/watch?v=cKv4iFvTg38" TargetMode="External"/><Relationship Id="rId2" Type="http://schemas.openxmlformats.org/officeDocument/2006/relationships/hyperlink" Target="https://github.com/" TargetMode="External"/><Relationship Id="rId3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8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hu-HU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9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0" y="0"/>
            <a:ext cx="12191760" cy="6857640"/>
          </a:xfrm>
          <a:prstGeom prst="rect">
            <a:avLst/>
          </a:prstGeom>
          <a:gradFill rotWithShape="0">
            <a:gsLst>
              <a:gs pos="0">
                <a:srgbClr val="0b3041"/>
              </a:gs>
              <a:gs pos="100000">
                <a:srgbClr val="000000"/>
              </a:gs>
            </a:gsLst>
            <a:lin ang="186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hu-HU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0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>
            <a:off x="360" y="0"/>
            <a:ext cx="12191760" cy="6402240"/>
          </a:xfrm>
          <a:prstGeom prst="rect">
            <a:avLst/>
          </a:prstGeom>
          <a:gradFill rotWithShape="0">
            <a:gsLst>
              <a:gs pos="1000">
                <a:srgbClr val="104862">
                  <a:alpha val="59000"/>
                </a:srgbClr>
              </a:gs>
              <a:gs pos="100000">
                <a:srgbClr val="000000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hu-HU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1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2661840" y="-2653560"/>
            <a:ext cx="6857640" cy="12165480"/>
          </a:xfrm>
          <a:prstGeom prst="rect">
            <a:avLst/>
          </a:prstGeom>
          <a:gradFill rotWithShape="0">
            <a:gsLst>
              <a:gs pos="13000">
                <a:srgbClr val="0b3041">
                  <a:alpha val="0"/>
                </a:srgbClr>
              </a:gs>
              <a:gs pos="99000">
                <a:srgbClr val="000000">
                  <a:alpha val="28000"/>
                </a:srgbClr>
              </a:gs>
            </a:gsLst>
            <a:lin ang="16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hu-HU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2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6094800" y="0"/>
            <a:ext cx="6095520" cy="6857640"/>
          </a:xfrm>
          <a:prstGeom prst="rect">
            <a:avLst/>
          </a:prstGeom>
          <a:gradFill rotWithShape="0">
            <a:gsLst>
              <a:gs pos="13000">
                <a:srgbClr val="0b3041">
                  <a:alpha val="0"/>
                </a:srgbClr>
              </a:gs>
              <a:gs pos="99000">
                <a:srgbClr val="104862">
                  <a:alpha val="50000"/>
                </a:srgbClr>
              </a:gs>
            </a:gsLst>
            <a:lin ang="4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hu-HU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3" name="Rectangle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0" y="0"/>
            <a:ext cx="12182400" cy="6871680"/>
          </a:xfrm>
          <a:prstGeom prst="rect">
            <a:avLst/>
          </a:prstGeom>
          <a:gradFill rotWithShape="0">
            <a:gsLst>
              <a:gs pos="13000">
                <a:srgbClr val="000000">
                  <a:alpha val="35000"/>
                </a:srgbClr>
              </a:gs>
              <a:gs pos="99000">
                <a:srgbClr val="104862">
                  <a:alpha val="0"/>
                </a:srgbClr>
              </a:gs>
            </a:gsLst>
            <a:lin ang="6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hu-HU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4" name="Freeform: Shap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87840" y="3960"/>
            <a:ext cx="10216080" cy="4728600"/>
          </a:xfrm>
          <a:custGeom>
            <a:avLst/>
            <a:gdLst>
              <a:gd name="textAreaLeft" fmla="*/ 0 w 10216080"/>
              <a:gd name="textAreaRight" fmla="*/ 10216440 w 10216080"/>
              <a:gd name="textAreaTop" fmla="*/ 0 h 4728600"/>
              <a:gd name="textAreaBottom" fmla="*/ 4728960 h 4728600"/>
              <a:gd name="GluePoint1X" fmla="*/ 0 w 10216576"/>
              <a:gd name="GluePoint1Y" fmla="*/ 0 h 4729040"/>
              <a:gd name="GluePoint2X" fmla="*/ 10216576 w 10216576"/>
              <a:gd name="GluePoint2Y" fmla="*/ 0 h 4729040"/>
              <a:gd name="GluePoint3X" fmla="*/ 10210268 w 10216576"/>
              <a:gd name="GluePoint3Y" fmla="*/ 124944 h 4729040"/>
              <a:gd name="GluePoint4X" fmla="*/ 5108288 w 10216576"/>
              <a:gd name="GluePoint4Y" fmla="*/ 4729040 h 4729040"/>
              <a:gd name="GluePoint5X" fmla="*/ 6309 w 10216576"/>
              <a:gd name="GluePoint5Y" fmla="*/ 124944 h 472904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 rotWithShape="0">
            <a:gsLst>
              <a:gs pos="7000">
                <a:srgbClr val="0b3041">
                  <a:alpha val="4000"/>
                </a:srgbClr>
              </a:gs>
              <a:gs pos="99000">
                <a:srgbClr val="156082">
                  <a:alpha val="24000"/>
                </a:srgbClr>
              </a:gs>
            </a:gsLst>
            <a:lin ang="10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hu-HU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2026800" y="1030320"/>
            <a:ext cx="8147520" cy="308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hu-HU" sz="8800" strike="noStrike" u="none">
                <a:solidFill>
                  <a:srgbClr val="ffffff"/>
                </a:solidFill>
                <a:effectLst/>
                <a:uFillTx/>
                <a:latin typeface="Aptos Display"/>
              </a:rPr>
              <a:t>A GitHub és a verziókezelés</a:t>
            </a:r>
            <a:endParaRPr b="0" lang="hu-HU" sz="8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subTitle"/>
          </p:nvPr>
        </p:nvSpPr>
        <p:spPr>
          <a:xfrm>
            <a:off x="1559880" y="5171040"/>
            <a:ext cx="9078120" cy="86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hu-HU" sz="2200" strike="noStrike" u="none">
                <a:solidFill>
                  <a:srgbClr val="ffffff"/>
                </a:solidFill>
                <a:effectLst/>
                <a:uFillTx/>
                <a:latin typeface="Aptos"/>
              </a:rPr>
              <a:t>Molek Tamás Sándor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hu-HU" sz="2200" strike="noStrike" u="none">
                <a:solidFill>
                  <a:srgbClr val="ffffff"/>
                </a:solidFill>
                <a:effectLst/>
                <a:uFillTx/>
                <a:latin typeface="Aptos"/>
              </a:rPr>
              <a:t>12.E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withEffect" fill="hold" presetClass="entr" presetID="10">
                                  <p:stCondLst>
                                    <p:cond delay="500"/>
                                  </p:stCondLst>
                                  <p:iterate type="wd">
                                    <p:tmAbs val="15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" dur="1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nodeType="withEffect" fill="hold" presetClass="entr" presetID="10">
                                  <p:stCondLst>
                                    <p:cond delay="1000"/>
                                  </p:stCondLst>
                                  <p:iterate type="wd">
                                    <p:tmAbs val="15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" dur="1000"/>
                                        <p:tgtEl>
                                          <p:spTgt spid="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nodeType="clickEffect" fill="hold" presetClass="entr" presetID="10">
                                  <p:stCondLst>
                                    <p:cond delay="1000"/>
                                  </p:stCondLst>
                                  <p:iterate type="wd">
                                    <p:tmAbs val="15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" dur="1000"/>
                                        <p:tgtEl>
                                          <p:spTgt spid="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7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hu-HU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631080" y="639360"/>
            <a:ext cx="3428640" cy="1718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hu-HU" sz="46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Verziókezelés</a:t>
            </a:r>
            <a:endParaRPr b="0" lang="hu-HU" sz="46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9" name="sketch 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3320" y="2573640"/>
            <a:ext cx="3254760" cy="18000"/>
          </a:xfrm>
          <a:custGeom>
            <a:avLst/>
            <a:gdLst>
              <a:gd name="textAreaLeft" fmla="*/ 0 w 3254760"/>
              <a:gd name="textAreaRight" fmla="*/ 3255120 w 3254760"/>
              <a:gd name="textAreaTop" fmla="*/ 0 h 18000"/>
              <a:gd name="textAreaBottom" fmla="*/ 18360 h 18000"/>
              <a:gd name="GluePoint1X" fmla="*/ 0 w 3255095"/>
              <a:gd name="GluePoint1Y" fmla="*/ 0 h 18288"/>
              <a:gd name="GluePoint2X" fmla="*/ 618468 w 3255095"/>
              <a:gd name="GluePoint2Y" fmla="*/ 0 h 18288"/>
              <a:gd name="GluePoint3X" fmla="*/ 1269487 w 3255095"/>
              <a:gd name="GluePoint3Y" fmla="*/ 0 h 18288"/>
              <a:gd name="GluePoint4X" fmla="*/ 1953057 w 3255095"/>
              <a:gd name="GluePoint4Y" fmla="*/ 0 h 18288"/>
              <a:gd name="GluePoint5X" fmla="*/ 2636627 w 3255095"/>
              <a:gd name="GluePoint5Y" fmla="*/ 0 h 18288"/>
              <a:gd name="GluePoint6X" fmla="*/ 3255095 w 3255095"/>
              <a:gd name="GluePoint6Y" fmla="*/ 0 h 18288"/>
              <a:gd name="GluePoint7X" fmla="*/ 3255095 w 3255095"/>
              <a:gd name="GluePoint7Y" fmla="*/ 18288 h 18288"/>
              <a:gd name="GluePoint8X" fmla="*/ 2538974 w 3255095"/>
              <a:gd name="GluePoint8Y" fmla="*/ 18288 h 18288"/>
              <a:gd name="GluePoint9X" fmla="*/ 1822853 w 3255095"/>
              <a:gd name="GluePoint9Y" fmla="*/ 18288 h 18288"/>
              <a:gd name="GluePoint10X" fmla="*/ 1171834 w 3255095"/>
              <a:gd name="GluePoint10Y" fmla="*/ 18288 h 18288"/>
              <a:gd name="GluePoint11X" fmla="*/ 0 w 3255095"/>
              <a:gd name="GluePoint11Y" fmla="*/ 18288 h 18288"/>
              <a:gd name="GluePoint12X" fmla="*/ 0 w 3255095"/>
              <a:gd name="GluePoint12Y" fmla="*/ 0 h 1828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</a:cxnLst>
            <a:rect l="textAreaLeft" t="textAreaTop" r="textAreaRight" b="textAreaBottom"/>
            <a:pathLst>
              <a:path fill="none" w="3255095" h="18288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stroke="0" w="3255095" h="18288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cap="rnd" w="38100">
            <a:solidFill>
              <a:srgbClr val="e97132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-26640" bIns="-2664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hu-HU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631080" y="2807280"/>
            <a:ext cx="4023000" cy="341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A képen láthatónak megelőzése érdekében</a:t>
            </a:r>
            <a:endParaRPr b="0" lang="hu-H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Fájl különböző verziójainak tárolása</a:t>
            </a:r>
            <a:endParaRPr b="0" lang="hu-H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Ha valami rosszul megy, vissza lehet fordítani</a:t>
            </a:r>
            <a:endParaRPr b="0" lang="hu-H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71" name="Kép 6" descr=""/>
          <p:cNvPicPr/>
          <p:nvPr/>
        </p:nvPicPr>
        <p:blipFill>
          <a:blip r:embed="rId1"/>
          <a:stretch/>
        </p:blipFill>
        <p:spPr>
          <a:xfrm>
            <a:off x="4654440" y="1694520"/>
            <a:ext cx="6903360" cy="3468600"/>
          </a:xfrm>
          <a:prstGeom prst="rect">
            <a:avLst/>
          </a:prstGeom>
          <a:noFill/>
          <a:ln w="0">
            <a:noFill/>
          </a:ln>
        </p:spPr>
      </p:pic>
    </p:spTree>
  </p:cSld>
  <p:transition spd="slow">
    <p:push dir="u"/>
  </p:transition>
  <p:timing>
    <p:tnLst>
      <p:par>
        <p:cTn id="16" dur="indefinite" restart="never" nodeType="tmRoot">
          <p:childTnLst>
            <p:seq>
              <p:cTn id="17" dur="indefinite" nodeType="mainSeq"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2" dur="1000"/>
                                        <p:tgtEl>
                                          <p:spTgt spid="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nodeType="afterEffect" fill="hold" presetClass="entr" presetID="4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6" dur="10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27" dur="10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8" dur="10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nodeType="afterEffect" fill="hold" presetClass="entr" presetID="10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2" dur="1000"/>
                                        <p:tgtEl>
                                          <p:spTgt spid="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500"/>
                            </p:stCondLst>
                            <p:childTnLst>
                              <p:par>
                                <p:cTn id="34" nodeType="afterEffect" fill="hold" presetClass="entr" presetID="10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6" dur="1000"/>
                                        <p:tgtEl>
                                          <p:spTgt spid="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hu-HU" sz="60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Github</a:t>
            </a:r>
            <a:endParaRPr b="0" lang="hu-HU" sz="6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" name="Diagram1"/>
          <p:cNvGraphicFramePr/>
          <p:nvPr>
            <p:extLst>
              <p:ext uri="{D42A27DB-BD31-4B8C-83A1-F6EECF244321}">
                <p14:modId xmlns:p14="http://schemas.microsoft.com/office/powerpoint/2010/main" val="1436750222"/>
              </p:ext>
            </p:extLst>
          </p:nvPr>
        </p:nvGraphicFramePr>
        <p:xfrm>
          <a:off x="838080" y="1825560"/>
          <a:ext cx="10515240" cy="43509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  <p:pic>
        <p:nvPicPr>
          <p:cNvPr id="73" name="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10420200" y="457560"/>
            <a:ext cx="933120" cy="914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" name="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7086600" y="4725720"/>
            <a:ext cx="720000" cy="720000"/>
          </a:xfrm>
          <a:prstGeom prst="rect">
            <a:avLst/>
          </a:prstGeom>
          <a:noFill/>
          <a:ln w="0">
            <a:noFill/>
          </a:ln>
        </p:spPr>
      </p:pic>
    </p:spTree>
  </p:cSld>
  <p:transition spd="slow">
    <p:push dir="u"/>
  </p:transition>
  <p:timing>
    <p:tnLst>
      <p:par>
        <p:cTn id="37" dur="indefinite" restart="never" nodeType="tmRoot">
          <p:childTnLst>
            <p:seq>
              <p:cTn id="38" dur="indefinite" nodeType="mainSeq"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-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3" dur="500"/>
                                        <p:tgtEl>
                                          <p:spTgt spid="-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-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6" dur="500"/>
                                        <p:tgtEl>
                                          <p:spTgt spid="-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-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1" dur="500"/>
                                        <p:tgtEl>
                                          <p:spTgt spid="-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-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4" dur="500"/>
                                        <p:tgtEl>
                                          <p:spTgt spid="-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-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9" dur="500"/>
                                        <p:tgtEl>
                                          <p:spTgt spid="-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-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2" dur="500"/>
                                        <p:tgtEl>
                                          <p:spTgt spid="-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-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7" dur="500"/>
                                        <p:tgtEl>
                                          <p:spTgt spid="-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-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0" dur="500"/>
                                        <p:tgtEl>
                                          <p:spTgt spid="-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-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5" dur="500"/>
                                        <p:tgtEl>
                                          <p:spTgt spid="-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-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8" dur="500"/>
                                        <p:tgtEl>
                                          <p:spTgt spid="-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-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3" dur="500"/>
                                        <p:tgtEl>
                                          <p:spTgt spid="-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-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6" dur="500"/>
                                        <p:tgtEl>
                                          <p:spTgt spid="-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5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880" y="0"/>
            <a:ext cx="1218852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hu-HU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76" name="Kép 4" descr=""/>
          <p:cNvPicPr/>
          <p:nvPr/>
        </p:nvPicPr>
        <p:blipFill>
          <a:blip r:embed="rId1"/>
          <a:srcRect l="0" t="0" r="20688" b="0"/>
          <a:stretch/>
        </p:blipFill>
        <p:spPr>
          <a:xfrm>
            <a:off x="3286080" y="0"/>
            <a:ext cx="966924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7390080" cy="6857640"/>
          </a:xfrm>
          <a:prstGeom prst="rect">
            <a:avLst/>
          </a:prstGeom>
          <a:gradFill rotWithShape="0">
            <a:gsLst>
              <a:gs pos="0">
                <a:srgbClr val="ffffff">
                  <a:alpha val="0"/>
                </a:srgbClr>
              </a:gs>
              <a:gs pos="19000">
                <a:srgbClr val="ffffff">
                  <a:alpha val="38000"/>
                </a:srgbClr>
              </a:gs>
              <a:gs pos="35000">
                <a:srgbClr val="ffffff">
                  <a:alpha val="77000"/>
                </a:srgbClr>
              </a:gs>
              <a:gs pos="48000">
                <a:srgbClr val="ffffff"/>
              </a:gs>
              <a:gs pos="100000">
                <a:srgbClr val="ffffff"/>
              </a:gs>
            </a:gsLst>
            <a:lin ang="10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hu-HU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3821760" cy="189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hu-HU" sz="40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Github Desktop</a:t>
            </a:r>
            <a:endParaRPr b="0" lang="hu-HU" sz="4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838080" y="2434320"/>
            <a:ext cx="3821760" cy="374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Asztali alkalmazás a GitHubhoz</a:t>
            </a:r>
            <a:endParaRPr b="0" lang="hu-H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Könnyen használható felület</a:t>
            </a:r>
            <a:endParaRPr b="0" lang="hu-H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Origin = A GitHub szerverein lévő másolat</a:t>
            </a:r>
            <a:endParaRPr b="0" lang="hu-H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p:transition spd="slow">
    <p:push dir="u"/>
  </p:transition>
  <p:timing>
    <p:tnLst>
      <p:par>
        <p:cTn id="87" dur="indefinite" restart="never" nodeType="tmRoot">
          <p:childTnLst>
            <p:seq>
              <p:cTn id="88" dur="indefinite" nodeType="mainSeq">
                <p:childTnLst>
                  <p:par>
                    <p:cTn id="89" fill="hold">
                      <p:stCondLst>
                        <p:cond delay="0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nodeType="afterEffect" fill="hold" presetClass="entr" presetID="10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3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1000"/>
                            </p:stCondLst>
                            <p:childTnLst>
                              <p:par>
                                <p:cTn id="95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7" dur="500"/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1500"/>
                            </p:stCondLst>
                            <p:childTnLst>
                              <p:par>
                                <p:cTn id="99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1" dur="500"/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0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hu-HU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838080" y="556920"/>
            <a:ext cx="1051524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hu-HU" sz="52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Fő GitHub funkciók</a:t>
            </a:r>
            <a:endParaRPr b="0" lang="hu-HU" sz="5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2" name="Diagram2"/>
          <p:cNvGraphicFramePr/>
          <p:nvPr>
            <p:extLst>
              <p:ext uri="{D42A27DB-BD31-4B8C-83A1-F6EECF244321}">
                <p14:modId xmlns:p14="http://schemas.microsoft.com/office/powerpoint/2010/main" val="3778274240"/>
              </p:ext>
            </p:extLst>
          </p:nvPr>
        </p:nvGraphicFramePr>
        <p:xfrm>
          <a:off x="838080" y="1825560"/>
          <a:ext cx="10515240" cy="43509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02" dur="indefinite" restart="never" nodeType="tmRoot">
          <p:childTnLst>
            <p:seq>
              <p:cTn id="103" dur="indefinite" nodeType="mainSeq">
                <p:childTnLst>
                  <p:par>
                    <p:cTn id="104" fill="hold">
                      <p:stCondLst>
                        <p:cond delay="0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-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8" dur="500"/>
                                        <p:tgtEl>
                                          <p:spTgt spid="-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-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1" dur="500"/>
                                        <p:tgtEl>
                                          <p:spTgt spid="-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-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4" dur="500"/>
                                        <p:tgtEl>
                                          <p:spTgt spid="-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-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9" dur="500"/>
                                        <p:tgtEl>
                                          <p:spTgt spid="-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-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2" dur="500"/>
                                        <p:tgtEl>
                                          <p:spTgt spid="-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-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5" dur="500"/>
                                        <p:tgtEl>
                                          <p:spTgt spid="-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-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0" dur="500"/>
                                        <p:tgtEl>
                                          <p:spTgt spid="-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-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3" dur="500"/>
                                        <p:tgtEl>
                                          <p:spTgt spid="-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-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6" dur="500"/>
                                        <p:tgtEl>
                                          <p:spTgt spid="-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-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1" dur="500"/>
                                        <p:tgtEl>
                                          <p:spTgt spid="-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-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4" dur="500"/>
                                        <p:tgtEl>
                                          <p:spTgt spid="-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-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7" dur="500"/>
                                        <p:tgtEl>
                                          <p:spTgt spid="-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indefinite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50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-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2" dur="500"/>
                                        <p:tgtEl>
                                          <p:spTgt spid="-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-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5" dur="500"/>
                                        <p:tgtEl>
                                          <p:spTgt spid="-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-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8" dur="500"/>
                                        <p:tgtEl>
                                          <p:spTgt spid="-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-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3" dur="500"/>
                                        <p:tgtEl>
                                          <p:spTgt spid="-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-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6" dur="500"/>
                                        <p:tgtEl>
                                          <p:spTgt spid="-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-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9" dur="500"/>
                                        <p:tgtEl>
                                          <p:spTgt spid="-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indefinite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72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-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4" dur="500"/>
                                        <p:tgtEl>
                                          <p:spTgt spid="-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-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7" dur="500"/>
                                        <p:tgtEl>
                                          <p:spTgt spid="-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-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80" dur="500"/>
                                        <p:tgtEl>
                                          <p:spTgt spid="-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2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3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0" y="0"/>
            <a:ext cx="12191760" cy="6857640"/>
          </a:xfrm>
          <a:prstGeom prst="rect">
            <a:avLst/>
          </a:prstGeom>
          <a:gradFill rotWithShape="0">
            <a:gsLst>
              <a:gs pos="0">
                <a:srgbClr val="0b3041"/>
              </a:gs>
              <a:gs pos="100000">
                <a:srgbClr val="000000"/>
              </a:gs>
            </a:gsLst>
            <a:lin ang="186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4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>
            <a:off x="360" y="0"/>
            <a:ext cx="12191760" cy="6402240"/>
          </a:xfrm>
          <a:prstGeom prst="rect">
            <a:avLst/>
          </a:prstGeom>
          <a:gradFill rotWithShape="0">
            <a:gsLst>
              <a:gs pos="1000">
                <a:srgbClr val="104862">
                  <a:alpha val="59000"/>
                </a:srgbClr>
              </a:gs>
              <a:gs pos="100000">
                <a:srgbClr val="000000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5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2661840" y="-2653560"/>
            <a:ext cx="6857640" cy="12165480"/>
          </a:xfrm>
          <a:prstGeom prst="rect">
            <a:avLst/>
          </a:prstGeom>
          <a:gradFill rotWithShape="0">
            <a:gsLst>
              <a:gs pos="13000">
                <a:srgbClr val="0b3041">
                  <a:alpha val="0"/>
                </a:srgbClr>
              </a:gs>
              <a:gs pos="99000">
                <a:srgbClr val="000000">
                  <a:alpha val="28000"/>
                </a:srgbClr>
              </a:gs>
            </a:gsLst>
            <a:lin ang="16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6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6094800" y="0"/>
            <a:ext cx="6095520" cy="6857640"/>
          </a:xfrm>
          <a:prstGeom prst="rect">
            <a:avLst/>
          </a:prstGeom>
          <a:gradFill rotWithShape="0">
            <a:gsLst>
              <a:gs pos="13000">
                <a:srgbClr val="0b3041">
                  <a:alpha val="0"/>
                </a:srgbClr>
              </a:gs>
              <a:gs pos="99000">
                <a:srgbClr val="104862">
                  <a:alpha val="50000"/>
                </a:srgbClr>
              </a:gs>
            </a:gsLst>
            <a:lin ang="4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7" name="Rectangle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0" y="0"/>
            <a:ext cx="12182400" cy="6871680"/>
          </a:xfrm>
          <a:prstGeom prst="rect">
            <a:avLst/>
          </a:prstGeom>
          <a:gradFill rotWithShape="0">
            <a:gsLst>
              <a:gs pos="13000">
                <a:srgbClr val="000000">
                  <a:alpha val="35000"/>
                </a:srgbClr>
              </a:gs>
              <a:gs pos="99000">
                <a:srgbClr val="104862">
                  <a:alpha val="0"/>
                </a:srgbClr>
              </a:gs>
            </a:gsLst>
            <a:lin ang="6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8" name="Freeform: Shap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87840" y="3960"/>
            <a:ext cx="10216080" cy="4728600"/>
          </a:xfrm>
          <a:custGeom>
            <a:avLst/>
            <a:gdLst>
              <a:gd name="textAreaLeft" fmla="*/ 0 w 10216080"/>
              <a:gd name="textAreaRight" fmla="*/ 10216440 w 10216080"/>
              <a:gd name="textAreaTop" fmla="*/ 0 h 4728600"/>
              <a:gd name="textAreaBottom" fmla="*/ 4728960 h 4728600"/>
              <a:gd name="GluePoint1X" fmla="*/ 0 w 10216576"/>
              <a:gd name="GluePoint1Y" fmla="*/ 0 h 4729040"/>
              <a:gd name="GluePoint2X" fmla="*/ 10216576 w 10216576"/>
              <a:gd name="GluePoint2Y" fmla="*/ 0 h 4729040"/>
              <a:gd name="GluePoint3X" fmla="*/ 10210268 w 10216576"/>
              <a:gd name="GluePoint3Y" fmla="*/ 124944 h 4729040"/>
              <a:gd name="GluePoint4X" fmla="*/ 5108288 w 10216576"/>
              <a:gd name="GluePoint4Y" fmla="*/ 4729040 h 4729040"/>
              <a:gd name="GluePoint5X" fmla="*/ 6309 w 10216576"/>
              <a:gd name="GluePoint5Y" fmla="*/ 124944 h 472904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 rotWithShape="0">
            <a:gsLst>
              <a:gs pos="7000">
                <a:srgbClr val="0b3041">
                  <a:alpha val="4000"/>
                </a:srgbClr>
              </a:gs>
              <a:gs pos="99000">
                <a:srgbClr val="156082">
                  <a:alpha val="24000"/>
                </a:srgbClr>
              </a:gs>
            </a:gsLst>
            <a:lin ang="10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2026800" y="1030320"/>
            <a:ext cx="8147520" cy="308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en-US" sz="4800" strike="noStrike" u="none">
                <a:solidFill>
                  <a:srgbClr val="ffffff"/>
                </a:solidFill>
                <a:effectLst/>
                <a:uFillTx/>
                <a:latin typeface="Aptos Display"/>
              </a:rPr>
              <a:t>Gyakorlat</a:t>
            </a:r>
            <a:endParaRPr b="0" lang="hu-HU" sz="4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1559880" y="4307760"/>
            <a:ext cx="9078120" cy="17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800" strike="noStrike" u="none">
                <a:solidFill>
                  <a:srgbClr val="ffffff"/>
                </a:solidFill>
                <a:effectLst/>
                <a:uFillTx/>
                <a:latin typeface="Aptos"/>
              </a:rPr>
              <a:t>Ettől a ponttól GitHub gyakorlat van.</a:t>
            </a:r>
            <a:br>
              <a:rPr sz="2800"/>
            </a:br>
            <a:r>
              <a:rPr b="0" lang="en-US" sz="2800" strike="noStrike" u="none">
                <a:solidFill>
                  <a:srgbClr val="ffffff"/>
                </a:solidFill>
                <a:effectLst/>
                <a:uFillTx/>
                <a:latin typeface="Aptos"/>
              </a:rPr>
              <a:t>Akinek van tárhely a gép</a:t>
            </a:r>
            <a:r>
              <a:rPr b="0" lang="hu-HU" sz="2800" strike="noStrike" u="none">
                <a:solidFill>
                  <a:srgbClr val="ffffff"/>
                </a:solidFill>
                <a:effectLst/>
                <a:uFillTx/>
                <a:latin typeface="Aptos"/>
              </a:rPr>
              <a:t>é</a:t>
            </a:r>
            <a:r>
              <a:rPr b="0" lang="en-US" sz="2800" strike="noStrike" u="none">
                <a:solidFill>
                  <a:srgbClr val="ffffff"/>
                </a:solidFill>
                <a:effectLst/>
                <a:uFillTx/>
                <a:latin typeface="Aptos"/>
              </a:rPr>
              <a:t>n, az követheti az előadást</a:t>
            </a:r>
            <a:endParaRPr b="0" lang="hu-H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1" name="Rectangle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2" name="Rectangle 2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0840" y="1410480"/>
            <a:ext cx="6857640" cy="4037400"/>
          </a:xfrm>
          <a:prstGeom prst="rect">
            <a:avLst/>
          </a:prstGeom>
          <a:gradFill rotWithShape="0">
            <a:gsLst>
              <a:gs pos="8000">
                <a:srgbClr val="000000"/>
              </a:gs>
              <a:gs pos="100000">
                <a:srgbClr val="104862"/>
              </a:gs>
            </a:gsLst>
            <a:lin ang="13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3" name="Rectangle 2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0840" y="1420560"/>
            <a:ext cx="6857640" cy="403740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99000">
                <a:srgbClr val="156082">
                  <a:alpha val="46000"/>
                </a:srgbClr>
              </a:gs>
            </a:gsLst>
            <a:lin ang="14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4" name="Rectangle 3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766800" y="3588480"/>
            <a:ext cx="2501640" cy="4037400"/>
          </a:xfrm>
          <a:prstGeom prst="rect">
            <a:avLst/>
          </a:prstGeom>
          <a:gradFill rotWithShape="0">
            <a:gsLst>
              <a:gs pos="2000">
                <a:srgbClr val="156082">
                  <a:alpha val="29000"/>
                </a:srgbClr>
              </a:gs>
              <a:gs pos="100000">
                <a:srgbClr val="000000">
                  <a:alpha val="30000"/>
                </a:srgbClr>
              </a:gs>
            </a:gsLst>
            <a:lin ang="8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5" name="Freeform: Shape 3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0635800">
            <a:off x="-501480" y="969480"/>
            <a:ext cx="3899880" cy="4178520"/>
          </a:xfrm>
          <a:custGeom>
            <a:avLst/>
            <a:gdLst>
              <a:gd name="textAreaLeft" fmla="*/ 0 w 3899880"/>
              <a:gd name="textAreaRight" fmla="*/ 3900240 w 3899880"/>
              <a:gd name="textAreaTop" fmla="*/ 0 h 4178520"/>
              <a:gd name="textAreaBottom" fmla="*/ 4178880 h 4178520"/>
              <a:gd name="GluePoint1X" fmla="*/ 2432225 w 3900357"/>
              <a:gd name="GluePoint1Y" fmla="*/ 93939 h 4178958"/>
              <a:gd name="GluePoint2X" fmla="*/ 3900357 w 3900357"/>
              <a:gd name="GluePoint2Y" fmla="*/ 2089479 h 4178958"/>
              <a:gd name="GluePoint3X" fmla="*/ 1810878 w 3900357"/>
              <a:gd name="GluePoint3Y" fmla="*/ 4178958 h 4178958"/>
              <a:gd name="GluePoint4X" fmla="*/ 78249 w 3900357"/>
              <a:gd name="GluePoint4Y" fmla="*/ 3257727 h 4178958"/>
              <a:gd name="GluePoint5X" fmla="*/ 0 w 3900357"/>
              <a:gd name="GluePoint5Y" fmla="*/ 3128923 h 4178958"/>
              <a:gd name="GluePoint6X" fmla="*/ 831324 w 3900357"/>
              <a:gd name="GluePoint6Y" fmla="*/ 244281 h 4178958"/>
              <a:gd name="GluePoint7X" fmla="*/ 997559 w 3900357"/>
              <a:gd name="GluePoint7Y" fmla="*/ 164202 h 4178958"/>
              <a:gd name="GluePoint8X" fmla="*/ 1810878 w 3900357"/>
              <a:gd name="GluePoint8Y" fmla="*/ 0 h 4178958"/>
              <a:gd name="GluePoint9X" fmla="*/ 2432225 w 3900357"/>
              <a:gd name="GluePoint9Y" fmla="*/ 93939 h 417895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 rotWithShape="0">
            <a:gsLst>
              <a:gs pos="29000">
                <a:srgbClr val="000000">
                  <a:alpha val="0"/>
                </a:srgbClr>
              </a:gs>
              <a:gs pos="100000">
                <a:srgbClr val="156082">
                  <a:alpha val="43000"/>
                </a:srgbClr>
              </a:gs>
            </a:gsLst>
            <a:lin ang="834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6" name="Rectangle 3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0840" y="1400400"/>
            <a:ext cx="6857640" cy="403740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99000">
                <a:srgbClr val="46b1e1">
                  <a:alpha val="11000"/>
                </a:srgbClr>
              </a:gs>
            </a:gsLst>
            <a:lin ang="9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466560" y="586800"/>
            <a:ext cx="3201120" cy="338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r" defTabSz="914400">
              <a:lnSpc>
                <a:spcPct val="90000"/>
              </a:lnSpc>
              <a:buNone/>
            </a:pPr>
            <a:r>
              <a:rPr b="0" lang="en-DE" sz="4000" strike="noStrike" u="none">
                <a:solidFill>
                  <a:srgbClr val="ffffff"/>
                </a:solidFill>
                <a:effectLst/>
                <a:uFillTx/>
                <a:latin typeface="Aptos Display"/>
              </a:rPr>
              <a:t>GitHub fiók létrehozás</a:t>
            </a:r>
            <a:r>
              <a:rPr b="0" lang="hu-HU" sz="4000" strike="noStrike" u="none">
                <a:solidFill>
                  <a:srgbClr val="ffffff"/>
                </a:solidFill>
                <a:effectLst/>
                <a:uFillTx/>
                <a:latin typeface="Aptos Display"/>
              </a:rPr>
              <a:t>a</a:t>
            </a:r>
            <a:endParaRPr b="0" lang="hu-HU" sz="4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4383720" y="649440"/>
            <a:ext cx="3597480" cy="554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DE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Csak akkor kell, ha még nincs</a:t>
            </a:r>
            <a:endParaRPr b="0" lang="hu-HU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400" strike="noStrike" u="sng">
                <a:solidFill>
                  <a:schemeClr val="dk1"/>
                </a:solidFill>
                <a:effectLst/>
                <a:uFillTx/>
                <a:latin typeface="Aptos"/>
                <a:hlinkClick r:id="rId1"/>
              </a:rPr>
              <a:t>https://github.com/signup</a:t>
            </a:r>
            <a:r>
              <a:rPr b="0" lang="hu-HU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 </a:t>
            </a:r>
            <a:endParaRPr b="0" lang="hu-HU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DE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Szükséges adatok</a:t>
            </a:r>
            <a:endParaRPr b="0" lang="hu-HU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DE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Email-cím</a:t>
            </a:r>
            <a:endParaRPr b="0" lang="hu-HU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DE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Jelszó</a:t>
            </a:r>
            <a:endParaRPr b="0" lang="hu-HU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DE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Felhasználó név</a:t>
            </a:r>
            <a:endParaRPr b="0" lang="hu-HU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Opcionális adatok</a:t>
            </a:r>
            <a:endParaRPr b="0" lang="hu-HU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Ország/Régió</a:t>
            </a:r>
            <a:endParaRPr b="0" lang="hu-HU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99" name="Kép 4" descr=""/>
          <p:cNvPicPr/>
          <p:nvPr/>
        </p:nvPicPr>
        <p:blipFill>
          <a:blip r:embed="rId2"/>
          <a:stretch/>
        </p:blipFill>
        <p:spPr>
          <a:xfrm>
            <a:off x="8118360" y="473760"/>
            <a:ext cx="3597480" cy="5922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81" dur="indefinite" restart="never" nodeType="tmRoot">
          <p:childTnLst>
            <p:seq>
              <p:cTn id="182" dur="indefinite" nodeType="mainSeq">
                <p:childTnLst>
                  <p:par>
                    <p:cTn id="183" fill="hold">
                      <p:stCondLst>
                        <p:cond delay="0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87" dur="500"/>
                                        <p:tgtEl>
                                          <p:spTgt spid="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8" fill="hold">
                      <p:stCondLst>
                        <p:cond delay="indefinite"/>
                      </p:stCondLst>
                      <p:childTnLst>
                        <p:par>
                          <p:cTn id="189" fill="hold">
                            <p:stCondLst>
                              <p:cond delay="0"/>
                            </p:stCondLst>
                            <p:childTnLst>
                              <p:par>
                                <p:cTn id="190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92" dur="500"/>
                                        <p:tgtEl>
                                          <p:spTgt spid="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" fill="hold">
                            <p:stCondLst>
                              <p:cond delay="500"/>
                            </p:stCondLst>
                            <p:childTnLst>
                              <p:par>
                                <p:cTn id="194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96" dur="500"/>
                                        <p:tgtEl>
                                          <p:spTgt spid="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1000"/>
                            </p:stCondLst>
                            <p:childTnLst>
                              <p:par>
                                <p:cTn id="198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00" dur="500"/>
                                        <p:tgtEl>
                                          <p:spTgt spid="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1" fill="hold">
                      <p:stCondLst>
                        <p:cond delay="indefinite"/>
                      </p:stCondLst>
                      <p:childTnLst>
                        <p:par>
                          <p:cTn id="202" fill="hold">
                            <p:stCondLst>
                              <p:cond delay="0"/>
                            </p:stCondLst>
                            <p:childTnLst>
                              <p:par>
                                <p:cTn id="203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05" dur="500"/>
                                        <p:tgtEl>
                                          <p:spTgt spid="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6" fill="hold">
                            <p:stCondLst>
                              <p:cond delay="500"/>
                            </p:stCondLst>
                            <p:childTnLst>
                              <p:par>
                                <p:cTn id="207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09" dur="500"/>
                                        <p:tgtEl>
                                          <p:spTgt spid="9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0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 useBgFill="1">
        <p:nvSpPr>
          <p:cNvPr id="101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02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0840" y="1410480"/>
            <a:ext cx="6857640" cy="4037400"/>
          </a:xfrm>
          <a:prstGeom prst="rect">
            <a:avLst/>
          </a:prstGeom>
          <a:gradFill rotWithShape="0">
            <a:gsLst>
              <a:gs pos="8000">
                <a:srgbClr val="000000"/>
              </a:gs>
              <a:gs pos="100000">
                <a:srgbClr val="104862"/>
              </a:gs>
            </a:gsLst>
            <a:lin ang="13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03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0840" y="1420560"/>
            <a:ext cx="6857640" cy="403740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99000">
                <a:srgbClr val="156082">
                  <a:alpha val="46000"/>
                </a:srgbClr>
              </a:gs>
            </a:gsLst>
            <a:lin ang="14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04" name="Rectangle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766800" y="3588480"/>
            <a:ext cx="2501640" cy="4037400"/>
          </a:xfrm>
          <a:prstGeom prst="rect">
            <a:avLst/>
          </a:prstGeom>
          <a:gradFill rotWithShape="0">
            <a:gsLst>
              <a:gs pos="2000">
                <a:srgbClr val="156082">
                  <a:alpha val="29000"/>
                </a:srgbClr>
              </a:gs>
              <a:gs pos="100000">
                <a:srgbClr val="000000">
                  <a:alpha val="30000"/>
                </a:srgbClr>
              </a:gs>
            </a:gsLst>
            <a:lin ang="8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05" name="Freeform: Shap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0635800">
            <a:off x="-501480" y="969480"/>
            <a:ext cx="3899880" cy="4178520"/>
          </a:xfrm>
          <a:custGeom>
            <a:avLst/>
            <a:gdLst>
              <a:gd name="textAreaLeft" fmla="*/ 0 w 3899880"/>
              <a:gd name="textAreaRight" fmla="*/ 3900240 w 3899880"/>
              <a:gd name="textAreaTop" fmla="*/ 0 h 4178520"/>
              <a:gd name="textAreaBottom" fmla="*/ 4178880 h 4178520"/>
              <a:gd name="GluePoint1X" fmla="*/ 2432225 w 3900357"/>
              <a:gd name="GluePoint1Y" fmla="*/ 93939 h 4178958"/>
              <a:gd name="GluePoint2X" fmla="*/ 3900357 w 3900357"/>
              <a:gd name="GluePoint2Y" fmla="*/ 2089479 h 4178958"/>
              <a:gd name="GluePoint3X" fmla="*/ 1810878 w 3900357"/>
              <a:gd name="GluePoint3Y" fmla="*/ 4178958 h 4178958"/>
              <a:gd name="GluePoint4X" fmla="*/ 78249 w 3900357"/>
              <a:gd name="GluePoint4Y" fmla="*/ 3257727 h 4178958"/>
              <a:gd name="GluePoint5X" fmla="*/ 0 w 3900357"/>
              <a:gd name="GluePoint5Y" fmla="*/ 3128923 h 4178958"/>
              <a:gd name="GluePoint6X" fmla="*/ 831324 w 3900357"/>
              <a:gd name="GluePoint6Y" fmla="*/ 244281 h 4178958"/>
              <a:gd name="GluePoint7X" fmla="*/ 997559 w 3900357"/>
              <a:gd name="GluePoint7Y" fmla="*/ 164202 h 4178958"/>
              <a:gd name="GluePoint8X" fmla="*/ 1810878 w 3900357"/>
              <a:gd name="GluePoint8Y" fmla="*/ 0 h 4178958"/>
              <a:gd name="GluePoint9X" fmla="*/ 2432225 w 3900357"/>
              <a:gd name="GluePoint9Y" fmla="*/ 93939 h 417895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 rotWithShape="0">
            <a:gsLst>
              <a:gs pos="29000">
                <a:srgbClr val="000000">
                  <a:alpha val="0"/>
                </a:srgbClr>
              </a:gs>
              <a:gs pos="100000">
                <a:srgbClr val="156082">
                  <a:alpha val="43000"/>
                </a:srgbClr>
              </a:gs>
            </a:gsLst>
            <a:lin ang="834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06" name="Rectangle 2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5400000">
            <a:off x="-1410840" y="1400400"/>
            <a:ext cx="6857640" cy="403740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99000">
                <a:srgbClr val="46b1e1">
                  <a:alpha val="11000"/>
                </a:srgbClr>
              </a:gs>
            </a:gsLst>
            <a:lin ang="9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466560" y="586800"/>
            <a:ext cx="3201120" cy="338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r" defTabSz="914400">
              <a:lnSpc>
                <a:spcPct val="90000"/>
              </a:lnSpc>
              <a:buNone/>
            </a:pPr>
            <a:r>
              <a:rPr b="0" lang="hu-HU" sz="4000" strike="noStrike" u="none">
                <a:solidFill>
                  <a:srgbClr val="ffffff"/>
                </a:solidFill>
                <a:effectLst/>
                <a:uFillTx/>
                <a:latin typeface="Aptos Display"/>
              </a:rPr>
              <a:t>GitHub Desktop letöltés</a:t>
            </a:r>
            <a:endParaRPr b="0" lang="hu-HU" sz="4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/>
          </p:nvPr>
        </p:nvSpPr>
        <p:spPr>
          <a:xfrm>
            <a:off x="4660920" y="649440"/>
            <a:ext cx="7264080" cy="554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228600" indent="-228600" defTabSz="914400">
              <a:lnSpc>
                <a:spcPct val="15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Szükséges tárhely: ~600-700MB</a:t>
            </a:r>
            <a:endParaRPr b="0" lang="hu-HU" sz="3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15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macOS 12.0+ vagy Windows 10+</a:t>
            </a:r>
            <a:endParaRPr b="0" lang="hu-HU" sz="3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15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GitHub fiók használata </a:t>
            </a:r>
            <a:r>
              <a:rPr b="1" lang="hu-HU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kötelező</a:t>
            </a:r>
            <a:endParaRPr b="0" lang="hu-HU" sz="3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15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3200" strike="noStrike" u="sng">
                <a:solidFill>
                  <a:schemeClr val="dk1"/>
                </a:solidFill>
                <a:effectLst/>
                <a:uFillTx/>
                <a:latin typeface="Aptos"/>
                <a:hlinkClick r:id="rId1"/>
              </a:rPr>
              <a:t>https://desktop.github.com/download/</a:t>
            </a:r>
            <a:r>
              <a:rPr b="0" lang="hu-HU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 </a:t>
            </a:r>
            <a:endParaRPr b="0" lang="hu-HU" sz="3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DE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A GitHub Desktop Felülete</a:t>
            </a:r>
            <a:endParaRPr b="0" lang="hu-HU" sz="4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hu-H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DE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Visual Studio Code Integráció</a:t>
            </a:r>
            <a:endParaRPr b="0" lang="hu-HU" sz="4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DE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Git letöltése kötelező</a:t>
            </a:r>
            <a:endParaRPr b="0" lang="hu-H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DE" sz="2400" strike="noStrike" u="sng">
                <a:solidFill>
                  <a:schemeClr val="dk1"/>
                </a:solidFill>
                <a:effectLst/>
                <a:uFillTx/>
                <a:latin typeface="Aptos"/>
                <a:hlinkClick r:id="rId1"/>
              </a:rPr>
              <a:t>https://git-scm.com/install/windows</a:t>
            </a:r>
            <a:r>
              <a:rPr b="0" lang="en-DE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 </a:t>
            </a:r>
            <a:endParaRPr b="0" lang="hu-HU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DE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Lépések jelentős részénél nem kell semmit átállítani</a:t>
            </a:r>
            <a:endParaRPr b="0" lang="hu-HU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hu-HU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hu-HU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Források</a:t>
            </a:r>
            <a:endParaRPr b="0" lang="hu-HU" sz="4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hu-HU" sz="2800" strike="noStrike" u="sng">
                <a:solidFill>
                  <a:schemeClr val="dk1"/>
                </a:solidFill>
                <a:effectLst/>
                <a:uFillTx/>
                <a:latin typeface="Aptos"/>
                <a:hlinkClick r:id="rId1"/>
              </a:rPr>
              <a:t>https://www.youtube.com/watch?v=cKv4iFvTg38</a:t>
            </a:r>
            <a:r>
              <a:rPr b="0" lang="hu-H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 (Köszi, Béla)</a:t>
            </a:r>
            <a:endParaRPr b="0" lang="hu-H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DE" sz="2800" strike="noStrike" u="sng">
                <a:solidFill>
                  <a:schemeClr val="dk1"/>
                </a:solidFill>
                <a:effectLst/>
                <a:uFillTx/>
                <a:latin typeface="Aptos"/>
                <a:hlinkClick r:id="rId2"/>
              </a:rPr>
              <a:t>https://github.com</a:t>
            </a:r>
            <a:endParaRPr b="0" lang="hu-H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en-DE" sz="60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Köszönöm a figyelmet!</a:t>
            </a:r>
            <a:endParaRPr b="0" lang="hu-HU" sz="6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>
              <a:buNone/>
            </a:pPr>
            <a:endParaRPr b="0" lang="en-US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-téma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5707</TotalTime>
  <Application>LibreOffice/25.2.7.2$Linux_X86_64 LibreOffice_project/520$Build-2</Application>
  <AppVersion>15.0000</AppVersion>
  <Words>219</Words>
  <Paragraphs>51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2025-11-18T08:58:50Z</dcterms:created>
  <dc:creator>O365 felhasználó</dc:creator>
  <dc:description/>
  <dc:language>en-US</dc:language>
  <cp:lastModifiedBy/>
  <cp:lastPrinted>2025-12-03T20:37:42Z</cp:lastPrinted>
  <dcterms:modified xsi:type="dcterms:W3CDTF">2025-12-03T20:36:20Z</dcterms:modified>
  <cp:revision>17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Szélesvásznú</vt:lpwstr>
  </property>
  <property fmtid="{D5CDD505-2E9C-101B-9397-08002B2CF9AE}" pid="3" name="Slides">
    <vt:i4>12</vt:i4>
  </property>
</Properties>
</file>