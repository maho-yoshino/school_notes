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3" r:id="rId5"/>
    <p:sldId id="264" r:id="rId6"/>
    <p:sldId id="261" r:id="rId7"/>
    <p:sldId id="265" r:id="rId8"/>
    <p:sldId id="262" r:id="rId9"/>
    <p:sldId id="266" r:id="rId10"/>
    <p:sldId id="268" r:id="rId11"/>
    <p:sldId id="258" r:id="rId12"/>
    <p:sldId id="267" r:id="rId1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1E48010-1A64-4163-B655-DA80513A950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9C0197A-44A2-4AE6-AB32-B6068301A1E3}">
      <dgm:prSet/>
      <dgm:spPr/>
      <dgm:t>
        <a:bodyPr/>
        <a:lstStyle/>
        <a:p>
          <a:r>
            <a:rPr lang="hu-HU" noProof="0" dirty="0"/>
            <a:t>Kód, projekt verziókezelés</a:t>
          </a:r>
          <a:r>
            <a:rPr lang="en-DE" noProof="0" dirty="0"/>
            <a:t>e</a:t>
          </a:r>
          <a:endParaRPr lang="hu-HU" noProof="0" dirty="0"/>
        </a:p>
      </dgm:t>
    </dgm:pt>
    <dgm:pt modelId="{61647CE9-CD5D-4009-8BB0-B87078141758}" type="parTrans" cxnId="{E3EB8DB3-712F-4331-B8FF-E12B69C98CBE}">
      <dgm:prSet/>
      <dgm:spPr/>
      <dgm:t>
        <a:bodyPr/>
        <a:lstStyle/>
        <a:p>
          <a:endParaRPr lang="en-US"/>
        </a:p>
      </dgm:t>
    </dgm:pt>
    <dgm:pt modelId="{DCC26411-7687-4100-9063-0C37B1E9A661}" type="sibTrans" cxnId="{E3EB8DB3-712F-4331-B8FF-E12B69C98CBE}">
      <dgm:prSet/>
      <dgm:spPr/>
      <dgm:t>
        <a:bodyPr/>
        <a:lstStyle/>
        <a:p>
          <a:endParaRPr lang="en-US"/>
        </a:p>
      </dgm:t>
    </dgm:pt>
    <dgm:pt modelId="{97D4674F-709C-4E7C-9C67-835ECDE17E06}">
      <dgm:prSet/>
      <dgm:spPr/>
      <dgm:t>
        <a:bodyPr/>
        <a:lstStyle/>
        <a:p>
          <a:r>
            <a:rPr lang="hu-HU" noProof="0" dirty="0"/>
            <a:t>Hiba</a:t>
          </a:r>
          <a:r>
            <a:rPr lang="en-DE" noProof="0" dirty="0"/>
            <a:t> </a:t>
          </a:r>
          <a:r>
            <a:rPr lang="hu-HU" noProof="0" dirty="0"/>
            <a:t>visszajelzés</a:t>
          </a:r>
        </a:p>
      </dgm:t>
    </dgm:pt>
    <dgm:pt modelId="{BD14ACF6-B125-4ACE-B249-1DB625BF2382}" type="parTrans" cxnId="{9DAE252E-E112-45D3-B347-2753C845509C}">
      <dgm:prSet/>
      <dgm:spPr/>
      <dgm:t>
        <a:bodyPr/>
        <a:lstStyle/>
        <a:p>
          <a:endParaRPr lang="en-US"/>
        </a:p>
      </dgm:t>
    </dgm:pt>
    <dgm:pt modelId="{E2A207B0-A2D7-49A0-97A3-4B8DE954830D}" type="sibTrans" cxnId="{9DAE252E-E112-45D3-B347-2753C845509C}">
      <dgm:prSet/>
      <dgm:spPr/>
      <dgm:t>
        <a:bodyPr/>
        <a:lstStyle/>
        <a:p>
          <a:endParaRPr lang="en-US"/>
        </a:p>
      </dgm:t>
    </dgm:pt>
    <dgm:pt modelId="{5600EF3C-AF43-48BC-A519-04BDC290B588}">
      <dgm:prSet/>
      <dgm:spPr/>
      <dgm:t>
        <a:bodyPr/>
        <a:lstStyle/>
        <a:p>
          <a:r>
            <a:rPr lang="hu-HU" noProof="0" dirty="0"/>
            <a:t>Csapatmunka</a:t>
          </a:r>
        </a:p>
      </dgm:t>
    </dgm:pt>
    <dgm:pt modelId="{B2FE605C-69C2-423D-AE12-B41DE0FE9E29}" type="parTrans" cxnId="{8B9082B5-AFFD-4964-BF9B-DE989797D49F}">
      <dgm:prSet/>
      <dgm:spPr/>
      <dgm:t>
        <a:bodyPr/>
        <a:lstStyle/>
        <a:p>
          <a:endParaRPr lang="en-US"/>
        </a:p>
      </dgm:t>
    </dgm:pt>
    <dgm:pt modelId="{27FBC95C-128D-41C5-84D2-DEB9B4B092CC}" type="sibTrans" cxnId="{8B9082B5-AFFD-4964-BF9B-DE989797D49F}">
      <dgm:prSet/>
      <dgm:spPr/>
      <dgm:t>
        <a:bodyPr/>
        <a:lstStyle/>
        <a:p>
          <a:endParaRPr lang="en-US"/>
        </a:p>
      </dgm:t>
    </dgm:pt>
    <dgm:pt modelId="{7493A51C-06A8-437C-881E-A206597A70D6}">
      <dgm:prSet/>
      <dgm:spPr/>
      <dgm:t>
        <a:bodyPr/>
        <a:lstStyle/>
        <a:p>
          <a:r>
            <a:rPr lang="hu-HU" noProof="0" dirty="0"/>
            <a:t>“</a:t>
          </a:r>
          <a:r>
            <a:rPr lang="hu-HU" noProof="0" dirty="0" err="1"/>
            <a:t>Repository</a:t>
          </a:r>
          <a:r>
            <a:rPr lang="hu-HU" noProof="0" dirty="0"/>
            <a:t>”</a:t>
          </a:r>
          <a:r>
            <a:rPr lang="en-DE" noProof="0" dirty="0"/>
            <a:t>-k</a:t>
          </a:r>
          <a:r>
            <a:rPr lang="hu-HU" noProof="0" dirty="0"/>
            <a:t> alapján kezelünk projekteket, fájlokat</a:t>
          </a:r>
        </a:p>
      </dgm:t>
    </dgm:pt>
    <dgm:pt modelId="{812F3AD6-3A25-4BBE-9C77-843BFF8755BD}" type="parTrans" cxnId="{6C42BAAF-CA73-4A8E-84E5-515AC9F9317F}">
      <dgm:prSet/>
      <dgm:spPr/>
      <dgm:t>
        <a:bodyPr/>
        <a:lstStyle/>
        <a:p>
          <a:endParaRPr lang="en-US"/>
        </a:p>
      </dgm:t>
    </dgm:pt>
    <dgm:pt modelId="{C7196ED5-27E6-4B9F-B5F9-BAE5302DE97D}" type="sibTrans" cxnId="{6C42BAAF-CA73-4A8E-84E5-515AC9F9317F}">
      <dgm:prSet/>
      <dgm:spPr/>
      <dgm:t>
        <a:bodyPr/>
        <a:lstStyle/>
        <a:p>
          <a:endParaRPr lang="en-US"/>
        </a:p>
      </dgm:t>
    </dgm:pt>
    <dgm:pt modelId="{F6778857-5F12-49A3-B48A-E17802F994CE}">
      <dgm:prSet/>
      <dgm:spPr/>
      <dgm:t>
        <a:bodyPr/>
        <a:lstStyle/>
        <a:p>
          <a:r>
            <a:rPr lang="hu-HU" noProof="0" dirty="0"/>
            <a:t>Visual </a:t>
          </a:r>
          <a:r>
            <a:rPr lang="hu-HU" noProof="0" dirty="0" err="1"/>
            <a:t>Studio</a:t>
          </a:r>
          <a:r>
            <a:rPr lang="hu-HU" noProof="0" dirty="0"/>
            <a:t> (</a:t>
          </a:r>
          <a:r>
            <a:rPr lang="hu-HU" noProof="0" dirty="0" err="1"/>
            <a:t>Code</a:t>
          </a:r>
          <a:r>
            <a:rPr lang="hu-HU" noProof="0" dirty="0"/>
            <a:t>) integráció</a:t>
          </a:r>
        </a:p>
      </dgm:t>
    </dgm:pt>
    <dgm:pt modelId="{66ED7506-166F-41AD-9CE4-6ED4C8B4665F}" type="parTrans" cxnId="{8AEC822E-2910-433A-A144-C848AB3804EC}">
      <dgm:prSet/>
      <dgm:spPr/>
      <dgm:t>
        <a:bodyPr/>
        <a:lstStyle/>
        <a:p>
          <a:endParaRPr lang="en-US"/>
        </a:p>
      </dgm:t>
    </dgm:pt>
    <dgm:pt modelId="{3C845D77-5B76-4A1D-A619-FA3CECB74B4A}" type="sibTrans" cxnId="{8AEC822E-2910-433A-A144-C848AB3804EC}">
      <dgm:prSet/>
      <dgm:spPr/>
      <dgm:t>
        <a:bodyPr/>
        <a:lstStyle/>
        <a:p>
          <a:endParaRPr lang="en-US"/>
        </a:p>
      </dgm:t>
    </dgm:pt>
    <dgm:pt modelId="{81E437A7-751D-49A3-BA9B-FCDBA708F781}">
      <dgm:prSet/>
      <dgm:spPr/>
      <dgm:t>
        <a:bodyPr/>
        <a:lstStyle/>
        <a:p>
          <a:r>
            <a:rPr lang="hu-HU" noProof="0" dirty="0"/>
            <a:t>Szöveges fájlok kezelésére tökéletes</a:t>
          </a:r>
        </a:p>
      </dgm:t>
    </dgm:pt>
    <dgm:pt modelId="{C251CE70-0A85-44AE-BED6-F3D486624A5F}" type="parTrans" cxnId="{7543B130-44B6-4512-980D-4434118ACD61}">
      <dgm:prSet/>
      <dgm:spPr/>
      <dgm:t>
        <a:bodyPr/>
        <a:lstStyle/>
        <a:p>
          <a:endParaRPr lang="en-US"/>
        </a:p>
      </dgm:t>
    </dgm:pt>
    <dgm:pt modelId="{06F092A0-1645-4E71-ACD1-B1E15469D4E1}" type="sibTrans" cxnId="{7543B130-44B6-4512-980D-4434118ACD61}">
      <dgm:prSet/>
      <dgm:spPr/>
      <dgm:t>
        <a:bodyPr/>
        <a:lstStyle/>
        <a:p>
          <a:endParaRPr lang="en-US"/>
        </a:p>
      </dgm:t>
    </dgm:pt>
    <dgm:pt modelId="{924F2EB8-1833-4012-9EAD-2CE5D1210AD3}" type="pres">
      <dgm:prSet presAssocID="{61E48010-1A64-4163-B655-DA80513A950B}" presName="vert0" presStyleCnt="0">
        <dgm:presLayoutVars>
          <dgm:dir/>
          <dgm:animOne val="branch"/>
          <dgm:animLvl val="lvl"/>
        </dgm:presLayoutVars>
      </dgm:prSet>
      <dgm:spPr/>
    </dgm:pt>
    <dgm:pt modelId="{63F46DBA-9AF9-4F7F-A3D6-D95461D67509}" type="pres">
      <dgm:prSet presAssocID="{29C0197A-44A2-4AE6-AB32-B6068301A1E3}" presName="thickLine" presStyleLbl="alignNode1" presStyleIdx="0" presStyleCnt="6"/>
      <dgm:spPr/>
    </dgm:pt>
    <dgm:pt modelId="{9D8234CA-ADF5-4EA1-A761-36E8DF79A887}" type="pres">
      <dgm:prSet presAssocID="{29C0197A-44A2-4AE6-AB32-B6068301A1E3}" presName="horz1" presStyleCnt="0"/>
      <dgm:spPr/>
    </dgm:pt>
    <dgm:pt modelId="{B8B37FA8-5171-4A75-A531-28902ECD1BAC}" type="pres">
      <dgm:prSet presAssocID="{29C0197A-44A2-4AE6-AB32-B6068301A1E3}" presName="tx1" presStyleLbl="revTx" presStyleIdx="0" presStyleCnt="6"/>
      <dgm:spPr/>
    </dgm:pt>
    <dgm:pt modelId="{8559C8F5-D384-4BCC-93AB-1093F0BDE6F8}" type="pres">
      <dgm:prSet presAssocID="{29C0197A-44A2-4AE6-AB32-B6068301A1E3}" presName="vert1" presStyleCnt="0"/>
      <dgm:spPr/>
    </dgm:pt>
    <dgm:pt modelId="{2C1C53CC-9474-427A-9820-02F13AE8F1EB}" type="pres">
      <dgm:prSet presAssocID="{97D4674F-709C-4E7C-9C67-835ECDE17E06}" presName="thickLine" presStyleLbl="alignNode1" presStyleIdx="1" presStyleCnt="6"/>
      <dgm:spPr/>
    </dgm:pt>
    <dgm:pt modelId="{5E060B11-8981-4583-A951-32645794D0AE}" type="pres">
      <dgm:prSet presAssocID="{97D4674F-709C-4E7C-9C67-835ECDE17E06}" presName="horz1" presStyleCnt="0"/>
      <dgm:spPr/>
    </dgm:pt>
    <dgm:pt modelId="{27CCD32F-D70D-481F-85CD-B73BEA0928EA}" type="pres">
      <dgm:prSet presAssocID="{97D4674F-709C-4E7C-9C67-835ECDE17E06}" presName="tx1" presStyleLbl="revTx" presStyleIdx="1" presStyleCnt="6"/>
      <dgm:spPr/>
    </dgm:pt>
    <dgm:pt modelId="{F4FBDCE6-F5D7-4549-A1AA-A9C2DF662DF0}" type="pres">
      <dgm:prSet presAssocID="{97D4674F-709C-4E7C-9C67-835ECDE17E06}" presName="vert1" presStyleCnt="0"/>
      <dgm:spPr/>
    </dgm:pt>
    <dgm:pt modelId="{9BB265FE-ABB1-4425-86A6-7B1393F6ABE6}" type="pres">
      <dgm:prSet presAssocID="{5600EF3C-AF43-48BC-A519-04BDC290B588}" presName="thickLine" presStyleLbl="alignNode1" presStyleIdx="2" presStyleCnt="6"/>
      <dgm:spPr/>
    </dgm:pt>
    <dgm:pt modelId="{1EE6D476-D1F6-45E5-880F-4008050BF6CC}" type="pres">
      <dgm:prSet presAssocID="{5600EF3C-AF43-48BC-A519-04BDC290B588}" presName="horz1" presStyleCnt="0"/>
      <dgm:spPr/>
    </dgm:pt>
    <dgm:pt modelId="{CCE0358E-FAF7-430B-8382-B8EA0B2176C1}" type="pres">
      <dgm:prSet presAssocID="{5600EF3C-AF43-48BC-A519-04BDC290B588}" presName="tx1" presStyleLbl="revTx" presStyleIdx="2" presStyleCnt="6"/>
      <dgm:spPr/>
    </dgm:pt>
    <dgm:pt modelId="{2F8D0629-05FB-4AD7-BCFE-27BBE9E874F3}" type="pres">
      <dgm:prSet presAssocID="{5600EF3C-AF43-48BC-A519-04BDC290B588}" presName="vert1" presStyleCnt="0"/>
      <dgm:spPr/>
    </dgm:pt>
    <dgm:pt modelId="{2445096C-E582-4C8C-A3FE-4BE0C11FF081}" type="pres">
      <dgm:prSet presAssocID="{7493A51C-06A8-437C-881E-A206597A70D6}" presName="thickLine" presStyleLbl="alignNode1" presStyleIdx="3" presStyleCnt="6"/>
      <dgm:spPr/>
    </dgm:pt>
    <dgm:pt modelId="{1265A8A4-8B3A-446A-83A9-34E5862AD260}" type="pres">
      <dgm:prSet presAssocID="{7493A51C-06A8-437C-881E-A206597A70D6}" presName="horz1" presStyleCnt="0"/>
      <dgm:spPr/>
    </dgm:pt>
    <dgm:pt modelId="{F2949B52-D9C3-4631-8FCB-B0BD3D1AD935}" type="pres">
      <dgm:prSet presAssocID="{7493A51C-06A8-437C-881E-A206597A70D6}" presName="tx1" presStyleLbl="revTx" presStyleIdx="3" presStyleCnt="6"/>
      <dgm:spPr/>
    </dgm:pt>
    <dgm:pt modelId="{100CB243-FBB8-401E-BEBC-30A69343ABA3}" type="pres">
      <dgm:prSet presAssocID="{7493A51C-06A8-437C-881E-A206597A70D6}" presName="vert1" presStyleCnt="0"/>
      <dgm:spPr/>
    </dgm:pt>
    <dgm:pt modelId="{7411BC8F-0237-4611-8B02-A5763F59D568}" type="pres">
      <dgm:prSet presAssocID="{F6778857-5F12-49A3-B48A-E17802F994CE}" presName="thickLine" presStyleLbl="alignNode1" presStyleIdx="4" presStyleCnt="6"/>
      <dgm:spPr/>
    </dgm:pt>
    <dgm:pt modelId="{53F58B84-970D-44D0-84B0-EC1B33F9BC87}" type="pres">
      <dgm:prSet presAssocID="{F6778857-5F12-49A3-B48A-E17802F994CE}" presName="horz1" presStyleCnt="0"/>
      <dgm:spPr/>
    </dgm:pt>
    <dgm:pt modelId="{BB3198F1-869C-4B49-B704-14540A3D719C}" type="pres">
      <dgm:prSet presAssocID="{F6778857-5F12-49A3-B48A-E17802F994CE}" presName="tx1" presStyleLbl="revTx" presStyleIdx="4" presStyleCnt="6"/>
      <dgm:spPr/>
    </dgm:pt>
    <dgm:pt modelId="{30F12027-8784-4D28-82B5-AD6F1708962F}" type="pres">
      <dgm:prSet presAssocID="{F6778857-5F12-49A3-B48A-E17802F994CE}" presName="vert1" presStyleCnt="0"/>
      <dgm:spPr/>
    </dgm:pt>
    <dgm:pt modelId="{D83C83B4-C81E-45E2-96AC-985E0AB817B9}" type="pres">
      <dgm:prSet presAssocID="{81E437A7-751D-49A3-BA9B-FCDBA708F781}" presName="thickLine" presStyleLbl="alignNode1" presStyleIdx="5" presStyleCnt="6"/>
      <dgm:spPr/>
    </dgm:pt>
    <dgm:pt modelId="{8089596C-E1EF-4B7F-8B7A-C118971E9EC6}" type="pres">
      <dgm:prSet presAssocID="{81E437A7-751D-49A3-BA9B-FCDBA708F781}" presName="horz1" presStyleCnt="0"/>
      <dgm:spPr/>
    </dgm:pt>
    <dgm:pt modelId="{086EEADC-9293-4834-AE1B-88CA17BA2691}" type="pres">
      <dgm:prSet presAssocID="{81E437A7-751D-49A3-BA9B-FCDBA708F781}" presName="tx1" presStyleLbl="revTx" presStyleIdx="5" presStyleCnt="6"/>
      <dgm:spPr/>
    </dgm:pt>
    <dgm:pt modelId="{79B27078-EE01-4ED4-AE1C-32DDDFC66200}" type="pres">
      <dgm:prSet presAssocID="{81E437A7-751D-49A3-BA9B-FCDBA708F781}" presName="vert1" presStyleCnt="0"/>
      <dgm:spPr/>
    </dgm:pt>
  </dgm:ptLst>
  <dgm:cxnLst>
    <dgm:cxn modelId="{2C568229-4A4C-4451-86EB-ED4F5A343DC2}" type="presOf" srcId="{F6778857-5F12-49A3-B48A-E17802F994CE}" destId="{BB3198F1-869C-4B49-B704-14540A3D719C}" srcOrd="0" destOrd="0" presId="urn:microsoft.com/office/officeart/2008/layout/LinedList"/>
    <dgm:cxn modelId="{9DAE252E-E112-45D3-B347-2753C845509C}" srcId="{61E48010-1A64-4163-B655-DA80513A950B}" destId="{97D4674F-709C-4E7C-9C67-835ECDE17E06}" srcOrd="1" destOrd="0" parTransId="{BD14ACF6-B125-4ACE-B249-1DB625BF2382}" sibTransId="{E2A207B0-A2D7-49A0-97A3-4B8DE954830D}"/>
    <dgm:cxn modelId="{8AEC822E-2910-433A-A144-C848AB3804EC}" srcId="{61E48010-1A64-4163-B655-DA80513A950B}" destId="{F6778857-5F12-49A3-B48A-E17802F994CE}" srcOrd="4" destOrd="0" parTransId="{66ED7506-166F-41AD-9CE4-6ED4C8B4665F}" sibTransId="{3C845D77-5B76-4A1D-A619-FA3CECB74B4A}"/>
    <dgm:cxn modelId="{7543B130-44B6-4512-980D-4434118ACD61}" srcId="{61E48010-1A64-4163-B655-DA80513A950B}" destId="{81E437A7-751D-49A3-BA9B-FCDBA708F781}" srcOrd="5" destOrd="0" parTransId="{C251CE70-0A85-44AE-BED6-F3D486624A5F}" sibTransId="{06F092A0-1645-4E71-ACD1-B1E15469D4E1}"/>
    <dgm:cxn modelId="{DC5E7A42-0C02-4BD0-9FF6-8976AB1048E4}" type="presOf" srcId="{81E437A7-751D-49A3-BA9B-FCDBA708F781}" destId="{086EEADC-9293-4834-AE1B-88CA17BA2691}" srcOrd="0" destOrd="0" presId="urn:microsoft.com/office/officeart/2008/layout/LinedList"/>
    <dgm:cxn modelId="{31531DA0-9F51-4586-B3CE-F610BF395CD6}" type="presOf" srcId="{61E48010-1A64-4163-B655-DA80513A950B}" destId="{924F2EB8-1833-4012-9EAD-2CE5D1210AD3}" srcOrd="0" destOrd="0" presId="urn:microsoft.com/office/officeart/2008/layout/LinedList"/>
    <dgm:cxn modelId="{3628A1A6-4382-4131-B719-8FF864492D35}" type="presOf" srcId="{97D4674F-709C-4E7C-9C67-835ECDE17E06}" destId="{27CCD32F-D70D-481F-85CD-B73BEA0928EA}" srcOrd="0" destOrd="0" presId="urn:microsoft.com/office/officeart/2008/layout/LinedList"/>
    <dgm:cxn modelId="{6C42BAAF-CA73-4A8E-84E5-515AC9F9317F}" srcId="{61E48010-1A64-4163-B655-DA80513A950B}" destId="{7493A51C-06A8-437C-881E-A206597A70D6}" srcOrd="3" destOrd="0" parTransId="{812F3AD6-3A25-4BBE-9C77-843BFF8755BD}" sibTransId="{C7196ED5-27E6-4B9F-B5F9-BAE5302DE97D}"/>
    <dgm:cxn modelId="{E3EB8DB3-712F-4331-B8FF-E12B69C98CBE}" srcId="{61E48010-1A64-4163-B655-DA80513A950B}" destId="{29C0197A-44A2-4AE6-AB32-B6068301A1E3}" srcOrd="0" destOrd="0" parTransId="{61647CE9-CD5D-4009-8BB0-B87078141758}" sibTransId="{DCC26411-7687-4100-9063-0C37B1E9A661}"/>
    <dgm:cxn modelId="{8B9082B5-AFFD-4964-BF9B-DE989797D49F}" srcId="{61E48010-1A64-4163-B655-DA80513A950B}" destId="{5600EF3C-AF43-48BC-A519-04BDC290B588}" srcOrd="2" destOrd="0" parTransId="{B2FE605C-69C2-423D-AE12-B41DE0FE9E29}" sibTransId="{27FBC95C-128D-41C5-84D2-DEB9B4B092CC}"/>
    <dgm:cxn modelId="{D2905FCA-EC09-47AD-9B32-E53AB6F67B5E}" type="presOf" srcId="{7493A51C-06A8-437C-881E-A206597A70D6}" destId="{F2949B52-D9C3-4631-8FCB-B0BD3D1AD935}" srcOrd="0" destOrd="0" presId="urn:microsoft.com/office/officeart/2008/layout/LinedList"/>
    <dgm:cxn modelId="{31FF9BD6-FCBA-4562-90D5-D69B9AAF7F56}" type="presOf" srcId="{5600EF3C-AF43-48BC-A519-04BDC290B588}" destId="{CCE0358E-FAF7-430B-8382-B8EA0B2176C1}" srcOrd="0" destOrd="0" presId="urn:microsoft.com/office/officeart/2008/layout/LinedList"/>
    <dgm:cxn modelId="{AC361FE2-7061-4DD8-90D3-0D9848CAA907}" type="presOf" srcId="{29C0197A-44A2-4AE6-AB32-B6068301A1E3}" destId="{B8B37FA8-5171-4A75-A531-28902ECD1BAC}" srcOrd="0" destOrd="0" presId="urn:microsoft.com/office/officeart/2008/layout/LinedList"/>
    <dgm:cxn modelId="{888F2515-5FB7-4033-95E4-0E7DAD733BFA}" type="presParOf" srcId="{924F2EB8-1833-4012-9EAD-2CE5D1210AD3}" destId="{63F46DBA-9AF9-4F7F-A3D6-D95461D67509}" srcOrd="0" destOrd="0" presId="urn:microsoft.com/office/officeart/2008/layout/LinedList"/>
    <dgm:cxn modelId="{DDC112C8-C118-45C6-BB77-15FD0C5220F8}" type="presParOf" srcId="{924F2EB8-1833-4012-9EAD-2CE5D1210AD3}" destId="{9D8234CA-ADF5-4EA1-A761-36E8DF79A887}" srcOrd="1" destOrd="0" presId="urn:microsoft.com/office/officeart/2008/layout/LinedList"/>
    <dgm:cxn modelId="{89D6E42D-E63D-47DE-BFEF-ABD2E2EE4FD0}" type="presParOf" srcId="{9D8234CA-ADF5-4EA1-A761-36E8DF79A887}" destId="{B8B37FA8-5171-4A75-A531-28902ECD1BAC}" srcOrd="0" destOrd="0" presId="urn:microsoft.com/office/officeart/2008/layout/LinedList"/>
    <dgm:cxn modelId="{646D10D7-D4B0-49F9-83F3-36DA7BD6B133}" type="presParOf" srcId="{9D8234CA-ADF5-4EA1-A761-36E8DF79A887}" destId="{8559C8F5-D384-4BCC-93AB-1093F0BDE6F8}" srcOrd="1" destOrd="0" presId="urn:microsoft.com/office/officeart/2008/layout/LinedList"/>
    <dgm:cxn modelId="{39D527FE-F69A-48DF-8D7A-C4649D7A7280}" type="presParOf" srcId="{924F2EB8-1833-4012-9EAD-2CE5D1210AD3}" destId="{2C1C53CC-9474-427A-9820-02F13AE8F1EB}" srcOrd="2" destOrd="0" presId="urn:microsoft.com/office/officeart/2008/layout/LinedList"/>
    <dgm:cxn modelId="{FAB15507-6196-4ED4-B7AE-085C19FDC2E0}" type="presParOf" srcId="{924F2EB8-1833-4012-9EAD-2CE5D1210AD3}" destId="{5E060B11-8981-4583-A951-32645794D0AE}" srcOrd="3" destOrd="0" presId="urn:microsoft.com/office/officeart/2008/layout/LinedList"/>
    <dgm:cxn modelId="{3A98A862-B51F-4A08-9D45-605D36220415}" type="presParOf" srcId="{5E060B11-8981-4583-A951-32645794D0AE}" destId="{27CCD32F-D70D-481F-85CD-B73BEA0928EA}" srcOrd="0" destOrd="0" presId="urn:microsoft.com/office/officeart/2008/layout/LinedList"/>
    <dgm:cxn modelId="{4544D22F-7A7D-4C27-81F3-BF80606D99A8}" type="presParOf" srcId="{5E060B11-8981-4583-A951-32645794D0AE}" destId="{F4FBDCE6-F5D7-4549-A1AA-A9C2DF662DF0}" srcOrd="1" destOrd="0" presId="urn:microsoft.com/office/officeart/2008/layout/LinedList"/>
    <dgm:cxn modelId="{92BB2991-0277-45F8-ABC3-8E289E3E07F9}" type="presParOf" srcId="{924F2EB8-1833-4012-9EAD-2CE5D1210AD3}" destId="{9BB265FE-ABB1-4425-86A6-7B1393F6ABE6}" srcOrd="4" destOrd="0" presId="urn:microsoft.com/office/officeart/2008/layout/LinedList"/>
    <dgm:cxn modelId="{BA848410-AFA2-4CB5-92E8-FE44E1442F83}" type="presParOf" srcId="{924F2EB8-1833-4012-9EAD-2CE5D1210AD3}" destId="{1EE6D476-D1F6-45E5-880F-4008050BF6CC}" srcOrd="5" destOrd="0" presId="urn:microsoft.com/office/officeart/2008/layout/LinedList"/>
    <dgm:cxn modelId="{20D44824-A267-43D3-ADF0-79E0F181ACEB}" type="presParOf" srcId="{1EE6D476-D1F6-45E5-880F-4008050BF6CC}" destId="{CCE0358E-FAF7-430B-8382-B8EA0B2176C1}" srcOrd="0" destOrd="0" presId="urn:microsoft.com/office/officeart/2008/layout/LinedList"/>
    <dgm:cxn modelId="{5172945E-C0A7-450A-B51E-E986AC4C6672}" type="presParOf" srcId="{1EE6D476-D1F6-45E5-880F-4008050BF6CC}" destId="{2F8D0629-05FB-4AD7-BCFE-27BBE9E874F3}" srcOrd="1" destOrd="0" presId="urn:microsoft.com/office/officeart/2008/layout/LinedList"/>
    <dgm:cxn modelId="{1473E08A-EAFD-4888-8262-FFFE746E27DF}" type="presParOf" srcId="{924F2EB8-1833-4012-9EAD-2CE5D1210AD3}" destId="{2445096C-E582-4C8C-A3FE-4BE0C11FF081}" srcOrd="6" destOrd="0" presId="urn:microsoft.com/office/officeart/2008/layout/LinedList"/>
    <dgm:cxn modelId="{D475545D-8F34-41CA-88AD-122C39346718}" type="presParOf" srcId="{924F2EB8-1833-4012-9EAD-2CE5D1210AD3}" destId="{1265A8A4-8B3A-446A-83A9-34E5862AD260}" srcOrd="7" destOrd="0" presId="urn:microsoft.com/office/officeart/2008/layout/LinedList"/>
    <dgm:cxn modelId="{21F9899F-C51A-4F87-9C8E-F587312D859E}" type="presParOf" srcId="{1265A8A4-8B3A-446A-83A9-34E5862AD260}" destId="{F2949B52-D9C3-4631-8FCB-B0BD3D1AD935}" srcOrd="0" destOrd="0" presId="urn:microsoft.com/office/officeart/2008/layout/LinedList"/>
    <dgm:cxn modelId="{F5ABDE63-DA06-454A-8A2B-840D6F5CEC75}" type="presParOf" srcId="{1265A8A4-8B3A-446A-83A9-34E5862AD260}" destId="{100CB243-FBB8-401E-BEBC-30A69343ABA3}" srcOrd="1" destOrd="0" presId="urn:microsoft.com/office/officeart/2008/layout/LinedList"/>
    <dgm:cxn modelId="{7C20DFEA-E49C-40E7-ADCE-1B576FF516A0}" type="presParOf" srcId="{924F2EB8-1833-4012-9EAD-2CE5D1210AD3}" destId="{7411BC8F-0237-4611-8B02-A5763F59D568}" srcOrd="8" destOrd="0" presId="urn:microsoft.com/office/officeart/2008/layout/LinedList"/>
    <dgm:cxn modelId="{A917715B-C207-4D8A-81AA-40B87CBE8849}" type="presParOf" srcId="{924F2EB8-1833-4012-9EAD-2CE5D1210AD3}" destId="{53F58B84-970D-44D0-84B0-EC1B33F9BC87}" srcOrd="9" destOrd="0" presId="urn:microsoft.com/office/officeart/2008/layout/LinedList"/>
    <dgm:cxn modelId="{73D91207-99D8-4155-9441-201F77618EBF}" type="presParOf" srcId="{53F58B84-970D-44D0-84B0-EC1B33F9BC87}" destId="{BB3198F1-869C-4B49-B704-14540A3D719C}" srcOrd="0" destOrd="0" presId="urn:microsoft.com/office/officeart/2008/layout/LinedList"/>
    <dgm:cxn modelId="{1E075A9C-B7D4-4D22-8A75-633B0392101D}" type="presParOf" srcId="{53F58B84-970D-44D0-84B0-EC1B33F9BC87}" destId="{30F12027-8784-4D28-82B5-AD6F1708962F}" srcOrd="1" destOrd="0" presId="urn:microsoft.com/office/officeart/2008/layout/LinedList"/>
    <dgm:cxn modelId="{771E3A9D-2CC5-481E-A096-348FAD01724D}" type="presParOf" srcId="{924F2EB8-1833-4012-9EAD-2CE5D1210AD3}" destId="{D83C83B4-C81E-45E2-96AC-985E0AB817B9}" srcOrd="10" destOrd="0" presId="urn:microsoft.com/office/officeart/2008/layout/LinedList"/>
    <dgm:cxn modelId="{395326D1-2713-447E-96B7-D1551EB0ED00}" type="presParOf" srcId="{924F2EB8-1833-4012-9EAD-2CE5D1210AD3}" destId="{8089596C-E1EF-4B7F-8B7A-C118971E9EC6}" srcOrd="11" destOrd="0" presId="urn:microsoft.com/office/officeart/2008/layout/LinedList"/>
    <dgm:cxn modelId="{916CB9BF-C84B-4C9D-9DB8-5DC05747F2A4}" type="presParOf" srcId="{8089596C-E1EF-4B7F-8B7A-C118971E9EC6}" destId="{086EEADC-9293-4834-AE1B-88CA17BA2691}" srcOrd="0" destOrd="0" presId="urn:microsoft.com/office/officeart/2008/layout/LinedList"/>
    <dgm:cxn modelId="{2024265E-CB07-404B-967C-95961FC0FF48}" type="presParOf" srcId="{8089596C-E1EF-4B7F-8B7A-C118971E9EC6}" destId="{79B27078-EE01-4ED4-AE1C-32DDDFC6620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9579E29-D021-4F4B-9919-6A94C9AEFC4C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10FBE3B0-866C-46E7-A9E1-3A65E64A289D}">
      <dgm:prSet/>
      <dgm:spPr/>
      <dgm:t>
        <a:bodyPr/>
        <a:lstStyle/>
        <a:p>
          <a:r>
            <a:rPr lang="hu-HU" noProof="0" dirty="0"/>
            <a:t>Commit</a:t>
          </a:r>
        </a:p>
      </dgm:t>
    </dgm:pt>
    <dgm:pt modelId="{D5403203-E7BE-4EE0-93EF-56786688EDAF}" type="parTrans" cxnId="{AD136B54-C833-4FC1-AE59-1923AB18ADA9}">
      <dgm:prSet/>
      <dgm:spPr/>
      <dgm:t>
        <a:bodyPr/>
        <a:lstStyle/>
        <a:p>
          <a:endParaRPr lang="en-US"/>
        </a:p>
      </dgm:t>
    </dgm:pt>
    <dgm:pt modelId="{8415D787-9C99-49AB-A542-601908C277FE}" type="sibTrans" cxnId="{AD136B54-C833-4FC1-AE59-1923AB18ADA9}">
      <dgm:prSet/>
      <dgm:spPr/>
      <dgm:t>
        <a:bodyPr/>
        <a:lstStyle/>
        <a:p>
          <a:endParaRPr lang="en-US"/>
        </a:p>
      </dgm:t>
    </dgm:pt>
    <dgm:pt modelId="{550C9D0D-8C85-41FB-8517-A78D1598E57E}">
      <dgm:prSet/>
      <dgm:spPr/>
      <dgm:t>
        <a:bodyPr/>
        <a:lstStyle/>
        <a:p>
          <a:r>
            <a:rPr lang="hu-HU" noProof="0" dirty="0"/>
            <a:t>Pull</a:t>
          </a:r>
        </a:p>
      </dgm:t>
    </dgm:pt>
    <dgm:pt modelId="{352E8AF0-0736-4D09-B60F-D683632116D8}" type="parTrans" cxnId="{4EB1449B-2FD5-4562-B57E-AE203A32FE6E}">
      <dgm:prSet/>
      <dgm:spPr/>
      <dgm:t>
        <a:bodyPr/>
        <a:lstStyle/>
        <a:p>
          <a:endParaRPr lang="en-US"/>
        </a:p>
      </dgm:t>
    </dgm:pt>
    <dgm:pt modelId="{9B8E8F06-5576-4C66-98FE-300D5DEC52A3}" type="sibTrans" cxnId="{4EB1449B-2FD5-4562-B57E-AE203A32FE6E}">
      <dgm:prSet/>
      <dgm:spPr/>
      <dgm:t>
        <a:bodyPr/>
        <a:lstStyle/>
        <a:p>
          <a:endParaRPr lang="en-US"/>
        </a:p>
      </dgm:t>
    </dgm:pt>
    <dgm:pt modelId="{58438B08-8FD3-4FD3-BD9F-F1EDFD791AD7}">
      <dgm:prSet/>
      <dgm:spPr/>
      <dgm:t>
        <a:bodyPr/>
        <a:lstStyle/>
        <a:p>
          <a:r>
            <a:rPr lang="hu-HU" noProof="0" dirty="0"/>
            <a:t>Push</a:t>
          </a:r>
        </a:p>
      </dgm:t>
    </dgm:pt>
    <dgm:pt modelId="{948B25A1-4E64-483F-9177-06CD5BB01AA8}" type="parTrans" cxnId="{9E79B289-08F1-4FDD-AF2B-19AA2CFF528F}">
      <dgm:prSet/>
      <dgm:spPr/>
      <dgm:t>
        <a:bodyPr/>
        <a:lstStyle/>
        <a:p>
          <a:endParaRPr lang="en-US"/>
        </a:p>
      </dgm:t>
    </dgm:pt>
    <dgm:pt modelId="{356D187B-0CE1-48ED-9394-76A23C81EC15}" type="sibTrans" cxnId="{9E79B289-08F1-4FDD-AF2B-19AA2CFF528F}">
      <dgm:prSet/>
      <dgm:spPr/>
      <dgm:t>
        <a:bodyPr/>
        <a:lstStyle/>
        <a:p>
          <a:endParaRPr lang="en-US"/>
        </a:p>
      </dgm:t>
    </dgm:pt>
    <dgm:pt modelId="{9B7E202B-89E9-4BB3-B647-5700D8AAE47F}">
      <dgm:prSet/>
      <dgm:spPr/>
      <dgm:t>
        <a:bodyPr/>
        <a:lstStyle/>
        <a:p>
          <a:r>
            <a:rPr lang="hu-HU" noProof="0" dirty="0"/>
            <a:t>Sync</a:t>
          </a:r>
        </a:p>
      </dgm:t>
    </dgm:pt>
    <dgm:pt modelId="{BE7EB7FD-2ED7-447C-8FA0-4E0577F0375A}" type="parTrans" cxnId="{C7C95C23-C3A0-4330-9B16-822EAA22CCB7}">
      <dgm:prSet/>
      <dgm:spPr/>
      <dgm:t>
        <a:bodyPr/>
        <a:lstStyle/>
        <a:p>
          <a:endParaRPr lang="en-US"/>
        </a:p>
      </dgm:t>
    </dgm:pt>
    <dgm:pt modelId="{D8E0EC13-484C-450E-9624-A3811CDC39AA}" type="sibTrans" cxnId="{C7C95C23-C3A0-4330-9B16-822EAA22CCB7}">
      <dgm:prSet/>
      <dgm:spPr/>
      <dgm:t>
        <a:bodyPr/>
        <a:lstStyle/>
        <a:p>
          <a:endParaRPr lang="en-US"/>
        </a:p>
      </dgm:t>
    </dgm:pt>
    <dgm:pt modelId="{EF42D8A8-99D3-4CA2-8712-EB174F94A893}">
      <dgm:prSet/>
      <dgm:spPr/>
      <dgm:t>
        <a:bodyPr/>
        <a:lstStyle/>
        <a:p>
          <a:r>
            <a:rPr lang="hu-HU" noProof="0" dirty="0"/>
            <a:t>Fetch</a:t>
          </a:r>
        </a:p>
      </dgm:t>
    </dgm:pt>
    <dgm:pt modelId="{907363CD-7916-4FAB-8233-D52F0B56E514}" type="parTrans" cxnId="{86E9382C-E98B-4843-8A19-FD20EE0F882E}">
      <dgm:prSet/>
      <dgm:spPr/>
      <dgm:t>
        <a:bodyPr/>
        <a:lstStyle/>
        <a:p>
          <a:endParaRPr lang="en-US"/>
        </a:p>
      </dgm:t>
    </dgm:pt>
    <dgm:pt modelId="{FF5EFEE3-30C5-4CD2-9AEC-82713E388848}" type="sibTrans" cxnId="{86E9382C-E98B-4843-8A19-FD20EE0F882E}">
      <dgm:prSet/>
      <dgm:spPr/>
      <dgm:t>
        <a:bodyPr/>
        <a:lstStyle/>
        <a:p>
          <a:endParaRPr lang="en-US"/>
        </a:p>
      </dgm:t>
    </dgm:pt>
    <dgm:pt modelId="{D738CED1-2348-4D30-991F-969D4653832C}">
      <dgm:prSet/>
      <dgm:spPr/>
      <dgm:t>
        <a:bodyPr/>
        <a:lstStyle/>
        <a:p>
          <a:r>
            <a:rPr lang="hu-HU" noProof="0" dirty="0"/>
            <a:t>Pull Request</a:t>
          </a:r>
        </a:p>
      </dgm:t>
    </dgm:pt>
    <dgm:pt modelId="{316C6BB6-07EA-44EA-975E-38FB501CA9A6}" type="parTrans" cxnId="{45E02E0A-92BC-4B41-A7BE-9C4748B8B0EC}">
      <dgm:prSet/>
      <dgm:spPr/>
      <dgm:t>
        <a:bodyPr/>
        <a:lstStyle/>
        <a:p>
          <a:endParaRPr lang="en-US"/>
        </a:p>
      </dgm:t>
    </dgm:pt>
    <dgm:pt modelId="{8C755479-F166-4A5B-A1B7-A461092DA30A}" type="sibTrans" cxnId="{45E02E0A-92BC-4B41-A7BE-9C4748B8B0EC}">
      <dgm:prSet/>
      <dgm:spPr/>
      <dgm:t>
        <a:bodyPr/>
        <a:lstStyle/>
        <a:p>
          <a:endParaRPr lang="en-US"/>
        </a:p>
      </dgm:t>
    </dgm:pt>
    <dgm:pt modelId="{853FE0D2-4825-4D05-9437-5128A4620EF6}">
      <dgm:prSet/>
      <dgm:spPr/>
      <dgm:t>
        <a:bodyPr/>
        <a:lstStyle/>
        <a:p>
          <a:r>
            <a:rPr lang="hu-HU" noProof="0" dirty="0"/>
            <a:t>Branch</a:t>
          </a:r>
        </a:p>
      </dgm:t>
    </dgm:pt>
    <dgm:pt modelId="{4EC34DC0-1179-4BA8-A6A4-DB883774E2DA}" type="parTrans" cxnId="{E3349E69-D908-42EF-BF68-F9D01CF6704F}">
      <dgm:prSet/>
      <dgm:spPr/>
      <dgm:t>
        <a:bodyPr/>
        <a:lstStyle/>
        <a:p>
          <a:endParaRPr lang="en-US"/>
        </a:p>
      </dgm:t>
    </dgm:pt>
    <dgm:pt modelId="{DA71F774-1BE3-409A-8436-F95A0E947BE4}" type="sibTrans" cxnId="{E3349E69-D908-42EF-BF68-F9D01CF6704F}">
      <dgm:prSet/>
      <dgm:spPr/>
      <dgm:t>
        <a:bodyPr/>
        <a:lstStyle/>
        <a:p>
          <a:endParaRPr lang="en-US"/>
        </a:p>
      </dgm:t>
    </dgm:pt>
    <dgm:pt modelId="{4466D30D-55D1-4349-94D6-7D27FEEB6E0D}" type="pres">
      <dgm:prSet presAssocID="{39579E29-D021-4F4B-9919-6A94C9AEFC4C}" presName="root" presStyleCnt="0">
        <dgm:presLayoutVars>
          <dgm:dir/>
          <dgm:resizeHandles val="exact"/>
        </dgm:presLayoutVars>
      </dgm:prSet>
      <dgm:spPr/>
    </dgm:pt>
    <dgm:pt modelId="{F50B9B9C-0826-449A-A93D-2124474F55FC}" type="pres">
      <dgm:prSet presAssocID="{39579E29-D021-4F4B-9919-6A94C9AEFC4C}" presName="container" presStyleCnt="0">
        <dgm:presLayoutVars>
          <dgm:dir/>
          <dgm:resizeHandles val="exact"/>
        </dgm:presLayoutVars>
      </dgm:prSet>
      <dgm:spPr/>
    </dgm:pt>
    <dgm:pt modelId="{2B67ED1D-0014-4C13-A5CD-170B228D61B2}" type="pres">
      <dgm:prSet presAssocID="{10FBE3B0-866C-46E7-A9E1-3A65E64A289D}" presName="compNode" presStyleCnt="0"/>
      <dgm:spPr/>
    </dgm:pt>
    <dgm:pt modelId="{6571A76E-68A6-49E2-A154-0587EBCBAA7F}" type="pres">
      <dgm:prSet presAssocID="{10FBE3B0-866C-46E7-A9E1-3A65E64A289D}" presName="iconBgRect" presStyleLbl="bgShp" presStyleIdx="0" presStyleCnt="7"/>
      <dgm:spPr/>
    </dgm:pt>
    <dgm:pt modelId="{91A36D12-6534-425C-A1C0-8171FAFCCB72}" type="pres">
      <dgm:prSet presAssocID="{10FBE3B0-866C-46E7-A9E1-3A65E64A289D}" presName="iconRect" presStyleLbl="node1" presStyleIdx="0" presStyleCnt="7"/>
      <dgm:spPr>
        <a:blipFill rotWithShape="1"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smétlés"/>
        </a:ext>
      </dgm:extLst>
    </dgm:pt>
    <dgm:pt modelId="{D86DAC02-B7C2-43EA-BF52-2F4CE6E63953}" type="pres">
      <dgm:prSet presAssocID="{10FBE3B0-866C-46E7-A9E1-3A65E64A289D}" presName="spaceRect" presStyleCnt="0"/>
      <dgm:spPr/>
    </dgm:pt>
    <dgm:pt modelId="{82FEB6A7-26A2-457F-AD10-7DD55992337B}" type="pres">
      <dgm:prSet presAssocID="{10FBE3B0-866C-46E7-A9E1-3A65E64A289D}" presName="textRect" presStyleLbl="revTx" presStyleIdx="0" presStyleCnt="7">
        <dgm:presLayoutVars>
          <dgm:chMax val="1"/>
          <dgm:chPref val="1"/>
        </dgm:presLayoutVars>
      </dgm:prSet>
      <dgm:spPr/>
    </dgm:pt>
    <dgm:pt modelId="{522E175D-0822-4926-AD3C-9A390FFFEDDB}" type="pres">
      <dgm:prSet presAssocID="{8415D787-9C99-49AB-A542-601908C277FE}" presName="sibTrans" presStyleLbl="sibTrans2D1" presStyleIdx="0" presStyleCnt="0"/>
      <dgm:spPr/>
    </dgm:pt>
    <dgm:pt modelId="{315193D2-D400-40D5-9AE5-2919F9BC8A4B}" type="pres">
      <dgm:prSet presAssocID="{550C9D0D-8C85-41FB-8517-A78D1598E57E}" presName="compNode" presStyleCnt="0"/>
      <dgm:spPr/>
    </dgm:pt>
    <dgm:pt modelId="{60BB2781-EB7D-49F0-8E33-7138839F6985}" type="pres">
      <dgm:prSet presAssocID="{550C9D0D-8C85-41FB-8517-A78D1598E57E}" presName="iconBgRect" presStyleLbl="bgShp" presStyleIdx="1" presStyleCnt="7"/>
      <dgm:spPr/>
    </dgm:pt>
    <dgm:pt modelId="{109BEC2D-EB4B-4B54-A9AA-42428E7F624D}" type="pres">
      <dgm:prSet presAssocID="{550C9D0D-8C85-41FB-8517-A78D1598E57E}" presName="iconRect" presStyleLbl="node1" presStyleIdx="1" presStyleCnt="7"/>
      <dgm:spPr>
        <a:blipFill rotWithShape="1"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A064CDD9-A946-456C-92A0-8BCD76B6249E}" type="pres">
      <dgm:prSet presAssocID="{550C9D0D-8C85-41FB-8517-A78D1598E57E}" presName="spaceRect" presStyleCnt="0"/>
      <dgm:spPr/>
    </dgm:pt>
    <dgm:pt modelId="{12EE74E4-25D2-4643-8844-9347267C0F9B}" type="pres">
      <dgm:prSet presAssocID="{550C9D0D-8C85-41FB-8517-A78D1598E57E}" presName="textRect" presStyleLbl="revTx" presStyleIdx="1" presStyleCnt="7">
        <dgm:presLayoutVars>
          <dgm:chMax val="1"/>
          <dgm:chPref val="1"/>
        </dgm:presLayoutVars>
      </dgm:prSet>
      <dgm:spPr/>
    </dgm:pt>
    <dgm:pt modelId="{6F7CE027-8DA5-4B38-BAE9-1A43BAB9CCE7}" type="pres">
      <dgm:prSet presAssocID="{9B8E8F06-5576-4C66-98FE-300D5DEC52A3}" presName="sibTrans" presStyleLbl="sibTrans2D1" presStyleIdx="0" presStyleCnt="0"/>
      <dgm:spPr/>
    </dgm:pt>
    <dgm:pt modelId="{C00C9998-98E0-43C7-8940-73F6AB8CE054}" type="pres">
      <dgm:prSet presAssocID="{58438B08-8FD3-4FD3-BD9F-F1EDFD791AD7}" presName="compNode" presStyleCnt="0"/>
      <dgm:spPr/>
    </dgm:pt>
    <dgm:pt modelId="{82E5C563-3FBB-439E-A0D3-8061012B3483}" type="pres">
      <dgm:prSet presAssocID="{58438B08-8FD3-4FD3-BD9F-F1EDFD791AD7}" presName="iconBgRect" presStyleLbl="bgShp" presStyleIdx="2" presStyleCnt="7"/>
      <dgm:spPr/>
    </dgm:pt>
    <dgm:pt modelId="{0AD628B9-7821-4E4C-A9B4-A3612EFCA234}" type="pres">
      <dgm:prSet presAssocID="{58438B08-8FD3-4FD3-BD9F-F1EDFD791AD7}" presName="iconRect" presStyleLbl="node1" presStyleIdx="2" presStyleCnt="7"/>
      <dgm:spPr>
        <a:blipFill rotWithShape="1"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uttatás"/>
        </a:ext>
      </dgm:extLst>
    </dgm:pt>
    <dgm:pt modelId="{979FFD46-9F78-4F58-B56D-EC8E7C3F4A49}" type="pres">
      <dgm:prSet presAssocID="{58438B08-8FD3-4FD3-BD9F-F1EDFD791AD7}" presName="spaceRect" presStyleCnt="0"/>
      <dgm:spPr/>
    </dgm:pt>
    <dgm:pt modelId="{C7CDEAE6-1DA5-4342-BB2B-1201AE229BA9}" type="pres">
      <dgm:prSet presAssocID="{58438B08-8FD3-4FD3-BD9F-F1EDFD791AD7}" presName="textRect" presStyleLbl="revTx" presStyleIdx="2" presStyleCnt="7">
        <dgm:presLayoutVars>
          <dgm:chMax val="1"/>
          <dgm:chPref val="1"/>
        </dgm:presLayoutVars>
      </dgm:prSet>
      <dgm:spPr/>
    </dgm:pt>
    <dgm:pt modelId="{8C31734B-0556-4275-9CD3-007E9E14005C}" type="pres">
      <dgm:prSet presAssocID="{356D187B-0CE1-48ED-9394-76A23C81EC15}" presName="sibTrans" presStyleLbl="sibTrans2D1" presStyleIdx="0" presStyleCnt="0"/>
      <dgm:spPr/>
    </dgm:pt>
    <dgm:pt modelId="{BDFFFC20-1F95-418E-843F-EAADBBAE9854}" type="pres">
      <dgm:prSet presAssocID="{9B7E202B-89E9-4BB3-B647-5700D8AAE47F}" presName="compNode" presStyleCnt="0"/>
      <dgm:spPr/>
    </dgm:pt>
    <dgm:pt modelId="{5ED6CEF7-F1B3-4C96-9CFE-21B79B0894A2}" type="pres">
      <dgm:prSet presAssocID="{9B7E202B-89E9-4BB3-B647-5700D8AAE47F}" presName="iconBgRect" presStyleLbl="bgShp" presStyleIdx="3" presStyleCnt="7"/>
      <dgm:spPr/>
    </dgm:pt>
    <dgm:pt modelId="{5EA85CF4-F5AA-47C1-9F9C-F409CF24CB82}" type="pres">
      <dgm:prSet presAssocID="{9B7E202B-89E9-4BB3-B647-5700D8AAE47F}" presName="iconRect" presStyleLbl="node1" presStyleIdx="3" presStyleCnt="7"/>
      <dgm:spPr>
        <a:blipFill rotWithShape="1"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F324553D-42AF-4958-93A1-0F5977319CA3}" type="pres">
      <dgm:prSet presAssocID="{9B7E202B-89E9-4BB3-B647-5700D8AAE47F}" presName="spaceRect" presStyleCnt="0"/>
      <dgm:spPr/>
    </dgm:pt>
    <dgm:pt modelId="{839AC5D8-5A6B-489D-9791-90FE51FBB900}" type="pres">
      <dgm:prSet presAssocID="{9B7E202B-89E9-4BB3-B647-5700D8AAE47F}" presName="textRect" presStyleLbl="revTx" presStyleIdx="3" presStyleCnt="7">
        <dgm:presLayoutVars>
          <dgm:chMax val="1"/>
          <dgm:chPref val="1"/>
        </dgm:presLayoutVars>
      </dgm:prSet>
      <dgm:spPr/>
    </dgm:pt>
    <dgm:pt modelId="{943D246A-F147-4E3E-A98D-2B242E1E6ADB}" type="pres">
      <dgm:prSet presAssocID="{D8E0EC13-484C-450E-9624-A3811CDC39AA}" presName="sibTrans" presStyleLbl="sibTrans2D1" presStyleIdx="0" presStyleCnt="0"/>
      <dgm:spPr/>
    </dgm:pt>
    <dgm:pt modelId="{A5D599E6-CC72-4C66-929A-88B628CF1E4F}" type="pres">
      <dgm:prSet presAssocID="{EF42D8A8-99D3-4CA2-8712-EB174F94A893}" presName="compNode" presStyleCnt="0"/>
      <dgm:spPr/>
    </dgm:pt>
    <dgm:pt modelId="{9B390534-12AC-4A19-9789-54A2B124CAB3}" type="pres">
      <dgm:prSet presAssocID="{EF42D8A8-99D3-4CA2-8712-EB174F94A893}" presName="iconBgRect" presStyleLbl="bgShp" presStyleIdx="4" presStyleCnt="7"/>
      <dgm:spPr/>
    </dgm:pt>
    <dgm:pt modelId="{AEBA735E-B370-45DC-B68F-E8F2544CC308}" type="pres">
      <dgm:prSet presAssocID="{EF42D8A8-99D3-4CA2-8712-EB174F94A893}" presName="iconRect" presStyleLbl="node1" presStyleIdx="4" presStyleCnt="7"/>
      <dgm:spPr>
        <a:blipFill rotWithShape="1"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boz"/>
        </a:ext>
      </dgm:extLst>
    </dgm:pt>
    <dgm:pt modelId="{C0C22F4B-7279-46E4-89AB-08A5CA0C19FC}" type="pres">
      <dgm:prSet presAssocID="{EF42D8A8-99D3-4CA2-8712-EB174F94A893}" presName="spaceRect" presStyleCnt="0"/>
      <dgm:spPr/>
    </dgm:pt>
    <dgm:pt modelId="{109B1FF2-2F26-4C93-8ED9-28B6BA118A8F}" type="pres">
      <dgm:prSet presAssocID="{EF42D8A8-99D3-4CA2-8712-EB174F94A893}" presName="textRect" presStyleLbl="revTx" presStyleIdx="4" presStyleCnt="7">
        <dgm:presLayoutVars>
          <dgm:chMax val="1"/>
          <dgm:chPref val="1"/>
        </dgm:presLayoutVars>
      </dgm:prSet>
      <dgm:spPr/>
    </dgm:pt>
    <dgm:pt modelId="{B30077E9-098A-4996-8387-AA475DDF6F57}" type="pres">
      <dgm:prSet presAssocID="{FF5EFEE3-30C5-4CD2-9AEC-82713E388848}" presName="sibTrans" presStyleLbl="sibTrans2D1" presStyleIdx="0" presStyleCnt="0"/>
      <dgm:spPr/>
    </dgm:pt>
    <dgm:pt modelId="{4F3EC335-54F2-4BEE-AA19-1A22BEB84026}" type="pres">
      <dgm:prSet presAssocID="{D738CED1-2348-4D30-991F-969D4653832C}" presName="compNode" presStyleCnt="0"/>
      <dgm:spPr/>
    </dgm:pt>
    <dgm:pt modelId="{29B920D2-B6C5-41BD-ACC0-A2B6D4DCF630}" type="pres">
      <dgm:prSet presAssocID="{D738CED1-2348-4D30-991F-969D4653832C}" presName="iconBgRect" presStyleLbl="bgShp" presStyleIdx="5" presStyleCnt="7"/>
      <dgm:spPr/>
    </dgm:pt>
    <dgm:pt modelId="{4EA58952-9238-40DD-B7D0-0A84F94D5C9B}" type="pres">
      <dgm:prSet presAssocID="{D738CED1-2348-4D30-991F-969D4653832C}" presName="iconRect" presStyleLbl="node1" presStyleIdx="5" presStyleCnt="7"/>
      <dgm:spPr>
        <a:blipFill rotWithShape="1"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elhasználó"/>
        </a:ext>
      </dgm:extLst>
    </dgm:pt>
    <dgm:pt modelId="{D2F3E02E-381B-4E62-BD14-0C8AEEE51314}" type="pres">
      <dgm:prSet presAssocID="{D738CED1-2348-4D30-991F-969D4653832C}" presName="spaceRect" presStyleCnt="0"/>
      <dgm:spPr/>
    </dgm:pt>
    <dgm:pt modelId="{5F713BEC-B1D0-45B7-988C-436307767C3A}" type="pres">
      <dgm:prSet presAssocID="{D738CED1-2348-4D30-991F-969D4653832C}" presName="textRect" presStyleLbl="revTx" presStyleIdx="5" presStyleCnt="7">
        <dgm:presLayoutVars>
          <dgm:chMax val="1"/>
          <dgm:chPref val="1"/>
        </dgm:presLayoutVars>
      </dgm:prSet>
      <dgm:spPr/>
    </dgm:pt>
    <dgm:pt modelId="{C5EBA07A-6DA0-4EF1-82EC-4DEC9F54EE0D}" type="pres">
      <dgm:prSet presAssocID="{8C755479-F166-4A5B-A1B7-A461092DA30A}" presName="sibTrans" presStyleLbl="sibTrans2D1" presStyleIdx="0" presStyleCnt="0"/>
      <dgm:spPr/>
    </dgm:pt>
    <dgm:pt modelId="{1D650CFE-2FE4-452B-A12F-14C1F8BD0623}" type="pres">
      <dgm:prSet presAssocID="{853FE0D2-4825-4D05-9437-5128A4620EF6}" presName="compNode" presStyleCnt="0"/>
      <dgm:spPr/>
    </dgm:pt>
    <dgm:pt modelId="{1B7EB3C9-482E-43D4-B6B4-5224A6985788}" type="pres">
      <dgm:prSet presAssocID="{853FE0D2-4825-4D05-9437-5128A4620EF6}" presName="iconBgRect" presStyleLbl="bgShp" presStyleIdx="6" presStyleCnt="7"/>
      <dgm:spPr/>
    </dgm:pt>
    <dgm:pt modelId="{B0CDB7C7-58B2-43D4-9996-FEA7B0F33565}" type="pres">
      <dgm:prSet presAssocID="{853FE0D2-4825-4D05-9437-5128A4620EF6}" presName="iconRect" presStyleLbl="node1" presStyleIdx="6" presStyleCnt="7"/>
      <dgm:spPr>
        <a:blipFill rotWithShape="1">
          <a:blip xmlns:r="http://schemas.openxmlformats.org/officeDocument/2006/relationships" r:embed="rId13"/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"/>
        </a:ext>
      </dgm:extLst>
    </dgm:pt>
    <dgm:pt modelId="{9DBA45B9-E3B9-4FE3-9BF3-715A483685F4}" type="pres">
      <dgm:prSet presAssocID="{853FE0D2-4825-4D05-9437-5128A4620EF6}" presName="spaceRect" presStyleCnt="0"/>
      <dgm:spPr/>
    </dgm:pt>
    <dgm:pt modelId="{5B283B01-B1EF-444C-989C-FC4CC635A397}" type="pres">
      <dgm:prSet presAssocID="{853FE0D2-4825-4D05-9437-5128A4620EF6}" presName="textRect" presStyleLbl="revTx" presStyleIdx="6" presStyleCnt="7">
        <dgm:presLayoutVars>
          <dgm:chMax val="1"/>
          <dgm:chPref val="1"/>
        </dgm:presLayoutVars>
      </dgm:prSet>
      <dgm:spPr/>
    </dgm:pt>
  </dgm:ptLst>
  <dgm:cxnLst>
    <dgm:cxn modelId="{5726F008-A24C-40DF-98E4-4A9321436E4E}" type="presOf" srcId="{9B7E202B-89E9-4BB3-B647-5700D8AAE47F}" destId="{839AC5D8-5A6B-489D-9791-90FE51FBB900}" srcOrd="0" destOrd="0" presId="urn:microsoft.com/office/officeart/2018/2/layout/IconCircleList"/>
    <dgm:cxn modelId="{45E02E0A-92BC-4B41-A7BE-9C4748B8B0EC}" srcId="{39579E29-D021-4F4B-9919-6A94C9AEFC4C}" destId="{D738CED1-2348-4D30-991F-969D4653832C}" srcOrd="5" destOrd="0" parTransId="{316C6BB6-07EA-44EA-975E-38FB501CA9A6}" sibTransId="{8C755479-F166-4A5B-A1B7-A461092DA30A}"/>
    <dgm:cxn modelId="{C7C95C23-C3A0-4330-9B16-822EAA22CCB7}" srcId="{39579E29-D021-4F4B-9919-6A94C9AEFC4C}" destId="{9B7E202B-89E9-4BB3-B647-5700D8AAE47F}" srcOrd="3" destOrd="0" parTransId="{BE7EB7FD-2ED7-447C-8FA0-4E0577F0375A}" sibTransId="{D8E0EC13-484C-450E-9624-A3811CDC39AA}"/>
    <dgm:cxn modelId="{9996EB2B-9108-4314-A858-0B17FCC56F36}" type="presOf" srcId="{39579E29-D021-4F4B-9919-6A94C9AEFC4C}" destId="{4466D30D-55D1-4349-94D6-7D27FEEB6E0D}" srcOrd="0" destOrd="0" presId="urn:microsoft.com/office/officeart/2018/2/layout/IconCircleList"/>
    <dgm:cxn modelId="{86E9382C-E98B-4843-8A19-FD20EE0F882E}" srcId="{39579E29-D021-4F4B-9919-6A94C9AEFC4C}" destId="{EF42D8A8-99D3-4CA2-8712-EB174F94A893}" srcOrd="4" destOrd="0" parTransId="{907363CD-7916-4FAB-8233-D52F0B56E514}" sibTransId="{FF5EFEE3-30C5-4CD2-9AEC-82713E388848}"/>
    <dgm:cxn modelId="{863DC03A-2BB7-4209-AA00-973C482A12BF}" type="presOf" srcId="{9B8E8F06-5576-4C66-98FE-300D5DEC52A3}" destId="{6F7CE027-8DA5-4B38-BAE9-1A43BAB9CCE7}" srcOrd="0" destOrd="0" presId="urn:microsoft.com/office/officeart/2018/2/layout/IconCircleList"/>
    <dgm:cxn modelId="{B4DE035E-F9E3-470F-80B5-F2613A007881}" type="presOf" srcId="{356D187B-0CE1-48ED-9394-76A23C81EC15}" destId="{8C31734B-0556-4275-9CD3-007E9E14005C}" srcOrd="0" destOrd="0" presId="urn:microsoft.com/office/officeart/2018/2/layout/IconCircleList"/>
    <dgm:cxn modelId="{140B7B43-0FF2-4E49-8AD1-AC94F6FE98FF}" type="presOf" srcId="{EF42D8A8-99D3-4CA2-8712-EB174F94A893}" destId="{109B1FF2-2F26-4C93-8ED9-28B6BA118A8F}" srcOrd="0" destOrd="0" presId="urn:microsoft.com/office/officeart/2018/2/layout/IconCircleList"/>
    <dgm:cxn modelId="{8069E167-0A32-4697-ABA6-C64E982FA470}" type="presOf" srcId="{8C755479-F166-4A5B-A1B7-A461092DA30A}" destId="{C5EBA07A-6DA0-4EF1-82EC-4DEC9F54EE0D}" srcOrd="0" destOrd="0" presId="urn:microsoft.com/office/officeart/2018/2/layout/IconCircleList"/>
    <dgm:cxn modelId="{E3349E69-D908-42EF-BF68-F9D01CF6704F}" srcId="{39579E29-D021-4F4B-9919-6A94C9AEFC4C}" destId="{853FE0D2-4825-4D05-9437-5128A4620EF6}" srcOrd="6" destOrd="0" parTransId="{4EC34DC0-1179-4BA8-A6A4-DB883774E2DA}" sibTransId="{DA71F774-1BE3-409A-8436-F95A0E947BE4}"/>
    <dgm:cxn modelId="{988BC152-DFCB-4AEB-BB2E-928E2348F528}" type="presOf" srcId="{8415D787-9C99-49AB-A542-601908C277FE}" destId="{522E175D-0822-4926-AD3C-9A390FFFEDDB}" srcOrd="0" destOrd="0" presId="urn:microsoft.com/office/officeart/2018/2/layout/IconCircleList"/>
    <dgm:cxn modelId="{68CBE552-0712-4BDC-B490-DAF7E07D8C93}" type="presOf" srcId="{58438B08-8FD3-4FD3-BD9F-F1EDFD791AD7}" destId="{C7CDEAE6-1DA5-4342-BB2B-1201AE229BA9}" srcOrd="0" destOrd="0" presId="urn:microsoft.com/office/officeart/2018/2/layout/IconCircleList"/>
    <dgm:cxn modelId="{AD136B54-C833-4FC1-AE59-1923AB18ADA9}" srcId="{39579E29-D021-4F4B-9919-6A94C9AEFC4C}" destId="{10FBE3B0-866C-46E7-A9E1-3A65E64A289D}" srcOrd="0" destOrd="0" parTransId="{D5403203-E7BE-4EE0-93EF-56786688EDAF}" sibTransId="{8415D787-9C99-49AB-A542-601908C277FE}"/>
    <dgm:cxn modelId="{9E79B289-08F1-4FDD-AF2B-19AA2CFF528F}" srcId="{39579E29-D021-4F4B-9919-6A94C9AEFC4C}" destId="{58438B08-8FD3-4FD3-BD9F-F1EDFD791AD7}" srcOrd="2" destOrd="0" parTransId="{948B25A1-4E64-483F-9177-06CD5BB01AA8}" sibTransId="{356D187B-0CE1-48ED-9394-76A23C81EC15}"/>
    <dgm:cxn modelId="{F66EFF8A-054E-451F-BE8F-3D2C9321D35E}" type="presOf" srcId="{D8E0EC13-484C-450E-9624-A3811CDC39AA}" destId="{943D246A-F147-4E3E-A98D-2B242E1E6ADB}" srcOrd="0" destOrd="0" presId="urn:microsoft.com/office/officeart/2018/2/layout/IconCircleList"/>
    <dgm:cxn modelId="{4EB1449B-2FD5-4562-B57E-AE203A32FE6E}" srcId="{39579E29-D021-4F4B-9919-6A94C9AEFC4C}" destId="{550C9D0D-8C85-41FB-8517-A78D1598E57E}" srcOrd="1" destOrd="0" parTransId="{352E8AF0-0736-4D09-B60F-D683632116D8}" sibTransId="{9B8E8F06-5576-4C66-98FE-300D5DEC52A3}"/>
    <dgm:cxn modelId="{2ABC66A8-89DF-4961-BCD6-6D615D64B870}" type="presOf" srcId="{D738CED1-2348-4D30-991F-969D4653832C}" destId="{5F713BEC-B1D0-45B7-988C-436307767C3A}" srcOrd="0" destOrd="0" presId="urn:microsoft.com/office/officeart/2018/2/layout/IconCircleList"/>
    <dgm:cxn modelId="{926357AD-5CD2-49A2-A9C0-9DE3F90E543B}" type="presOf" srcId="{FF5EFEE3-30C5-4CD2-9AEC-82713E388848}" destId="{B30077E9-098A-4996-8387-AA475DDF6F57}" srcOrd="0" destOrd="0" presId="urn:microsoft.com/office/officeart/2018/2/layout/IconCircleList"/>
    <dgm:cxn modelId="{5DF166E2-F8E1-41D0-92F1-9D388B704612}" type="presOf" srcId="{853FE0D2-4825-4D05-9437-5128A4620EF6}" destId="{5B283B01-B1EF-444C-989C-FC4CC635A397}" srcOrd="0" destOrd="0" presId="urn:microsoft.com/office/officeart/2018/2/layout/IconCircleList"/>
    <dgm:cxn modelId="{60606DE3-5AD8-4607-9D5C-5A8A1DE8D33B}" type="presOf" srcId="{550C9D0D-8C85-41FB-8517-A78D1598E57E}" destId="{12EE74E4-25D2-4643-8844-9347267C0F9B}" srcOrd="0" destOrd="0" presId="urn:microsoft.com/office/officeart/2018/2/layout/IconCircleList"/>
    <dgm:cxn modelId="{1AA22BF8-DBB8-4A38-9E0E-87AD03F7EB7C}" type="presOf" srcId="{10FBE3B0-866C-46E7-A9E1-3A65E64A289D}" destId="{82FEB6A7-26A2-457F-AD10-7DD55992337B}" srcOrd="0" destOrd="0" presId="urn:microsoft.com/office/officeart/2018/2/layout/IconCircleList"/>
    <dgm:cxn modelId="{4768AFD3-A441-4F0E-8ED2-1039AD5F7097}" type="presParOf" srcId="{4466D30D-55D1-4349-94D6-7D27FEEB6E0D}" destId="{F50B9B9C-0826-449A-A93D-2124474F55FC}" srcOrd="0" destOrd="0" presId="urn:microsoft.com/office/officeart/2018/2/layout/IconCircleList"/>
    <dgm:cxn modelId="{CCF91828-3D5D-4F55-9A42-EA24CD31F7CB}" type="presParOf" srcId="{F50B9B9C-0826-449A-A93D-2124474F55FC}" destId="{2B67ED1D-0014-4C13-A5CD-170B228D61B2}" srcOrd="0" destOrd="0" presId="urn:microsoft.com/office/officeart/2018/2/layout/IconCircleList"/>
    <dgm:cxn modelId="{D53C300A-E551-4C44-B0C1-475EB05E2142}" type="presParOf" srcId="{2B67ED1D-0014-4C13-A5CD-170B228D61B2}" destId="{6571A76E-68A6-49E2-A154-0587EBCBAA7F}" srcOrd="0" destOrd="0" presId="urn:microsoft.com/office/officeart/2018/2/layout/IconCircleList"/>
    <dgm:cxn modelId="{3F168BF7-6C11-4BD7-8370-8381C5923C4F}" type="presParOf" srcId="{2B67ED1D-0014-4C13-A5CD-170B228D61B2}" destId="{91A36D12-6534-425C-A1C0-8171FAFCCB72}" srcOrd="1" destOrd="0" presId="urn:microsoft.com/office/officeart/2018/2/layout/IconCircleList"/>
    <dgm:cxn modelId="{941F2B63-E30E-41D0-9B54-90DD0BE8DDB5}" type="presParOf" srcId="{2B67ED1D-0014-4C13-A5CD-170B228D61B2}" destId="{D86DAC02-B7C2-43EA-BF52-2F4CE6E63953}" srcOrd="2" destOrd="0" presId="urn:microsoft.com/office/officeart/2018/2/layout/IconCircleList"/>
    <dgm:cxn modelId="{42D99943-284A-4213-B0F5-F99325DB7076}" type="presParOf" srcId="{2B67ED1D-0014-4C13-A5CD-170B228D61B2}" destId="{82FEB6A7-26A2-457F-AD10-7DD55992337B}" srcOrd="3" destOrd="0" presId="urn:microsoft.com/office/officeart/2018/2/layout/IconCircleList"/>
    <dgm:cxn modelId="{FE19D683-ACD1-4811-9BE1-973680D68509}" type="presParOf" srcId="{F50B9B9C-0826-449A-A93D-2124474F55FC}" destId="{522E175D-0822-4926-AD3C-9A390FFFEDDB}" srcOrd="1" destOrd="0" presId="urn:microsoft.com/office/officeart/2018/2/layout/IconCircleList"/>
    <dgm:cxn modelId="{5FC53A55-BB5F-417B-8F39-3BDA6C0FD4AE}" type="presParOf" srcId="{F50B9B9C-0826-449A-A93D-2124474F55FC}" destId="{315193D2-D400-40D5-9AE5-2919F9BC8A4B}" srcOrd="2" destOrd="0" presId="urn:microsoft.com/office/officeart/2018/2/layout/IconCircleList"/>
    <dgm:cxn modelId="{F38C4CDF-6770-4D84-84F7-BC09C6D77DB7}" type="presParOf" srcId="{315193D2-D400-40D5-9AE5-2919F9BC8A4B}" destId="{60BB2781-EB7D-49F0-8E33-7138839F6985}" srcOrd="0" destOrd="0" presId="urn:microsoft.com/office/officeart/2018/2/layout/IconCircleList"/>
    <dgm:cxn modelId="{6A1B70F9-662F-4783-9FB8-CB8FDEE4E528}" type="presParOf" srcId="{315193D2-D400-40D5-9AE5-2919F9BC8A4B}" destId="{109BEC2D-EB4B-4B54-A9AA-42428E7F624D}" srcOrd="1" destOrd="0" presId="urn:microsoft.com/office/officeart/2018/2/layout/IconCircleList"/>
    <dgm:cxn modelId="{9E371253-7A82-4DE3-85FB-4166DA4CDB6E}" type="presParOf" srcId="{315193D2-D400-40D5-9AE5-2919F9BC8A4B}" destId="{A064CDD9-A946-456C-92A0-8BCD76B6249E}" srcOrd="2" destOrd="0" presId="urn:microsoft.com/office/officeart/2018/2/layout/IconCircleList"/>
    <dgm:cxn modelId="{33A8E31D-B916-4F6C-91B5-32E30460FC3B}" type="presParOf" srcId="{315193D2-D400-40D5-9AE5-2919F9BC8A4B}" destId="{12EE74E4-25D2-4643-8844-9347267C0F9B}" srcOrd="3" destOrd="0" presId="urn:microsoft.com/office/officeart/2018/2/layout/IconCircleList"/>
    <dgm:cxn modelId="{1B316984-E595-48AD-AEEE-673FEC3B52DB}" type="presParOf" srcId="{F50B9B9C-0826-449A-A93D-2124474F55FC}" destId="{6F7CE027-8DA5-4B38-BAE9-1A43BAB9CCE7}" srcOrd="3" destOrd="0" presId="urn:microsoft.com/office/officeart/2018/2/layout/IconCircleList"/>
    <dgm:cxn modelId="{95507D71-0EAC-4BEB-8184-A3E4218970E6}" type="presParOf" srcId="{F50B9B9C-0826-449A-A93D-2124474F55FC}" destId="{C00C9998-98E0-43C7-8940-73F6AB8CE054}" srcOrd="4" destOrd="0" presId="urn:microsoft.com/office/officeart/2018/2/layout/IconCircleList"/>
    <dgm:cxn modelId="{CE862B4C-CAB9-4A64-A225-1F463554498A}" type="presParOf" srcId="{C00C9998-98E0-43C7-8940-73F6AB8CE054}" destId="{82E5C563-3FBB-439E-A0D3-8061012B3483}" srcOrd="0" destOrd="0" presId="urn:microsoft.com/office/officeart/2018/2/layout/IconCircleList"/>
    <dgm:cxn modelId="{D52C498E-70BB-42B1-9B15-C485A77060CB}" type="presParOf" srcId="{C00C9998-98E0-43C7-8940-73F6AB8CE054}" destId="{0AD628B9-7821-4E4C-A9B4-A3612EFCA234}" srcOrd="1" destOrd="0" presId="urn:microsoft.com/office/officeart/2018/2/layout/IconCircleList"/>
    <dgm:cxn modelId="{AEF82390-EDD8-4428-A028-B56FC22DD5CB}" type="presParOf" srcId="{C00C9998-98E0-43C7-8940-73F6AB8CE054}" destId="{979FFD46-9F78-4F58-B56D-EC8E7C3F4A49}" srcOrd="2" destOrd="0" presId="urn:microsoft.com/office/officeart/2018/2/layout/IconCircleList"/>
    <dgm:cxn modelId="{B8E18352-7F6A-49BC-A93D-907923BC8C09}" type="presParOf" srcId="{C00C9998-98E0-43C7-8940-73F6AB8CE054}" destId="{C7CDEAE6-1DA5-4342-BB2B-1201AE229BA9}" srcOrd="3" destOrd="0" presId="urn:microsoft.com/office/officeart/2018/2/layout/IconCircleList"/>
    <dgm:cxn modelId="{DAF8FFC0-8717-4CC9-9720-08749F7E9F09}" type="presParOf" srcId="{F50B9B9C-0826-449A-A93D-2124474F55FC}" destId="{8C31734B-0556-4275-9CD3-007E9E14005C}" srcOrd="5" destOrd="0" presId="urn:microsoft.com/office/officeart/2018/2/layout/IconCircleList"/>
    <dgm:cxn modelId="{64FFAF5E-569D-441F-8E0B-2A2247BE1B9E}" type="presParOf" srcId="{F50B9B9C-0826-449A-A93D-2124474F55FC}" destId="{BDFFFC20-1F95-418E-843F-EAADBBAE9854}" srcOrd="6" destOrd="0" presId="urn:microsoft.com/office/officeart/2018/2/layout/IconCircleList"/>
    <dgm:cxn modelId="{C090A24D-5B7E-4981-B09D-6590374E7286}" type="presParOf" srcId="{BDFFFC20-1F95-418E-843F-EAADBBAE9854}" destId="{5ED6CEF7-F1B3-4C96-9CFE-21B79B0894A2}" srcOrd="0" destOrd="0" presId="urn:microsoft.com/office/officeart/2018/2/layout/IconCircleList"/>
    <dgm:cxn modelId="{6780CDC2-3A4A-40A6-BAE7-740BDC95B70D}" type="presParOf" srcId="{BDFFFC20-1F95-418E-843F-EAADBBAE9854}" destId="{5EA85CF4-F5AA-47C1-9F9C-F409CF24CB82}" srcOrd="1" destOrd="0" presId="urn:microsoft.com/office/officeart/2018/2/layout/IconCircleList"/>
    <dgm:cxn modelId="{41815022-3A3E-4FFF-91AB-87192A3C830A}" type="presParOf" srcId="{BDFFFC20-1F95-418E-843F-EAADBBAE9854}" destId="{F324553D-42AF-4958-93A1-0F5977319CA3}" srcOrd="2" destOrd="0" presId="urn:microsoft.com/office/officeart/2018/2/layout/IconCircleList"/>
    <dgm:cxn modelId="{9CF1198D-33DB-4804-B576-E823987CC6D7}" type="presParOf" srcId="{BDFFFC20-1F95-418E-843F-EAADBBAE9854}" destId="{839AC5D8-5A6B-489D-9791-90FE51FBB900}" srcOrd="3" destOrd="0" presId="urn:microsoft.com/office/officeart/2018/2/layout/IconCircleList"/>
    <dgm:cxn modelId="{20A82B35-A111-464A-8745-0A6A1F9ED6D1}" type="presParOf" srcId="{F50B9B9C-0826-449A-A93D-2124474F55FC}" destId="{943D246A-F147-4E3E-A98D-2B242E1E6ADB}" srcOrd="7" destOrd="0" presId="urn:microsoft.com/office/officeart/2018/2/layout/IconCircleList"/>
    <dgm:cxn modelId="{5226751E-09CC-4543-A932-22D7B4E6F384}" type="presParOf" srcId="{F50B9B9C-0826-449A-A93D-2124474F55FC}" destId="{A5D599E6-CC72-4C66-929A-88B628CF1E4F}" srcOrd="8" destOrd="0" presId="urn:microsoft.com/office/officeart/2018/2/layout/IconCircleList"/>
    <dgm:cxn modelId="{BE694960-0EBE-4AA8-A46B-D978A9E6832B}" type="presParOf" srcId="{A5D599E6-CC72-4C66-929A-88B628CF1E4F}" destId="{9B390534-12AC-4A19-9789-54A2B124CAB3}" srcOrd="0" destOrd="0" presId="urn:microsoft.com/office/officeart/2018/2/layout/IconCircleList"/>
    <dgm:cxn modelId="{16FEF3D1-93E6-4B00-82C5-5E48C3324E6A}" type="presParOf" srcId="{A5D599E6-CC72-4C66-929A-88B628CF1E4F}" destId="{AEBA735E-B370-45DC-B68F-E8F2544CC308}" srcOrd="1" destOrd="0" presId="urn:microsoft.com/office/officeart/2018/2/layout/IconCircleList"/>
    <dgm:cxn modelId="{0EC0CFB5-793A-491D-AFBD-266DBA7FAF5F}" type="presParOf" srcId="{A5D599E6-CC72-4C66-929A-88B628CF1E4F}" destId="{C0C22F4B-7279-46E4-89AB-08A5CA0C19FC}" srcOrd="2" destOrd="0" presId="urn:microsoft.com/office/officeart/2018/2/layout/IconCircleList"/>
    <dgm:cxn modelId="{DFFEF472-3241-4A48-AFB8-356C349C7DA1}" type="presParOf" srcId="{A5D599E6-CC72-4C66-929A-88B628CF1E4F}" destId="{109B1FF2-2F26-4C93-8ED9-28B6BA118A8F}" srcOrd="3" destOrd="0" presId="urn:microsoft.com/office/officeart/2018/2/layout/IconCircleList"/>
    <dgm:cxn modelId="{2722D556-7080-4A7B-A3BA-223C5EE5017F}" type="presParOf" srcId="{F50B9B9C-0826-449A-A93D-2124474F55FC}" destId="{B30077E9-098A-4996-8387-AA475DDF6F57}" srcOrd="9" destOrd="0" presId="urn:microsoft.com/office/officeart/2018/2/layout/IconCircleList"/>
    <dgm:cxn modelId="{265344A2-5DD9-4635-8197-DAC03F8DE1B8}" type="presParOf" srcId="{F50B9B9C-0826-449A-A93D-2124474F55FC}" destId="{4F3EC335-54F2-4BEE-AA19-1A22BEB84026}" srcOrd="10" destOrd="0" presId="urn:microsoft.com/office/officeart/2018/2/layout/IconCircleList"/>
    <dgm:cxn modelId="{CD8CB26B-EF8F-4082-B4D4-B542DB43D72D}" type="presParOf" srcId="{4F3EC335-54F2-4BEE-AA19-1A22BEB84026}" destId="{29B920D2-B6C5-41BD-ACC0-A2B6D4DCF630}" srcOrd="0" destOrd="0" presId="urn:microsoft.com/office/officeart/2018/2/layout/IconCircleList"/>
    <dgm:cxn modelId="{36CFC8B3-49F9-4DCE-B987-00E8C895F0E3}" type="presParOf" srcId="{4F3EC335-54F2-4BEE-AA19-1A22BEB84026}" destId="{4EA58952-9238-40DD-B7D0-0A84F94D5C9B}" srcOrd="1" destOrd="0" presId="urn:microsoft.com/office/officeart/2018/2/layout/IconCircleList"/>
    <dgm:cxn modelId="{5FE1126F-AC04-4717-A158-8BD98922B226}" type="presParOf" srcId="{4F3EC335-54F2-4BEE-AA19-1A22BEB84026}" destId="{D2F3E02E-381B-4E62-BD14-0C8AEEE51314}" srcOrd="2" destOrd="0" presId="urn:microsoft.com/office/officeart/2018/2/layout/IconCircleList"/>
    <dgm:cxn modelId="{621CFD64-E000-4247-93A7-6F1E29850400}" type="presParOf" srcId="{4F3EC335-54F2-4BEE-AA19-1A22BEB84026}" destId="{5F713BEC-B1D0-45B7-988C-436307767C3A}" srcOrd="3" destOrd="0" presId="urn:microsoft.com/office/officeart/2018/2/layout/IconCircleList"/>
    <dgm:cxn modelId="{1AF1C059-A4EF-400C-8045-FED7CE1935B9}" type="presParOf" srcId="{F50B9B9C-0826-449A-A93D-2124474F55FC}" destId="{C5EBA07A-6DA0-4EF1-82EC-4DEC9F54EE0D}" srcOrd="11" destOrd="0" presId="urn:microsoft.com/office/officeart/2018/2/layout/IconCircleList"/>
    <dgm:cxn modelId="{B4B1F4F3-1BE6-48E3-B7A8-DF97A5269EA3}" type="presParOf" srcId="{F50B9B9C-0826-449A-A93D-2124474F55FC}" destId="{1D650CFE-2FE4-452B-A12F-14C1F8BD0623}" srcOrd="12" destOrd="0" presId="urn:microsoft.com/office/officeart/2018/2/layout/IconCircleList"/>
    <dgm:cxn modelId="{0B0E4E1C-0E9A-4934-B9A2-54AFA7DB6B95}" type="presParOf" srcId="{1D650CFE-2FE4-452B-A12F-14C1F8BD0623}" destId="{1B7EB3C9-482E-43D4-B6B4-5224A6985788}" srcOrd="0" destOrd="0" presId="urn:microsoft.com/office/officeart/2018/2/layout/IconCircleList"/>
    <dgm:cxn modelId="{AAF44B77-8693-4C9D-888B-7CBA72163F71}" type="presParOf" srcId="{1D650CFE-2FE4-452B-A12F-14C1F8BD0623}" destId="{B0CDB7C7-58B2-43D4-9996-FEA7B0F33565}" srcOrd="1" destOrd="0" presId="urn:microsoft.com/office/officeart/2018/2/layout/IconCircleList"/>
    <dgm:cxn modelId="{F8F32642-92A1-4919-ADA4-EBFF0BB36F00}" type="presParOf" srcId="{1D650CFE-2FE4-452B-A12F-14C1F8BD0623}" destId="{9DBA45B9-E3B9-4FE3-9BF3-715A483685F4}" srcOrd="2" destOrd="0" presId="urn:microsoft.com/office/officeart/2018/2/layout/IconCircleList"/>
    <dgm:cxn modelId="{E45DC425-252F-47A7-B26D-956C5D368789}" type="presParOf" srcId="{1D650CFE-2FE4-452B-A12F-14C1F8BD0623}" destId="{5B283B01-B1EF-444C-989C-FC4CC635A39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F46DBA-9AF9-4F7F-A3D6-D95461D67509}">
      <dsp:nvSpPr>
        <dsp:cNvPr id="0" name=""/>
        <dsp:cNvSpPr/>
      </dsp:nvSpPr>
      <dsp:spPr>
        <a:xfrm>
          <a:off x="0" y="212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B37FA8-5171-4A75-A531-28902ECD1BAC}">
      <dsp:nvSpPr>
        <dsp:cNvPr id="0" name=""/>
        <dsp:cNvSpPr/>
      </dsp:nvSpPr>
      <dsp:spPr>
        <a:xfrm>
          <a:off x="0" y="2124"/>
          <a:ext cx="10515600" cy="72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noProof="0" dirty="0"/>
            <a:t>Kód, projekt verziókezelés</a:t>
          </a:r>
          <a:r>
            <a:rPr lang="en-DE" sz="3300" kern="1200" noProof="0" dirty="0"/>
            <a:t>e</a:t>
          </a:r>
          <a:endParaRPr lang="hu-HU" sz="3300" kern="1200" noProof="0" dirty="0"/>
        </a:p>
      </dsp:txBody>
      <dsp:txXfrm>
        <a:off x="0" y="2124"/>
        <a:ext cx="10515600" cy="724514"/>
      </dsp:txXfrm>
    </dsp:sp>
    <dsp:sp modelId="{2C1C53CC-9474-427A-9820-02F13AE8F1EB}">
      <dsp:nvSpPr>
        <dsp:cNvPr id="0" name=""/>
        <dsp:cNvSpPr/>
      </dsp:nvSpPr>
      <dsp:spPr>
        <a:xfrm>
          <a:off x="0" y="72663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CCD32F-D70D-481F-85CD-B73BEA0928EA}">
      <dsp:nvSpPr>
        <dsp:cNvPr id="0" name=""/>
        <dsp:cNvSpPr/>
      </dsp:nvSpPr>
      <dsp:spPr>
        <a:xfrm>
          <a:off x="0" y="726639"/>
          <a:ext cx="10515600" cy="72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noProof="0" dirty="0"/>
            <a:t>Hiba</a:t>
          </a:r>
          <a:r>
            <a:rPr lang="en-DE" sz="3300" kern="1200" noProof="0" dirty="0"/>
            <a:t> </a:t>
          </a:r>
          <a:r>
            <a:rPr lang="hu-HU" sz="3300" kern="1200" noProof="0" dirty="0"/>
            <a:t>visszajelzés</a:t>
          </a:r>
        </a:p>
      </dsp:txBody>
      <dsp:txXfrm>
        <a:off x="0" y="726639"/>
        <a:ext cx="10515600" cy="724514"/>
      </dsp:txXfrm>
    </dsp:sp>
    <dsp:sp modelId="{9BB265FE-ABB1-4425-86A6-7B1393F6ABE6}">
      <dsp:nvSpPr>
        <dsp:cNvPr id="0" name=""/>
        <dsp:cNvSpPr/>
      </dsp:nvSpPr>
      <dsp:spPr>
        <a:xfrm>
          <a:off x="0" y="145115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E0358E-FAF7-430B-8382-B8EA0B2176C1}">
      <dsp:nvSpPr>
        <dsp:cNvPr id="0" name=""/>
        <dsp:cNvSpPr/>
      </dsp:nvSpPr>
      <dsp:spPr>
        <a:xfrm>
          <a:off x="0" y="1451154"/>
          <a:ext cx="10515600" cy="72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noProof="0" dirty="0"/>
            <a:t>Csapatmunka</a:t>
          </a:r>
        </a:p>
      </dsp:txBody>
      <dsp:txXfrm>
        <a:off x="0" y="1451154"/>
        <a:ext cx="10515600" cy="724514"/>
      </dsp:txXfrm>
    </dsp:sp>
    <dsp:sp modelId="{2445096C-E582-4C8C-A3FE-4BE0C11FF081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949B52-D9C3-4631-8FCB-B0BD3D1AD935}">
      <dsp:nvSpPr>
        <dsp:cNvPr id="0" name=""/>
        <dsp:cNvSpPr/>
      </dsp:nvSpPr>
      <dsp:spPr>
        <a:xfrm>
          <a:off x="0" y="2175669"/>
          <a:ext cx="10515600" cy="72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noProof="0" dirty="0"/>
            <a:t>“</a:t>
          </a:r>
          <a:r>
            <a:rPr lang="hu-HU" sz="3300" kern="1200" noProof="0" dirty="0" err="1"/>
            <a:t>Repository</a:t>
          </a:r>
          <a:r>
            <a:rPr lang="hu-HU" sz="3300" kern="1200" noProof="0" dirty="0"/>
            <a:t>”</a:t>
          </a:r>
          <a:r>
            <a:rPr lang="en-DE" sz="3300" kern="1200" noProof="0" dirty="0"/>
            <a:t>-k</a:t>
          </a:r>
          <a:r>
            <a:rPr lang="hu-HU" sz="3300" kern="1200" noProof="0" dirty="0"/>
            <a:t> alapján kezelünk projekteket, fájlokat</a:t>
          </a:r>
        </a:p>
      </dsp:txBody>
      <dsp:txXfrm>
        <a:off x="0" y="2175669"/>
        <a:ext cx="10515600" cy="724514"/>
      </dsp:txXfrm>
    </dsp:sp>
    <dsp:sp modelId="{7411BC8F-0237-4611-8B02-A5763F59D568}">
      <dsp:nvSpPr>
        <dsp:cNvPr id="0" name=""/>
        <dsp:cNvSpPr/>
      </dsp:nvSpPr>
      <dsp:spPr>
        <a:xfrm>
          <a:off x="0" y="290018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3198F1-869C-4B49-B704-14540A3D719C}">
      <dsp:nvSpPr>
        <dsp:cNvPr id="0" name=""/>
        <dsp:cNvSpPr/>
      </dsp:nvSpPr>
      <dsp:spPr>
        <a:xfrm>
          <a:off x="0" y="2900183"/>
          <a:ext cx="10515600" cy="72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noProof="0" dirty="0"/>
            <a:t>Visual </a:t>
          </a:r>
          <a:r>
            <a:rPr lang="hu-HU" sz="3300" kern="1200" noProof="0" dirty="0" err="1"/>
            <a:t>Studio</a:t>
          </a:r>
          <a:r>
            <a:rPr lang="hu-HU" sz="3300" kern="1200" noProof="0" dirty="0"/>
            <a:t> (</a:t>
          </a:r>
          <a:r>
            <a:rPr lang="hu-HU" sz="3300" kern="1200" noProof="0" dirty="0" err="1"/>
            <a:t>Code</a:t>
          </a:r>
          <a:r>
            <a:rPr lang="hu-HU" sz="3300" kern="1200" noProof="0" dirty="0"/>
            <a:t>) integráció</a:t>
          </a:r>
        </a:p>
      </dsp:txBody>
      <dsp:txXfrm>
        <a:off x="0" y="2900183"/>
        <a:ext cx="10515600" cy="724514"/>
      </dsp:txXfrm>
    </dsp:sp>
    <dsp:sp modelId="{D83C83B4-C81E-45E2-96AC-985E0AB817B9}">
      <dsp:nvSpPr>
        <dsp:cNvPr id="0" name=""/>
        <dsp:cNvSpPr/>
      </dsp:nvSpPr>
      <dsp:spPr>
        <a:xfrm>
          <a:off x="0" y="362469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6EEADC-9293-4834-AE1B-88CA17BA2691}">
      <dsp:nvSpPr>
        <dsp:cNvPr id="0" name=""/>
        <dsp:cNvSpPr/>
      </dsp:nvSpPr>
      <dsp:spPr>
        <a:xfrm>
          <a:off x="0" y="3624698"/>
          <a:ext cx="10515600" cy="72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noProof="0" dirty="0"/>
            <a:t>Szöveges fájlok kezelésére tökéletes</a:t>
          </a:r>
        </a:p>
      </dsp:txBody>
      <dsp:txXfrm>
        <a:off x="0" y="3624698"/>
        <a:ext cx="10515600" cy="7245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71A76E-68A6-49E2-A154-0587EBCBAA7F}">
      <dsp:nvSpPr>
        <dsp:cNvPr id="0" name=""/>
        <dsp:cNvSpPr/>
      </dsp:nvSpPr>
      <dsp:spPr>
        <a:xfrm>
          <a:off x="82613" y="90072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A36D12-6534-425C-A1C0-8171FAFCCB72}">
      <dsp:nvSpPr>
        <dsp:cNvPr id="0" name=""/>
        <dsp:cNvSpPr/>
      </dsp:nvSpPr>
      <dsp:spPr>
        <a:xfrm>
          <a:off x="271034" y="278494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FEB6A7-26A2-457F-AD10-7DD55992337B}">
      <dsp:nvSpPr>
        <dsp:cNvPr id="0" name=""/>
        <dsp:cNvSpPr/>
      </dsp:nvSpPr>
      <dsp:spPr>
        <a:xfrm>
          <a:off x="1172126" y="90072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Commit</a:t>
          </a:r>
        </a:p>
      </dsp:txBody>
      <dsp:txXfrm>
        <a:off x="1172126" y="90072"/>
        <a:ext cx="2114937" cy="897246"/>
      </dsp:txXfrm>
    </dsp:sp>
    <dsp:sp modelId="{60BB2781-EB7D-49F0-8E33-7138839F6985}">
      <dsp:nvSpPr>
        <dsp:cNvPr id="0" name=""/>
        <dsp:cNvSpPr/>
      </dsp:nvSpPr>
      <dsp:spPr>
        <a:xfrm>
          <a:off x="3655575" y="90072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9BEC2D-EB4B-4B54-A9AA-42428E7F624D}">
      <dsp:nvSpPr>
        <dsp:cNvPr id="0" name=""/>
        <dsp:cNvSpPr/>
      </dsp:nvSpPr>
      <dsp:spPr>
        <a:xfrm>
          <a:off x="3843996" y="278494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EE74E4-25D2-4643-8844-9347267C0F9B}">
      <dsp:nvSpPr>
        <dsp:cNvPr id="0" name=""/>
        <dsp:cNvSpPr/>
      </dsp:nvSpPr>
      <dsp:spPr>
        <a:xfrm>
          <a:off x="4745088" y="90072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Pull</a:t>
          </a:r>
        </a:p>
      </dsp:txBody>
      <dsp:txXfrm>
        <a:off x="4745088" y="90072"/>
        <a:ext cx="2114937" cy="897246"/>
      </dsp:txXfrm>
    </dsp:sp>
    <dsp:sp modelId="{82E5C563-3FBB-439E-A0D3-8061012B3483}">
      <dsp:nvSpPr>
        <dsp:cNvPr id="0" name=""/>
        <dsp:cNvSpPr/>
      </dsp:nvSpPr>
      <dsp:spPr>
        <a:xfrm>
          <a:off x="7228536" y="90072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D628B9-7821-4E4C-A9B4-A3612EFCA234}">
      <dsp:nvSpPr>
        <dsp:cNvPr id="0" name=""/>
        <dsp:cNvSpPr/>
      </dsp:nvSpPr>
      <dsp:spPr>
        <a:xfrm>
          <a:off x="7416958" y="278494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CDEAE6-1DA5-4342-BB2B-1201AE229BA9}">
      <dsp:nvSpPr>
        <dsp:cNvPr id="0" name=""/>
        <dsp:cNvSpPr/>
      </dsp:nvSpPr>
      <dsp:spPr>
        <a:xfrm>
          <a:off x="8318049" y="90072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Push</a:t>
          </a:r>
        </a:p>
      </dsp:txBody>
      <dsp:txXfrm>
        <a:off x="8318049" y="90072"/>
        <a:ext cx="2114937" cy="897246"/>
      </dsp:txXfrm>
    </dsp:sp>
    <dsp:sp modelId="{5ED6CEF7-F1B3-4C96-9CFE-21B79B0894A2}">
      <dsp:nvSpPr>
        <dsp:cNvPr id="0" name=""/>
        <dsp:cNvSpPr/>
      </dsp:nvSpPr>
      <dsp:spPr>
        <a:xfrm>
          <a:off x="82613" y="1727045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A85CF4-F5AA-47C1-9F9C-F409CF24CB82}">
      <dsp:nvSpPr>
        <dsp:cNvPr id="0" name=""/>
        <dsp:cNvSpPr/>
      </dsp:nvSpPr>
      <dsp:spPr>
        <a:xfrm>
          <a:off x="271034" y="1915467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9AC5D8-5A6B-489D-9791-90FE51FBB900}">
      <dsp:nvSpPr>
        <dsp:cNvPr id="0" name=""/>
        <dsp:cNvSpPr/>
      </dsp:nvSpPr>
      <dsp:spPr>
        <a:xfrm>
          <a:off x="1172126" y="1727045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Sync</a:t>
          </a:r>
        </a:p>
      </dsp:txBody>
      <dsp:txXfrm>
        <a:off x="1172126" y="1727045"/>
        <a:ext cx="2114937" cy="897246"/>
      </dsp:txXfrm>
    </dsp:sp>
    <dsp:sp modelId="{9B390534-12AC-4A19-9789-54A2B124CAB3}">
      <dsp:nvSpPr>
        <dsp:cNvPr id="0" name=""/>
        <dsp:cNvSpPr/>
      </dsp:nvSpPr>
      <dsp:spPr>
        <a:xfrm>
          <a:off x="3655575" y="1727045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BA735E-B370-45DC-B68F-E8F2544CC308}">
      <dsp:nvSpPr>
        <dsp:cNvPr id="0" name=""/>
        <dsp:cNvSpPr/>
      </dsp:nvSpPr>
      <dsp:spPr>
        <a:xfrm>
          <a:off x="3843996" y="1915467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9B1FF2-2F26-4C93-8ED9-28B6BA118A8F}">
      <dsp:nvSpPr>
        <dsp:cNvPr id="0" name=""/>
        <dsp:cNvSpPr/>
      </dsp:nvSpPr>
      <dsp:spPr>
        <a:xfrm>
          <a:off x="4745088" y="1727045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Fetch</a:t>
          </a:r>
        </a:p>
      </dsp:txBody>
      <dsp:txXfrm>
        <a:off x="4745088" y="1727045"/>
        <a:ext cx="2114937" cy="897246"/>
      </dsp:txXfrm>
    </dsp:sp>
    <dsp:sp modelId="{29B920D2-B6C5-41BD-ACC0-A2B6D4DCF630}">
      <dsp:nvSpPr>
        <dsp:cNvPr id="0" name=""/>
        <dsp:cNvSpPr/>
      </dsp:nvSpPr>
      <dsp:spPr>
        <a:xfrm>
          <a:off x="7228536" y="1727045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A58952-9238-40DD-B7D0-0A84F94D5C9B}">
      <dsp:nvSpPr>
        <dsp:cNvPr id="0" name=""/>
        <dsp:cNvSpPr/>
      </dsp:nvSpPr>
      <dsp:spPr>
        <a:xfrm>
          <a:off x="7416958" y="1915467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713BEC-B1D0-45B7-988C-436307767C3A}">
      <dsp:nvSpPr>
        <dsp:cNvPr id="0" name=""/>
        <dsp:cNvSpPr/>
      </dsp:nvSpPr>
      <dsp:spPr>
        <a:xfrm>
          <a:off x="8318049" y="1727045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Pull Request</a:t>
          </a:r>
        </a:p>
      </dsp:txBody>
      <dsp:txXfrm>
        <a:off x="8318049" y="1727045"/>
        <a:ext cx="2114937" cy="897246"/>
      </dsp:txXfrm>
    </dsp:sp>
    <dsp:sp modelId="{1B7EB3C9-482E-43D4-B6B4-5224A6985788}">
      <dsp:nvSpPr>
        <dsp:cNvPr id="0" name=""/>
        <dsp:cNvSpPr/>
      </dsp:nvSpPr>
      <dsp:spPr>
        <a:xfrm>
          <a:off x="82613" y="3364019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CDB7C7-58B2-43D4-9996-FEA7B0F33565}">
      <dsp:nvSpPr>
        <dsp:cNvPr id="0" name=""/>
        <dsp:cNvSpPr/>
      </dsp:nvSpPr>
      <dsp:spPr>
        <a:xfrm>
          <a:off x="271034" y="3552441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13"/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283B01-B1EF-444C-989C-FC4CC635A397}">
      <dsp:nvSpPr>
        <dsp:cNvPr id="0" name=""/>
        <dsp:cNvSpPr/>
      </dsp:nvSpPr>
      <dsp:spPr>
        <a:xfrm>
          <a:off x="1172126" y="3364019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Branch</a:t>
          </a:r>
        </a:p>
      </dsp:txBody>
      <dsp:txXfrm>
        <a:off x="1172126" y="3364019"/>
        <a:ext cx="2114937" cy="8972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139C50-D054-7D99-C802-5CD4E2D9AE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BC024C7-831C-5757-F031-3D455E647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B326F12-6536-246C-A9EC-5E7B6FFB5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B3E8804-A46A-E4CA-E1C5-54D59FD72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0DC95F7-0A4C-FCEB-4C65-CDEB17FB3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3591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5B505D-4314-8810-61FB-A6458671C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9F94790-16FC-C06D-326D-B8DA83A3F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EA4534E-388F-4822-81DF-5601C3FC8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3846392-004D-B524-71D4-6DB4C7F17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04B8338-80E4-3E39-CA5A-B9A59DE28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4774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D4DB387-9313-22A2-EB52-075629957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2E53653-95C9-0F2D-210D-630F3CFB5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DCD9A5E-CC49-44ED-3D3A-FE78B1FA7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C69C7BE-8A7F-EC90-9735-FF6F15165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BEF62E6-6D74-04C6-7AAA-F4DDEEC8E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73176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5E92D5-2C9E-ECA3-B4A2-08DD4FFA4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DF6705-075C-9CC9-BDCC-B24BD58DA0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46C6A82-3FCA-3A06-B720-3E9FAF833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DE08B1C-DB38-3103-010D-1AEEBF930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67198EA-3E24-127B-A38F-0067E7639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090BCB9-B3DC-AD7B-3C2A-1D9A04368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84722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179B4A-1954-FF46-14D3-FA37C1B4A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B0E05FA-2B21-557F-51A6-9786E914E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9222097-2541-332A-2A6B-E823C4488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EBA33B45-D2D4-A951-4164-8FDCB2F517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5D0C680A-F110-38C5-84E9-51AAEB4C87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A177A2-038A-2C32-C8DA-02F3A0943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33740963-1190-FCA7-AAAB-D6F0FBD30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CE38B10D-8FC7-40E1-A143-BDE76DB93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333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D09420-A381-8687-72DD-26B4EA69D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3D84275-03E8-5F96-9BC8-4F82B572D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07CC1C48-E957-F856-48A6-016B2C49A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ABDC1E1-3064-C3F6-5F25-321BD6755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6096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41F35F9-07AF-17AA-0EEA-CEA1B09FB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9C4A9957-241B-FD48-111E-6603EC2D1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CE0EC9D-C7EA-8441-368C-ACD67014E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7792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8E5F9B-797C-84BF-2DF4-6D20C313F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6C48BB8-1693-37A7-4784-E0651224A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2E6C96F-1160-9D2A-2178-CCDA783159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1F58D48-0554-688B-E3D7-9BE15F324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D296AFE-D07A-8D2C-4977-7B413755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3760451-01BA-B0C5-BFB0-01E9C39A3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5441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AB362C-76BE-5A46-9A04-B72B1638D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80DA450-44C1-56F8-7F63-E577112118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57F099E-D5C2-FF67-391F-40FFCC62B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4217D20-8343-784F-3E89-E44122D14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B385BFC-A2B8-CF09-407C-CA4C7B15B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14A8756-5D13-9661-DE31-098D5C1F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67382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BCADE6C-0AC1-EFE3-8BB8-04E9D2FC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5FF156B-6C17-8276-0BA0-5EF8530DC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EC74AEB-9812-F28D-3A9D-36EF2B0E8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60C632B-6EC1-5CAF-637A-767CF9BC8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4577082-7E99-93DC-6D29-503940349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8292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2BD6F43-944F-B134-6296-67886FF6E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CE4B77D5-7EC0-48B6-FAB2-6FB798527C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2AA8C39-1272-CF37-50E9-F48C02B4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A844D-7DA3-8343-24B2-FE3EF7058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C1AD2D1-4EF4-46F2-D6D0-78BCAF84E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1437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92EF00E-7878-3E2F-3797-131F2535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C6D7CB-7FCA-9BB9-A8BF-0C0B1338A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F14531C-5989-3462-ADBF-A32D4898C6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D51270A-CF56-C358-682D-74DCE968F6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1ACD9CA-BA22-5F1B-B0F6-2D842866F7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3704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github.com/signup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esktop.github.com/download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scm.com/install/window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hyperlink" Target="https://www.youtube.com/watch?v=cKv4iFvTg38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2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3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5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6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7146AC3-42B6-8BD8-9473-FFD5C994DE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hu-HU" sz="8800" noProof="0" dirty="0">
                <a:solidFill>
                  <a:srgbClr val="FFFFFF"/>
                </a:solidFill>
              </a:rPr>
              <a:t>A GitHub és a verziókezelés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6DD56AF-C14E-3E47-F1B2-FBB910651B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r>
              <a:rPr lang="hu-HU" sz="2200" noProof="0" dirty="0">
                <a:solidFill>
                  <a:srgbClr val="FFFFFF"/>
                </a:solidFill>
              </a:rPr>
              <a:t>Molek Tamás Sándor</a:t>
            </a:r>
          </a:p>
          <a:p>
            <a:r>
              <a:rPr lang="hu-HU" sz="2200" noProof="0" dirty="0">
                <a:solidFill>
                  <a:srgbClr val="FFFFFF"/>
                </a:solidFill>
              </a:rPr>
              <a:t>12.E</a:t>
            </a:r>
          </a:p>
        </p:txBody>
      </p:sp>
    </p:spTree>
    <p:extLst>
      <p:ext uri="{BB962C8B-B14F-4D97-AF65-F5344CB8AC3E}">
        <p14:creationId xmlns:p14="http://schemas.microsoft.com/office/powerpoint/2010/main" val="76999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4E52049-E735-028A-75FC-23C2D46CD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hu-HU" sz="4600" noProof="0" dirty="0"/>
              <a:t>Verziókezelés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545EC8-F4B7-E090-CA1C-71273DF9AB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4023360" cy="3410712"/>
          </a:xfrm>
        </p:spPr>
        <p:txBody>
          <a:bodyPr anchor="t">
            <a:normAutofit/>
          </a:bodyPr>
          <a:lstStyle/>
          <a:p>
            <a:r>
              <a:rPr lang="hu-HU" noProof="0" dirty="0"/>
              <a:t>A képen láthatónak megelőzése érdekében</a:t>
            </a:r>
          </a:p>
          <a:p>
            <a:r>
              <a:rPr lang="hu-HU" noProof="0" dirty="0"/>
              <a:t>Fájl különböző </a:t>
            </a:r>
            <a:r>
              <a:rPr lang="hu-HU" noProof="0" dirty="0" err="1"/>
              <a:t>verziójainak</a:t>
            </a:r>
            <a:r>
              <a:rPr lang="hu-HU" noProof="0" dirty="0"/>
              <a:t> tárolása</a:t>
            </a:r>
          </a:p>
          <a:p>
            <a:r>
              <a:rPr lang="hu-HU" noProof="0" dirty="0"/>
              <a:t>Ha valami rosszul megy, vissza lehet fordítani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13937F6-090B-A2C5-9574-89BC224A3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694441"/>
            <a:ext cx="6903720" cy="3469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60674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E1F895-925B-7FC3-6BAB-044AD5763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000" noProof="0" dirty="0" err="1"/>
              <a:t>Github</a:t>
            </a:r>
            <a:endParaRPr lang="hu-HU" sz="6000" noProof="0" dirty="0"/>
          </a:p>
        </p:txBody>
      </p:sp>
      <p:graphicFrame>
        <p:nvGraphicFramePr>
          <p:cNvPr id="7" name="Tartalom helye 2">
            <a:extLst>
              <a:ext uri="{FF2B5EF4-FFF2-40B4-BE49-F238E27FC236}">
                <a16:creationId xmlns:a16="http://schemas.microsoft.com/office/drawing/2014/main" id="{05062EDC-F0F3-8888-A3CB-94EA20E019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881064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7070892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63F46DBA-9AF9-4F7F-A3D6-D95461D6750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graphicEl>
                                              <a:dgm id="{63F46DBA-9AF9-4F7F-A3D6-D95461D6750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B8B37FA8-5171-4A75-A531-28902ECD1BA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graphicEl>
                                              <a:dgm id="{B8B37FA8-5171-4A75-A531-28902ECD1BA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2C1C53CC-9474-427A-9820-02F13AE8F1E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graphicEl>
                                              <a:dgm id="{2C1C53CC-9474-427A-9820-02F13AE8F1E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27CCD32F-D70D-481F-85CD-B73BEA0928E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graphicEl>
                                              <a:dgm id="{27CCD32F-D70D-481F-85CD-B73BEA0928E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9BB265FE-ABB1-4425-86A6-7B1393F6ABE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graphicEl>
                                              <a:dgm id="{9BB265FE-ABB1-4425-86A6-7B1393F6ABE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CCE0358E-FAF7-430B-8382-B8EA0B2176C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graphicEl>
                                              <a:dgm id="{CCE0358E-FAF7-430B-8382-B8EA0B2176C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2445096C-E582-4C8C-A3FE-4BE0C11FF08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graphicEl>
                                              <a:dgm id="{2445096C-E582-4C8C-A3FE-4BE0C11FF08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F2949B52-D9C3-4631-8FCB-B0BD3D1AD9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graphicEl>
                                              <a:dgm id="{F2949B52-D9C3-4631-8FCB-B0BD3D1AD93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7411BC8F-0237-4611-8B02-A5763F59D5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>
                                            <p:graphicEl>
                                              <a:dgm id="{7411BC8F-0237-4611-8B02-A5763F59D5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BB3198F1-869C-4B49-B704-14540A3D719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graphicEl>
                                              <a:dgm id="{BB3198F1-869C-4B49-B704-14540A3D719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D83C83B4-C81E-45E2-96AC-985E0AB817B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graphicEl>
                                              <a:dgm id="{D83C83B4-C81E-45E2-96AC-985E0AB817B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086EEADC-9293-4834-AE1B-88CA17BA26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">
                                            <p:graphicEl>
                                              <a:dgm id="{086EEADC-9293-4834-AE1B-88CA17BA269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9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57C7F0F-CEFD-D65F-7C41-AB3CFC6F718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r="20689"/>
          <a:stretch>
            <a:fillRect/>
          </a:stretch>
        </p:blipFill>
        <p:spPr>
          <a:xfrm>
            <a:off x="3286031" y="10"/>
            <a:ext cx="9669642" cy="6857990"/>
          </a:xfrm>
          <a:prstGeom prst="rect">
            <a:avLst/>
          </a:prstGeom>
        </p:spPr>
      </p:pic>
      <p:sp>
        <p:nvSpPr>
          <p:cNvPr id="15" name="Rectangle 11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6A23746-0D56-9513-7F05-DD6FDFCA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hu-HU" sz="4000" noProof="0" dirty="0" err="1"/>
              <a:t>Github</a:t>
            </a:r>
            <a:r>
              <a:rPr lang="hu-HU" sz="4000" noProof="0" dirty="0"/>
              <a:t> Desktop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236E3B7-4D03-518A-D84B-67419E6665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r>
              <a:rPr lang="hu-HU" noProof="0" dirty="0"/>
              <a:t>Asztali alkalmazás a GitHubhoz</a:t>
            </a:r>
          </a:p>
          <a:p>
            <a:r>
              <a:rPr lang="hu-HU" noProof="0" dirty="0"/>
              <a:t>Könnyen használható felület</a:t>
            </a:r>
          </a:p>
          <a:p>
            <a:r>
              <a:rPr lang="hu-HU" noProof="0" dirty="0"/>
              <a:t>Origin = A GitHub szerverein lévő másolat</a:t>
            </a:r>
          </a:p>
        </p:txBody>
      </p:sp>
    </p:spTree>
    <p:extLst>
      <p:ext uri="{BB962C8B-B14F-4D97-AF65-F5344CB8AC3E}">
        <p14:creationId xmlns:p14="http://schemas.microsoft.com/office/powerpoint/2010/main" val="416645530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9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FA15C7D-0675-115E-B1A7-CCED14A77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5"/>
            <a:ext cx="10515600" cy="1133693"/>
          </a:xfrm>
        </p:spPr>
        <p:txBody>
          <a:bodyPr>
            <a:normAutofit/>
          </a:bodyPr>
          <a:lstStyle/>
          <a:p>
            <a:r>
              <a:rPr lang="hu-HU" sz="5200" noProof="0" dirty="0"/>
              <a:t>Fő GitHub funkciók</a:t>
            </a:r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39A14A2C-A335-DB6E-530B-4B7BEAB53F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308011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00482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571A76E-68A6-49E2-A154-0587EBCBAA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6571A76E-68A6-49E2-A154-0587EBCBAA7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1A36D12-6534-425C-A1C0-8171FAFCCB7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graphicEl>
                                              <a:dgm id="{91A36D12-6534-425C-A1C0-8171FAFCCB7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2FEB6A7-26A2-457F-AD10-7DD5599233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graphicEl>
                                              <a:dgm id="{82FEB6A7-26A2-457F-AD10-7DD55992337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0BB2781-EB7D-49F0-8E33-7138839F698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graphicEl>
                                              <a:dgm id="{60BB2781-EB7D-49F0-8E33-7138839F698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09BEC2D-EB4B-4B54-A9AA-42428E7F62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graphicEl>
                                              <a:dgm id="{109BEC2D-EB4B-4B54-A9AA-42428E7F62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2EE74E4-25D2-4643-8844-9347267C0F9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graphicEl>
                                              <a:dgm id="{12EE74E4-25D2-4643-8844-9347267C0F9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2E5C563-3FBB-439E-A0D3-8061012B348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graphicEl>
                                              <a:dgm id="{82E5C563-3FBB-439E-A0D3-8061012B348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AD628B9-7821-4E4C-A9B4-A3612EFCA23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0AD628B9-7821-4E4C-A9B4-A3612EFCA23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7CDEAE6-1DA5-4342-BB2B-1201AE229B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graphicEl>
                                              <a:dgm id="{C7CDEAE6-1DA5-4342-BB2B-1201AE229B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EA85CF4-F5AA-47C1-9F9C-F409CF24CB8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graphicEl>
                                              <a:dgm id="{5EA85CF4-F5AA-47C1-9F9C-F409CF24CB8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ED6CEF7-F1B3-4C96-9CFE-21B79B0894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5ED6CEF7-F1B3-4C96-9CFE-21B79B0894A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39AC5D8-5A6B-489D-9791-90FE51FBB90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graphicEl>
                                              <a:dgm id="{839AC5D8-5A6B-489D-9791-90FE51FBB90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EBA735E-B370-45DC-B68F-E8F2544CC3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graphicEl>
                                              <a:dgm id="{AEBA735E-B370-45DC-B68F-E8F2544CC3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B390534-12AC-4A19-9789-54A2B124CAB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graphicEl>
                                              <a:dgm id="{9B390534-12AC-4A19-9789-54A2B124CAB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09B1FF2-2F26-4C93-8ED9-28B6BA118A8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109B1FF2-2F26-4C93-8ED9-28B6BA118A8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EA58952-9238-40DD-B7D0-0A84F94D5C9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4EA58952-9238-40DD-B7D0-0A84F94D5C9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9B920D2-B6C5-41BD-ACC0-A2B6D4DCF63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graphicEl>
                                              <a:dgm id="{29B920D2-B6C5-41BD-ACC0-A2B6D4DCF63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F713BEC-B1D0-45B7-988C-436307767C3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">
                                            <p:graphicEl>
                                              <a:dgm id="{5F713BEC-B1D0-45B7-988C-436307767C3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B7EB3C9-482E-43D4-B6B4-5224A698578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graphicEl>
                                              <a:dgm id="{1B7EB3C9-482E-43D4-B6B4-5224A698578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0CDB7C7-58B2-43D4-9996-FEA7B0F3356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">
                                            <p:graphicEl>
                                              <a:dgm id="{B0CDB7C7-58B2-43D4-9996-FEA7B0F3356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B283B01-B1EF-444C-989C-FC4CC635A39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">
                                            <p:graphicEl>
                                              <a:dgm id="{5B283B01-B1EF-444C-989C-FC4CC635A39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7AD1DF3-6540-7EF2-D3F4-C6E329CDF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693" y="1030406"/>
            <a:ext cx="8147713" cy="30812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 noProof="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Gyakorlat</a:t>
            </a:r>
            <a:endParaRPr lang="en-US" sz="4800" kern="1200" noProof="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574BCA7-75C8-73F1-8AD1-B4417D7FBB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59943" y="4307840"/>
            <a:ext cx="9078628" cy="172387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800" kern="1200" noProof="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Ettől</a:t>
            </a:r>
            <a:r>
              <a:rPr lang="en-US" sz="2800" kern="1200" noProof="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a </a:t>
            </a:r>
            <a:r>
              <a:rPr lang="en-US" sz="2800" kern="1200" noProof="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ponttól</a:t>
            </a:r>
            <a:r>
              <a:rPr lang="en-US" sz="2800" kern="1200" noProof="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GitHub </a:t>
            </a:r>
            <a:r>
              <a:rPr lang="en-US" sz="2800" kern="1200" noProof="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gyakorlat</a:t>
            </a:r>
            <a:r>
              <a:rPr lang="en-US" sz="2800" kern="1200" noProof="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van.</a:t>
            </a:r>
            <a:br>
              <a:rPr lang="en-US" sz="2800" kern="1200" noProof="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</a:br>
            <a:r>
              <a:rPr lang="en-US" sz="2800" kern="1200" noProof="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Akinek</a:t>
            </a:r>
            <a:r>
              <a:rPr lang="en-US" sz="2800" kern="1200" noProof="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van </a:t>
            </a:r>
            <a:r>
              <a:rPr lang="en-US" sz="2800" kern="1200" noProof="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tárhely</a:t>
            </a:r>
            <a:r>
              <a:rPr lang="en-US" sz="2800" kern="1200" noProof="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a </a:t>
            </a:r>
            <a:r>
              <a:rPr lang="en-US" sz="2800" kern="1200" noProof="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gép</a:t>
            </a:r>
            <a:r>
              <a:rPr lang="hu-HU" sz="2800" kern="1200" noProof="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é</a:t>
            </a:r>
            <a:r>
              <a:rPr lang="en-US" sz="2800" kern="1200" noProof="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n, </a:t>
            </a:r>
            <a:r>
              <a:rPr lang="en-US" sz="2800" kern="1200" noProof="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az</a:t>
            </a:r>
            <a:r>
              <a:rPr lang="en-US" sz="2800" kern="1200" noProof="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800" kern="1200" noProof="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követheti</a:t>
            </a:r>
            <a:r>
              <a:rPr lang="en-US" sz="2800" kern="1200" noProof="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800" kern="1200" noProof="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az</a:t>
            </a:r>
            <a:r>
              <a:rPr lang="en-US" sz="2800" kern="1200" noProof="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800" kern="1200" noProof="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előadást</a:t>
            </a:r>
            <a:endParaRPr lang="en-US" sz="2800" kern="1200" noProof="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3693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86C3BDD-D911-C19B-0896-77E6439F4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DE" sz="4000">
                <a:solidFill>
                  <a:srgbClr val="FFFFFF"/>
                </a:solidFill>
              </a:rPr>
              <a:t>GitHub fiók létrehozás</a:t>
            </a:r>
            <a:r>
              <a:rPr lang="hu-HU" sz="400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3014F31-1D88-18F5-157C-233D3B524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3589" y="649480"/>
            <a:ext cx="3597960" cy="5546047"/>
          </a:xfrm>
        </p:spPr>
        <p:txBody>
          <a:bodyPr anchor="ctr">
            <a:normAutofit/>
          </a:bodyPr>
          <a:lstStyle/>
          <a:p>
            <a:r>
              <a:rPr lang="en-DE" sz="2400" dirty="0" err="1"/>
              <a:t>Csak</a:t>
            </a:r>
            <a:r>
              <a:rPr lang="en-DE" sz="2400" dirty="0"/>
              <a:t> </a:t>
            </a:r>
            <a:r>
              <a:rPr lang="en-DE" sz="2400" dirty="0" err="1"/>
              <a:t>akkor</a:t>
            </a:r>
            <a:r>
              <a:rPr lang="en-DE" sz="2400" dirty="0"/>
              <a:t> </a:t>
            </a:r>
            <a:r>
              <a:rPr lang="en-DE" sz="2400" dirty="0" err="1"/>
              <a:t>kell</a:t>
            </a:r>
            <a:r>
              <a:rPr lang="en-DE" sz="2400" dirty="0"/>
              <a:t>, ha </a:t>
            </a:r>
            <a:r>
              <a:rPr lang="en-DE" sz="2400" dirty="0" err="1"/>
              <a:t>még</a:t>
            </a:r>
            <a:r>
              <a:rPr lang="en-DE" sz="2400" dirty="0"/>
              <a:t> </a:t>
            </a:r>
            <a:r>
              <a:rPr lang="en-DE" sz="2400" dirty="0" err="1"/>
              <a:t>nincs</a:t>
            </a:r>
            <a:endParaRPr lang="en-DE" sz="2400" dirty="0"/>
          </a:p>
          <a:p>
            <a:r>
              <a:rPr lang="hu-HU" sz="2400" dirty="0">
                <a:hlinkClick r:id="rId2"/>
              </a:rPr>
              <a:t>https://github.com/signup</a:t>
            </a:r>
            <a:r>
              <a:rPr lang="hu-HU" sz="2400" dirty="0"/>
              <a:t> </a:t>
            </a:r>
          </a:p>
          <a:p>
            <a:r>
              <a:rPr lang="en-DE" sz="2400" dirty="0" err="1"/>
              <a:t>Szükséges</a:t>
            </a:r>
            <a:r>
              <a:rPr lang="en-DE" sz="2400" dirty="0"/>
              <a:t> </a:t>
            </a:r>
            <a:r>
              <a:rPr lang="en-DE" sz="2400" dirty="0" err="1"/>
              <a:t>adatok</a:t>
            </a:r>
            <a:endParaRPr lang="en-DE" sz="2400" dirty="0"/>
          </a:p>
          <a:p>
            <a:pPr lvl="1"/>
            <a:r>
              <a:rPr lang="en-DE" dirty="0"/>
              <a:t>Email-</a:t>
            </a:r>
            <a:r>
              <a:rPr lang="en-DE" dirty="0" err="1"/>
              <a:t>cím</a:t>
            </a:r>
            <a:endParaRPr lang="en-DE" dirty="0"/>
          </a:p>
          <a:p>
            <a:pPr lvl="1"/>
            <a:r>
              <a:rPr lang="en-DE" dirty="0" err="1"/>
              <a:t>Jelszó</a:t>
            </a:r>
            <a:endParaRPr lang="en-DE" dirty="0"/>
          </a:p>
          <a:p>
            <a:pPr lvl="1"/>
            <a:r>
              <a:rPr lang="en-DE" dirty="0"/>
              <a:t>Felhasználó </a:t>
            </a:r>
            <a:r>
              <a:rPr lang="en-DE" dirty="0" err="1"/>
              <a:t>név</a:t>
            </a:r>
            <a:endParaRPr lang="en-DE" dirty="0"/>
          </a:p>
          <a:p>
            <a:r>
              <a:rPr lang="hu-HU" sz="2400" dirty="0"/>
              <a:t>Opcionális adatok</a:t>
            </a:r>
            <a:endParaRPr lang="en-DE" sz="2400" dirty="0"/>
          </a:p>
          <a:p>
            <a:pPr lvl="1"/>
            <a:r>
              <a:rPr lang="hu-HU" dirty="0"/>
              <a:t>Ország/Régió</a:t>
            </a:r>
            <a:endParaRPr lang="en-DE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F4EC31D-6DAA-9D24-4004-D310F144F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8409" y="473654"/>
            <a:ext cx="3597961" cy="5922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051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ím 3">
            <a:extLst>
              <a:ext uri="{FF2B5EF4-FFF2-40B4-BE49-F238E27FC236}">
                <a16:creationId xmlns:a16="http://schemas.microsoft.com/office/drawing/2014/main" id="{F84A4A7C-97FB-A3A3-C412-8932CDC4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hu-HU" sz="4000" noProof="0">
                <a:solidFill>
                  <a:srgbClr val="FFFFFF"/>
                </a:solidFill>
              </a:rPr>
              <a:t>GitHub Desktop letöltés</a:t>
            </a:r>
          </a:p>
        </p:txBody>
      </p:sp>
      <p:sp>
        <p:nvSpPr>
          <p:cNvPr id="5" name="Tartalom helye 4">
            <a:extLst>
              <a:ext uri="{FF2B5EF4-FFF2-40B4-BE49-F238E27FC236}">
                <a16:creationId xmlns:a16="http://schemas.microsoft.com/office/drawing/2014/main" id="{1F84CD74-11D1-07A9-35E4-F8F965AF8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0901" y="649480"/>
            <a:ext cx="7264400" cy="5546047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3200" noProof="0" dirty="0"/>
              <a:t>Szükséges tárhely: ~600-700MB</a:t>
            </a:r>
          </a:p>
          <a:p>
            <a:pPr>
              <a:lnSpc>
                <a:spcPct val="150000"/>
              </a:lnSpc>
            </a:pPr>
            <a:r>
              <a:rPr lang="hu-HU" sz="3200" noProof="0" dirty="0"/>
              <a:t>macOS 12.0+ vagy Windows 10+</a:t>
            </a:r>
          </a:p>
          <a:p>
            <a:pPr>
              <a:lnSpc>
                <a:spcPct val="150000"/>
              </a:lnSpc>
            </a:pPr>
            <a:r>
              <a:rPr lang="hu-HU" sz="3200" noProof="0" dirty="0"/>
              <a:t>GitHub fiók használata </a:t>
            </a:r>
            <a:r>
              <a:rPr lang="hu-HU" sz="3200" b="1" noProof="0" dirty="0"/>
              <a:t>kötelező</a:t>
            </a:r>
          </a:p>
          <a:p>
            <a:pPr>
              <a:lnSpc>
                <a:spcPct val="150000"/>
              </a:lnSpc>
            </a:pPr>
            <a:r>
              <a:rPr lang="hu-HU" sz="3200" noProof="0" dirty="0">
                <a:hlinkClick r:id="rId2"/>
              </a:rPr>
              <a:t>https://desktop.github.com/download/</a:t>
            </a:r>
            <a:r>
              <a:rPr lang="hu-HU" sz="32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7371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BD2052C-BF55-7FE4-CF32-468A6C7DD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 GitHub Desktop </a:t>
            </a:r>
            <a:r>
              <a:rPr lang="en-DE" dirty="0" err="1"/>
              <a:t>Felülete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765F174-A271-41CB-9022-F6B43655F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27608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1E7761-3763-BBC1-E7DD-D2851C003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Visual Studio Code </a:t>
            </a:r>
            <a:r>
              <a:rPr lang="en-DE" dirty="0" err="1"/>
              <a:t>Integráció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166023B-FDD4-9A20-DEDB-C8CBAD0BD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/>
              <a:t>Git </a:t>
            </a:r>
            <a:r>
              <a:rPr lang="en-DE" dirty="0" err="1"/>
              <a:t>letöltése</a:t>
            </a:r>
            <a:r>
              <a:rPr lang="en-DE" dirty="0"/>
              <a:t> </a:t>
            </a:r>
            <a:r>
              <a:rPr lang="en-DE" dirty="0" err="1"/>
              <a:t>kötelező</a:t>
            </a:r>
            <a:endParaRPr lang="en-DE" dirty="0"/>
          </a:p>
          <a:p>
            <a:pPr lvl="1"/>
            <a:r>
              <a:rPr lang="en-DE" dirty="0">
                <a:hlinkClick r:id="rId2"/>
              </a:rPr>
              <a:t>https://git-scm.com/install/windows</a:t>
            </a:r>
            <a:r>
              <a:rPr lang="en-DE" dirty="0"/>
              <a:t> </a:t>
            </a:r>
          </a:p>
          <a:p>
            <a:pPr lvl="1"/>
            <a:r>
              <a:rPr lang="en-DE" dirty="0" err="1"/>
              <a:t>Lépések</a:t>
            </a:r>
            <a:r>
              <a:rPr lang="en-DE" dirty="0"/>
              <a:t> </a:t>
            </a:r>
            <a:r>
              <a:rPr lang="en-DE" dirty="0" err="1"/>
              <a:t>jelentős</a:t>
            </a:r>
            <a:r>
              <a:rPr lang="en-DE" dirty="0"/>
              <a:t> </a:t>
            </a:r>
            <a:r>
              <a:rPr lang="en-DE" dirty="0" err="1"/>
              <a:t>részénél</a:t>
            </a:r>
            <a:r>
              <a:rPr lang="en-DE" dirty="0"/>
              <a:t> </a:t>
            </a:r>
            <a:r>
              <a:rPr lang="en-DE" dirty="0" err="1"/>
              <a:t>nem</a:t>
            </a:r>
            <a:r>
              <a:rPr lang="en-DE" dirty="0"/>
              <a:t> </a:t>
            </a:r>
            <a:r>
              <a:rPr lang="en-DE" dirty="0" err="1"/>
              <a:t>kell</a:t>
            </a:r>
            <a:r>
              <a:rPr lang="en-DE" dirty="0"/>
              <a:t> </a:t>
            </a:r>
            <a:r>
              <a:rPr lang="en-DE" dirty="0" err="1"/>
              <a:t>semmit</a:t>
            </a:r>
            <a:r>
              <a:rPr lang="en-DE" dirty="0"/>
              <a:t> </a:t>
            </a:r>
            <a:r>
              <a:rPr lang="en-DE" dirty="0" err="1"/>
              <a:t>átállítani</a:t>
            </a:r>
            <a:endParaRPr lang="en-DE" dirty="0"/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88739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1E38FB-3E29-059E-0318-BEF10856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 dirty="0"/>
              <a:t>Források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8228840-CC46-D5E7-1C42-8CC8DF7D6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noProof="0" dirty="0">
                <a:hlinkClick r:id="rId2"/>
              </a:rPr>
              <a:t>https://www.youtube.com/watch?v=cKv4iFvTg38</a:t>
            </a:r>
            <a:r>
              <a:rPr lang="hu-HU" noProof="0" dirty="0"/>
              <a:t> (Köszi, Béla)</a:t>
            </a:r>
            <a:endParaRPr lang="en-DE" noProof="0" dirty="0"/>
          </a:p>
          <a:p>
            <a:r>
              <a:rPr lang="en-DE" dirty="0">
                <a:hlinkClick r:id="rId3"/>
              </a:rPr>
              <a:t>https://github.com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32972784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3">
            <a:extLst>
              <a:ext uri="{FF2B5EF4-FFF2-40B4-BE49-F238E27FC236}">
                <a16:creationId xmlns:a16="http://schemas.microsoft.com/office/drawing/2014/main" id="{CB025FC2-F1AF-9C8F-CBC5-87053F0727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DE" dirty="0" err="1"/>
              <a:t>Köszönöm</a:t>
            </a:r>
            <a:r>
              <a:rPr lang="en-DE" dirty="0"/>
              <a:t> a </a:t>
            </a:r>
            <a:r>
              <a:rPr lang="en-DE" dirty="0" err="1"/>
              <a:t>figyelmet</a:t>
            </a:r>
            <a:r>
              <a:rPr lang="en-DE" dirty="0"/>
              <a:t>!</a:t>
            </a:r>
            <a:endParaRPr lang="hu-HU" dirty="0"/>
          </a:p>
        </p:txBody>
      </p:sp>
      <p:sp>
        <p:nvSpPr>
          <p:cNvPr id="5" name="Alcím 4">
            <a:extLst>
              <a:ext uri="{FF2B5EF4-FFF2-40B4-BE49-F238E27FC236}">
                <a16:creationId xmlns:a16="http://schemas.microsoft.com/office/drawing/2014/main" id="{10FC8DF2-C6ED-C8CA-5579-AA13B42AE6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4406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5699</TotalTime>
  <Words>219</Words>
  <Application>Microsoft Office PowerPoint</Application>
  <PresentationFormat>Szélesvásznú</PresentationFormat>
  <Paragraphs>51</Paragraphs>
  <Slides>12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Office-téma</vt:lpstr>
      <vt:lpstr>A GitHub és a verziókezelés</vt:lpstr>
      <vt:lpstr>Verziókezelés</vt:lpstr>
      <vt:lpstr>Github</vt:lpstr>
      <vt:lpstr>Github Desktop</vt:lpstr>
      <vt:lpstr>Fő GitHub funkciók</vt:lpstr>
      <vt:lpstr>Gyakorlat</vt:lpstr>
      <vt:lpstr>GitHub fiók létrehozása</vt:lpstr>
      <vt:lpstr>GitHub Desktop letöltés</vt:lpstr>
      <vt:lpstr>A GitHub Desktop Felülete</vt:lpstr>
      <vt:lpstr>Visual Studio Code Integráció</vt:lpstr>
      <vt:lpstr>Források</vt:lpstr>
      <vt:lpstr>Köszönöm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16</cp:revision>
  <dcterms:created xsi:type="dcterms:W3CDTF">2025-11-18T08:58:50Z</dcterms:created>
  <dcterms:modified xsi:type="dcterms:W3CDTF">2025-11-30T21:01:46Z</dcterms:modified>
</cp:coreProperties>
</file>