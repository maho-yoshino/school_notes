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2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E432FD-2826-41FE-BCFB-86F54B83897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23C114-C4BD-43DE-A668-58CEF82881E9}">
      <dgm:prSet/>
      <dgm:spPr/>
      <dgm:t>
        <a:bodyPr/>
        <a:lstStyle/>
        <a:p>
          <a:pPr>
            <a:lnSpc>
              <a:spcPct val="100000"/>
            </a:lnSpc>
          </a:pPr>
          <a:r>
            <a:rPr lang="hu-HU" noProof="0" dirty="0"/>
            <a:t>“</a:t>
          </a:r>
          <a:r>
            <a:rPr lang="hu-HU" noProof="0" dirty="0" err="1"/>
            <a:t>Distributed</a:t>
          </a:r>
          <a:r>
            <a:rPr lang="hu-HU" noProof="0" dirty="0"/>
            <a:t> Version </a:t>
          </a:r>
          <a:r>
            <a:rPr lang="hu-HU" noProof="0" dirty="0" err="1"/>
            <a:t>Control</a:t>
          </a:r>
          <a:r>
            <a:rPr lang="hu-HU" noProof="0" dirty="0"/>
            <a:t>” szoftver</a:t>
          </a:r>
        </a:p>
      </dgm:t>
    </dgm:pt>
    <dgm:pt modelId="{79A46060-BAA8-404A-A282-5E0D2370881D}" type="parTrans" cxnId="{0D86EAB7-14B8-434A-BA68-99E684AE265E}">
      <dgm:prSet/>
      <dgm:spPr/>
      <dgm:t>
        <a:bodyPr/>
        <a:lstStyle/>
        <a:p>
          <a:endParaRPr lang="en-US"/>
        </a:p>
      </dgm:t>
    </dgm:pt>
    <dgm:pt modelId="{457CFC27-C935-4088-963D-B1967C2FAEE6}" type="sibTrans" cxnId="{0D86EAB7-14B8-434A-BA68-99E684AE265E}">
      <dgm:prSet/>
      <dgm:spPr/>
      <dgm:t>
        <a:bodyPr/>
        <a:lstStyle/>
        <a:p>
          <a:endParaRPr lang="en-US"/>
        </a:p>
      </dgm:t>
    </dgm:pt>
    <dgm:pt modelId="{BA46DA5D-3C34-465D-BBBD-E9CBCD82E467}">
      <dgm:prSet/>
      <dgm:spPr/>
      <dgm:t>
        <a:bodyPr/>
        <a:lstStyle/>
        <a:p>
          <a:pPr>
            <a:lnSpc>
              <a:spcPct val="100000"/>
            </a:lnSpc>
          </a:pPr>
          <a:r>
            <a:rPr lang="hu-HU" noProof="0" dirty="0"/>
            <a:t>CLI alkalmazás</a:t>
          </a:r>
        </a:p>
      </dgm:t>
    </dgm:pt>
    <dgm:pt modelId="{7A5D49A2-E94D-4D77-B8CE-E189FBF761EF}" type="parTrans" cxnId="{86B19DCA-6C00-4B9A-8045-6EE42F9D1D99}">
      <dgm:prSet/>
      <dgm:spPr/>
      <dgm:t>
        <a:bodyPr/>
        <a:lstStyle/>
        <a:p>
          <a:endParaRPr lang="en-US"/>
        </a:p>
      </dgm:t>
    </dgm:pt>
    <dgm:pt modelId="{0A76B5C8-D3EA-400E-86B8-C0750F06CD24}" type="sibTrans" cxnId="{86B19DCA-6C00-4B9A-8045-6EE42F9D1D99}">
      <dgm:prSet/>
      <dgm:spPr/>
      <dgm:t>
        <a:bodyPr/>
        <a:lstStyle/>
        <a:p>
          <a:endParaRPr lang="en-US"/>
        </a:p>
      </dgm:t>
    </dgm:pt>
    <dgm:pt modelId="{12C60F0C-8E74-4BC9-AF77-578FBDE6A837}">
      <dgm:prSet/>
      <dgm:spPr/>
      <dgm:t>
        <a:bodyPr/>
        <a:lstStyle/>
        <a:p>
          <a:pPr>
            <a:lnSpc>
              <a:spcPct val="100000"/>
            </a:lnSpc>
          </a:pPr>
          <a:r>
            <a:rPr lang="hu-HU" noProof="0" dirty="0"/>
            <a:t>A </a:t>
          </a:r>
          <a:r>
            <a:rPr lang="hu-HU" noProof="0" dirty="0" err="1"/>
            <a:t>Github</a:t>
          </a:r>
          <a:r>
            <a:rPr lang="hu-HU" noProof="0" dirty="0"/>
            <a:t> </a:t>
          </a:r>
          <a:r>
            <a:rPr lang="hu-HU" noProof="0" dirty="0" err="1"/>
            <a:t>Desktop</a:t>
          </a:r>
          <a:r>
            <a:rPr lang="hu-HU" noProof="0" dirty="0"/>
            <a:t> alapja</a:t>
          </a:r>
        </a:p>
      </dgm:t>
    </dgm:pt>
    <dgm:pt modelId="{D084446E-256D-4E8A-A600-2A43528843A8}" type="parTrans" cxnId="{8EDF5945-2493-4B8C-BB59-516E406CA69B}">
      <dgm:prSet/>
      <dgm:spPr/>
      <dgm:t>
        <a:bodyPr/>
        <a:lstStyle/>
        <a:p>
          <a:endParaRPr lang="en-US"/>
        </a:p>
      </dgm:t>
    </dgm:pt>
    <dgm:pt modelId="{7ECF11B3-4B74-4842-A806-F8BA4FF27C3C}" type="sibTrans" cxnId="{8EDF5945-2493-4B8C-BB59-516E406CA69B}">
      <dgm:prSet/>
      <dgm:spPr/>
      <dgm:t>
        <a:bodyPr/>
        <a:lstStyle/>
        <a:p>
          <a:endParaRPr lang="en-US"/>
        </a:p>
      </dgm:t>
    </dgm:pt>
    <dgm:pt modelId="{3B411D1E-FBE2-450C-BFC3-74A0A8C4A537}" type="pres">
      <dgm:prSet presAssocID="{5FE432FD-2826-41FE-BCFB-86F54B838979}" presName="root" presStyleCnt="0">
        <dgm:presLayoutVars>
          <dgm:dir/>
          <dgm:resizeHandles val="exact"/>
        </dgm:presLayoutVars>
      </dgm:prSet>
      <dgm:spPr/>
    </dgm:pt>
    <dgm:pt modelId="{A4E051C0-5506-4AD9-ABB1-BD732A577C49}" type="pres">
      <dgm:prSet presAssocID="{0623C114-C4BD-43DE-A668-58CEF82881E9}" presName="compNode" presStyleCnt="0"/>
      <dgm:spPr/>
    </dgm:pt>
    <dgm:pt modelId="{3C03ABDF-1706-43EB-9C23-C63CCF69702A}" type="pres">
      <dgm:prSet presAssocID="{0623C114-C4BD-43DE-A668-58CEF82881E9}" presName="bgRect" presStyleLbl="bgShp" presStyleIdx="0" presStyleCnt="3"/>
      <dgm:spPr/>
    </dgm:pt>
    <dgm:pt modelId="{421B56CD-4EE3-426E-9FA4-5E0AB947D164}" type="pres">
      <dgm:prSet presAssocID="{0623C114-C4BD-43DE-A668-58CEF82881E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Kiszolgáló"/>
        </a:ext>
      </dgm:extLst>
    </dgm:pt>
    <dgm:pt modelId="{8B395725-F151-42E7-BA14-2ED73BD42712}" type="pres">
      <dgm:prSet presAssocID="{0623C114-C4BD-43DE-A668-58CEF82881E9}" presName="spaceRect" presStyleCnt="0"/>
      <dgm:spPr/>
    </dgm:pt>
    <dgm:pt modelId="{D78D05BD-3716-41BB-94F1-3B2093681288}" type="pres">
      <dgm:prSet presAssocID="{0623C114-C4BD-43DE-A668-58CEF82881E9}" presName="parTx" presStyleLbl="revTx" presStyleIdx="0" presStyleCnt="3">
        <dgm:presLayoutVars>
          <dgm:chMax val="0"/>
          <dgm:chPref val="0"/>
        </dgm:presLayoutVars>
      </dgm:prSet>
      <dgm:spPr/>
    </dgm:pt>
    <dgm:pt modelId="{6497B39B-7CEE-4CC0-B537-44A098535634}" type="pres">
      <dgm:prSet presAssocID="{457CFC27-C935-4088-963D-B1967C2FAEE6}" presName="sibTrans" presStyleCnt="0"/>
      <dgm:spPr/>
    </dgm:pt>
    <dgm:pt modelId="{A6AFE997-F4B1-4989-8CEF-7C2B488F8092}" type="pres">
      <dgm:prSet presAssocID="{BA46DA5D-3C34-465D-BBBD-E9CBCD82E467}" presName="compNode" presStyleCnt="0"/>
      <dgm:spPr/>
    </dgm:pt>
    <dgm:pt modelId="{9BFE5E32-6512-4CA1-889D-7CA16A4F7BFF}" type="pres">
      <dgm:prSet presAssocID="{BA46DA5D-3C34-465D-BBBD-E9CBCD82E467}" presName="bgRect" presStyleLbl="bgShp" presStyleIdx="1" presStyleCnt="3"/>
      <dgm:spPr/>
    </dgm:pt>
    <dgm:pt modelId="{44F3F960-B586-4E7E-A760-99A00809AC1D}" type="pres">
      <dgm:prSet presAssocID="{BA46DA5D-3C34-465D-BBBD-E9CBCD82E46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ipa"/>
        </a:ext>
      </dgm:extLst>
    </dgm:pt>
    <dgm:pt modelId="{455FBE06-B526-4247-997F-F53EB2B611BB}" type="pres">
      <dgm:prSet presAssocID="{BA46DA5D-3C34-465D-BBBD-E9CBCD82E467}" presName="spaceRect" presStyleCnt="0"/>
      <dgm:spPr/>
    </dgm:pt>
    <dgm:pt modelId="{DFF523CC-9DDD-4CC2-98C8-D2E1480883C3}" type="pres">
      <dgm:prSet presAssocID="{BA46DA5D-3C34-465D-BBBD-E9CBCD82E467}" presName="parTx" presStyleLbl="revTx" presStyleIdx="1" presStyleCnt="3">
        <dgm:presLayoutVars>
          <dgm:chMax val="0"/>
          <dgm:chPref val="0"/>
        </dgm:presLayoutVars>
      </dgm:prSet>
      <dgm:spPr/>
    </dgm:pt>
    <dgm:pt modelId="{FB93F32B-2630-4D8D-8380-F6C1EEF50D9E}" type="pres">
      <dgm:prSet presAssocID="{0A76B5C8-D3EA-400E-86B8-C0750F06CD24}" presName="sibTrans" presStyleCnt="0"/>
      <dgm:spPr/>
    </dgm:pt>
    <dgm:pt modelId="{BFBF69DF-0E2C-467D-9289-D4433CBBA12C}" type="pres">
      <dgm:prSet presAssocID="{12C60F0C-8E74-4BC9-AF77-578FBDE6A837}" presName="compNode" presStyleCnt="0"/>
      <dgm:spPr/>
    </dgm:pt>
    <dgm:pt modelId="{C7265219-35A7-46B7-A8E2-9CC513D5EE82}" type="pres">
      <dgm:prSet presAssocID="{12C60F0C-8E74-4BC9-AF77-578FBDE6A837}" presName="bgRect" presStyleLbl="bgShp" presStyleIdx="2" presStyleCnt="3"/>
      <dgm:spPr/>
    </dgm:pt>
    <dgm:pt modelId="{5455B9C2-0150-4859-943C-493CFA632515}" type="pres">
      <dgm:prSet presAssocID="{12C60F0C-8E74-4BC9-AF77-578FBDE6A83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31F4E9D4-D2C6-4F1F-B5DD-134FF0628349}" type="pres">
      <dgm:prSet presAssocID="{12C60F0C-8E74-4BC9-AF77-578FBDE6A837}" presName="spaceRect" presStyleCnt="0"/>
      <dgm:spPr/>
    </dgm:pt>
    <dgm:pt modelId="{C51A4A79-71DE-4F17-A509-D258FBA740B1}" type="pres">
      <dgm:prSet presAssocID="{12C60F0C-8E74-4BC9-AF77-578FBDE6A83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6842E41-A4EF-4EAC-9A42-1B516FAF4757}" type="presOf" srcId="{5FE432FD-2826-41FE-BCFB-86F54B838979}" destId="{3B411D1E-FBE2-450C-BFC3-74A0A8C4A537}" srcOrd="0" destOrd="0" presId="urn:microsoft.com/office/officeart/2018/2/layout/IconVerticalSolidList"/>
    <dgm:cxn modelId="{8EDF5945-2493-4B8C-BB59-516E406CA69B}" srcId="{5FE432FD-2826-41FE-BCFB-86F54B838979}" destId="{12C60F0C-8E74-4BC9-AF77-578FBDE6A837}" srcOrd="2" destOrd="0" parTransId="{D084446E-256D-4E8A-A600-2A43528843A8}" sibTransId="{7ECF11B3-4B74-4842-A806-F8BA4FF27C3C}"/>
    <dgm:cxn modelId="{6711A74D-5F89-45B2-909D-3FB20B10EAE0}" type="presOf" srcId="{0623C114-C4BD-43DE-A668-58CEF82881E9}" destId="{D78D05BD-3716-41BB-94F1-3B2093681288}" srcOrd="0" destOrd="0" presId="urn:microsoft.com/office/officeart/2018/2/layout/IconVerticalSolidList"/>
    <dgm:cxn modelId="{1A03375A-3EE6-4DD2-9D35-DFC438C1C5A5}" type="presOf" srcId="{BA46DA5D-3C34-465D-BBBD-E9CBCD82E467}" destId="{DFF523CC-9DDD-4CC2-98C8-D2E1480883C3}" srcOrd="0" destOrd="0" presId="urn:microsoft.com/office/officeart/2018/2/layout/IconVerticalSolidList"/>
    <dgm:cxn modelId="{0D86EAB7-14B8-434A-BA68-99E684AE265E}" srcId="{5FE432FD-2826-41FE-BCFB-86F54B838979}" destId="{0623C114-C4BD-43DE-A668-58CEF82881E9}" srcOrd="0" destOrd="0" parTransId="{79A46060-BAA8-404A-A282-5E0D2370881D}" sibTransId="{457CFC27-C935-4088-963D-B1967C2FAEE6}"/>
    <dgm:cxn modelId="{85893BB9-E880-4FAA-A540-1685031E6069}" type="presOf" srcId="{12C60F0C-8E74-4BC9-AF77-578FBDE6A837}" destId="{C51A4A79-71DE-4F17-A509-D258FBA740B1}" srcOrd="0" destOrd="0" presId="urn:microsoft.com/office/officeart/2018/2/layout/IconVerticalSolidList"/>
    <dgm:cxn modelId="{86B19DCA-6C00-4B9A-8045-6EE42F9D1D99}" srcId="{5FE432FD-2826-41FE-BCFB-86F54B838979}" destId="{BA46DA5D-3C34-465D-BBBD-E9CBCD82E467}" srcOrd="1" destOrd="0" parTransId="{7A5D49A2-E94D-4D77-B8CE-E189FBF761EF}" sibTransId="{0A76B5C8-D3EA-400E-86B8-C0750F06CD24}"/>
    <dgm:cxn modelId="{B863D339-E1D1-498B-9A37-362170B67ACA}" type="presParOf" srcId="{3B411D1E-FBE2-450C-BFC3-74A0A8C4A537}" destId="{A4E051C0-5506-4AD9-ABB1-BD732A577C49}" srcOrd="0" destOrd="0" presId="urn:microsoft.com/office/officeart/2018/2/layout/IconVerticalSolidList"/>
    <dgm:cxn modelId="{3E80F345-5183-4B81-9C60-F88EE048ED28}" type="presParOf" srcId="{A4E051C0-5506-4AD9-ABB1-BD732A577C49}" destId="{3C03ABDF-1706-43EB-9C23-C63CCF69702A}" srcOrd="0" destOrd="0" presId="urn:microsoft.com/office/officeart/2018/2/layout/IconVerticalSolidList"/>
    <dgm:cxn modelId="{3F750B19-B9CC-4A84-A7AE-A1FB82EAFA7E}" type="presParOf" srcId="{A4E051C0-5506-4AD9-ABB1-BD732A577C49}" destId="{421B56CD-4EE3-426E-9FA4-5E0AB947D164}" srcOrd="1" destOrd="0" presId="urn:microsoft.com/office/officeart/2018/2/layout/IconVerticalSolidList"/>
    <dgm:cxn modelId="{B922308A-5865-4F4F-9D35-5557084D1293}" type="presParOf" srcId="{A4E051C0-5506-4AD9-ABB1-BD732A577C49}" destId="{8B395725-F151-42E7-BA14-2ED73BD42712}" srcOrd="2" destOrd="0" presId="urn:microsoft.com/office/officeart/2018/2/layout/IconVerticalSolidList"/>
    <dgm:cxn modelId="{23CF40C2-13C5-4225-90A9-E8C1BB34D75A}" type="presParOf" srcId="{A4E051C0-5506-4AD9-ABB1-BD732A577C49}" destId="{D78D05BD-3716-41BB-94F1-3B2093681288}" srcOrd="3" destOrd="0" presId="urn:microsoft.com/office/officeart/2018/2/layout/IconVerticalSolidList"/>
    <dgm:cxn modelId="{C20993B7-2176-43A1-B655-8625C6A87DE3}" type="presParOf" srcId="{3B411D1E-FBE2-450C-BFC3-74A0A8C4A537}" destId="{6497B39B-7CEE-4CC0-B537-44A098535634}" srcOrd="1" destOrd="0" presId="urn:microsoft.com/office/officeart/2018/2/layout/IconVerticalSolidList"/>
    <dgm:cxn modelId="{AC843056-7EC5-4346-A121-F1D45423ED75}" type="presParOf" srcId="{3B411D1E-FBE2-450C-BFC3-74A0A8C4A537}" destId="{A6AFE997-F4B1-4989-8CEF-7C2B488F8092}" srcOrd="2" destOrd="0" presId="urn:microsoft.com/office/officeart/2018/2/layout/IconVerticalSolidList"/>
    <dgm:cxn modelId="{068751B3-47DB-4F74-81EE-BE8DE9BBD1B1}" type="presParOf" srcId="{A6AFE997-F4B1-4989-8CEF-7C2B488F8092}" destId="{9BFE5E32-6512-4CA1-889D-7CA16A4F7BFF}" srcOrd="0" destOrd="0" presId="urn:microsoft.com/office/officeart/2018/2/layout/IconVerticalSolidList"/>
    <dgm:cxn modelId="{01A45716-2C73-4381-938A-0DF1C82CA5CF}" type="presParOf" srcId="{A6AFE997-F4B1-4989-8CEF-7C2B488F8092}" destId="{44F3F960-B586-4E7E-A760-99A00809AC1D}" srcOrd="1" destOrd="0" presId="urn:microsoft.com/office/officeart/2018/2/layout/IconVerticalSolidList"/>
    <dgm:cxn modelId="{1CE043FB-5689-4375-A27F-BED841420879}" type="presParOf" srcId="{A6AFE997-F4B1-4989-8CEF-7C2B488F8092}" destId="{455FBE06-B526-4247-997F-F53EB2B611BB}" srcOrd="2" destOrd="0" presId="urn:microsoft.com/office/officeart/2018/2/layout/IconVerticalSolidList"/>
    <dgm:cxn modelId="{7F338B23-B4C1-4F1F-BAC8-A6F9B02285BE}" type="presParOf" srcId="{A6AFE997-F4B1-4989-8CEF-7C2B488F8092}" destId="{DFF523CC-9DDD-4CC2-98C8-D2E1480883C3}" srcOrd="3" destOrd="0" presId="urn:microsoft.com/office/officeart/2018/2/layout/IconVerticalSolidList"/>
    <dgm:cxn modelId="{5C6520FC-94EC-45CD-8727-4AEC912461A7}" type="presParOf" srcId="{3B411D1E-FBE2-450C-BFC3-74A0A8C4A537}" destId="{FB93F32B-2630-4D8D-8380-F6C1EEF50D9E}" srcOrd="3" destOrd="0" presId="urn:microsoft.com/office/officeart/2018/2/layout/IconVerticalSolidList"/>
    <dgm:cxn modelId="{42207525-6AD6-4FF8-8C55-3593F72158A2}" type="presParOf" srcId="{3B411D1E-FBE2-450C-BFC3-74A0A8C4A537}" destId="{BFBF69DF-0E2C-467D-9289-D4433CBBA12C}" srcOrd="4" destOrd="0" presId="urn:microsoft.com/office/officeart/2018/2/layout/IconVerticalSolidList"/>
    <dgm:cxn modelId="{9E72C53B-B2B4-4355-BF72-73AD4E35D829}" type="presParOf" srcId="{BFBF69DF-0E2C-467D-9289-D4433CBBA12C}" destId="{C7265219-35A7-46B7-A8E2-9CC513D5EE82}" srcOrd="0" destOrd="0" presId="urn:microsoft.com/office/officeart/2018/2/layout/IconVerticalSolidList"/>
    <dgm:cxn modelId="{25A03D96-BE5B-483B-B262-697EDFBC1274}" type="presParOf" srcId="{BFBF69DF-0E2C-467D-9289-D4433CBBA12C}" destId="{5455B9C2-0150-4859-943C-493CFA632515}" srcOrd="1" destOrd="0" presId="urn:microsoft.com/office/officeart/2018/2/layout/IconVerticalSolidList"/>
    <dgm:cxn modelId="{CE6067F0-FB0D-4DC6-A7A5-CA877565E38F}" type="presParOf" srcId="{BFBF69DF-0E2C-467D-9289-D4433CBBA12C}" destId="{31F4E9D4-D2C6-4F1F-B5DD-134FF0628349}" srcOrd="2" destOrd="0" presId="urn:microsoft.com/office/officeart/2018/2/layout/IconVerticalSolidList"/>
    <dgm:cxn modelId="{69F6BC92-7116-4A7B-9D73-93F5735D48C1}" type="presParOf" srcId="{BFBF69DF-0E2C-467D-9289-D4433CBBA12C}" destId="{C51A4A79-71DE-4F17-A509-D258FBA740B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03ABDF-1706-43EB-9C23-C63CCF69702A}">
      <dsp:nvSpPr>
        <dsp:cNvPr id="0" name=""/>
        <dsp:cNvSpPr/>
      </dsp:nvSpPr>
      <dsp:spPr>
        <a:xfrm>
          <a:off x="0" y="449"/>
          <a:ext cx="9724031" cy="105213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1B56CD-4EE3-426E-9FA4-5E0AB947D164}">
      <dsp:nvSpPr>
        <dsp:cNvPr id="0" name=""/>
        <dsp:cNvSpPr/>
      </dsp:nvSpPr>
      <dsp:spPr>
        <a:xfrm>
          <a:off x="318269" y="237179"/>
          <a:ext cx="578672" cy="57867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8D05BD-3716-41BB-94F1-3B2093681288}">
      <dsp:nvSpPr>
        <dsp:cNvPr id="0" name=""/>
        <dsp:cNvSpPr/>
      </dsp:nvSpPr>
      <dsp:spPr>
        <a:xfrm>
          <a:off x="1215211" y="449"/>
          <a:ext cx="8508819" cy="10521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51" tIns="111351" rIns="111351" bIns="111351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500" kern="1200" noProof="0" dirty="0"/>
            <a:t>“</a:t>
          </a:r>
          <a:r>
            <a:rPr lang="hu-HU" sz="2500" kern="1200" noProof="0" dirty="0" err="1"/>
            <a:t>Distributed</a:t>
          </a:r>
          <a:r>
            <a:rPr lang="hu-HU" sz="2500" kern="1200" noProof="0" dirty="0"/>
            <a:t> Version </a:t>
          </a:r>
          <a:r>
            <a:rPr lang="hu-HU" sz="2500" kern="1200" noProof="0" dirty="0" err="1"/>
            <a:t>Control</a:t>
          </a:r>
          <a:r>
            <a:rPr lang="hu-HU" sz="2500" kern="1200" noProof="0" dirty="0"/>
            <a:t>” szoftver</a:t>
          </a:r>
        </a:p>
      </dsp:txBody>
      <dsp:txXfrm>
        <a:off x="1215211" y="449"/>
        <a:ext cx="8508819" cy="1052131"/>
      </dsp:txXfrm>
    </dsp:sp>
    <dsp:sp modelId="{9BFE5E32-6512-4CA1-889D-7CA16A4F7BFF}">
      <dsp:nvSpPr>
        <dsp:cNvPr id="0" name=""/>
        <dsp:cNvSpPr/>
      </dsp:nvSpPr>
      <dsp:spPr>
        <a:xfrm>
          <a:off x="0" y="1315613"/>
          <a:ext cx="9724031" cy="105213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F3F960-B586-4E7E-A760-99A00809AC1D}">
      <dsp:nvSpPr>
        <dsp:cNvPr id="0" name=""/>
        <dsp:cNvSpPr/>
      </dsp:nvSpPr>
      <dsp:spPr>
        <a:xfrm>
          <a:off x="318269" y="1552342"/>
          <a:ext cx="578672" cy="57867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F523CC-9DDD-4CC2-98C8-D2E1480883C3}">
      <dsp:nvSpPr>
        <dsp:cNvPr id="0" name=""/>
        <dsp:cNvSpPr/>
      </dsp:nvSpPr>
      <dsp:spPr>
        <a:xfrm>
          <a:off x="1215211" y="1315613"/>
          <a:ext cx="8508819" cy="10521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51" tIns="111351" rIns="111351" bIns="111351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500" kern="1200" noProof="0" dirty="0"/>
            <a:t>CLI alkalmazás</a:t>
          </a:r>
        </a:p>
      </dsp:txBody>
      <dsp:txXfrm>
        <a:off x="1215211" y="1315613"/>
        <a:ext cx="8508819" cy="1052131"/>
      </dsp:txXfrm>
    </dsp:sp>
    <dsp:sp modelId="{C7265219-35A7-46B7-A8E2-9CC513D5EE82}">
      <dsp:nvSpPr>
        <dsp:cNvPr id="0" name=""/>
        <dsp:cNvSpPr/>
      </dsp:nvSpPr>
      <dsp:spPr>
        <a:xfrm>
          <a:off x="0" y="2630777"/>
          <a:ext cx="9724031" cy="105213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55B9C2-0150-4859-943C-493CFA632515}">
      <dsp:nvSpPr>
        <dsp:cNvPr id="0" name=""/>
        <dsp:cNvSpPr/>
      </dsp:nvSpPr>
      <dsp:spPr>
        <a:xfrm>
          <a:off x="318269" y="2867506"/>
          <a:ext cx="578672" cy="57867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A4A79-71DE-4F17-A509-D258FBA740B1}">
      <dsp:nvSpPr>
        <dsp:cNvPr id="0" name=""/>
        <dsp:cNvSpPr/>
      </dsp:nvSpPr>
      <dsp:spPr>
        <a:xfrm>
          <a:off x="1215211" y="2630777"/>
          <a:ext cx="8508819" cy="10521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51" tIns="111351" rIns="111351" bIns="111351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500" kern="1200" noProof="0" dirty="0"/>
            <a:t>A </a:t>
          </a:r>
          <a:r>
            <a:rPr lang="hu-HU" sz="2500" kern="1200" noProof="0" dirty="0" err="1"/>
            <a:t>Github</a:t>
          </a:r>
          <a:r>
            <a:rPr lang="hu-HU" sz="2500" kern="1200" noProof="0" dirty="0"/>
            <a:t> </a:t>
          </a:r>
          <a:r>
            <a:rPr lang="hu-HU" sz="2500" kern="1200" noProof="0" dirty="0" err="1"/>
            <a:t>Desktop</a:t>
          </a:r>
          <a:r>
            <a:rPr lang="hu-HU" sz="2500" kern="1200" noProof="0" dirty="0"/>
            <a:t> alapja</a:t>
          </a:r>
        </a:p>
      </dsp:txBody>
      <dsp:txXfrm>
        <a:off x="1215211" y="2630777"/>
        <a:ext cx="8508819" cy="10521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139C50-D054-7D99-C802-5CD4E2D9AE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BC024C7-831C-5757-F031-3D455E647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B326F12-6536-246C-A9EC-5E7B6FFB5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B3E8804-A46A-E4CA-E1C5-54D59FD72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0DC95F7-0A4C-FCEB-4C65-CDEB17FB3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3591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5B505D-4314-8810-61FB-A6458671C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F94790-16FC-C06D-326D-B8DA83A3F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EA4534E-388F-4822-81DF-5601C3FC8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3846392-004D-B524-71D4-6DB4C7F1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04B8338-80E4-3E39-CA5A-B9A59DE28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4774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4DB387-9313-22A2-EB52-075629957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2E53653-95C9-0F2D-210D-630F3CFB5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DCD9A5E-CC49-44ED-3D3A-FE78B1FA7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69C7BE-8A7F-EC90-9735-FF6F15165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BEF62E6-6D74-04C6-7AAA-F4DDEEC8E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73176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5E92D5-2C9E-ECA3-B4A2-08DD4FFA4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DF6705-075C-9CC9-BDCC-B24BD58DA0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46C6A82-3FCA-3A06-B720-3E9FAF833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DE08B1C-DB38-3103-010D-1AEEBF930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67198EA-3E24-127B-A38F-0067E7639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090BCB9-B3DC-AD7B-3C2A-1D9A04368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472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179B4A-1954-FF46-14D3-FA37C1B4A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B0E05FA-2B21-557F-51A6-9786E914E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9222097-2541-332A-2A6B-E823C4488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BA33B45-D2D4-A951-4164-8FDCB2F517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5D0C680A-F110-38C5-84E9-51AAEB4C87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A177A2-038A-2C32-C8DA-02F3A0943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33740963-1190-FCA7-AAAB-D6F0FBD30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CE38B10D-8FC7-40E1-A143-BDE76DB93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333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D09420-A381-8687-72DD-26B4EA6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3D84275-03E8-5F96-9BC8-4F82B572D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7CC1C48-E957-F856-48A6-016B2C49A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ABDC1E1-3064-C3F6-5F25-321BD6755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6096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41F35F9-07AF-17AA-0EEA-CEA1B09F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C4A9957-241B-FD48-111E-6603EC2D1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CE0EC9D-C7EA-8441-368C-ACD67014E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7792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8E5F9B-797C-84BF-2DF4-6D20C313F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6C48BB8-1693-37A7-4784-E0651224A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2E6C96F-1160-9D2A-2178-CCDA783159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F58D48-0554-688B-E3D7-9BE15F324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D296AFE-D07A-8D2C-4977-7B413755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3760451-01BA-B0C5-BFB0-01E9C39A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5441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AB362C-76BE-5A46-9A04-B72B1638D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80DA450-44C1-56F8-7F63-E577112118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57F099E-D5C2-FF67-391F-40FFCC62B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4217D20-8343-784F-3E89-E44122D14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B385BFC-A2B8-CF09-407C-CA4C7B15B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14A8756-5D13-9661-DE31-098D5C1F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7382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CADE6C-0AC1-EFE3-8BB8-04E9D2FC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5FF156B-6C17-8276-0BA0-5EF8530DC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EC74AEB-9812-F28D-3A9D-36EF2B0E8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60C632B-6EC1-5CAF-637A-767CF9BC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4577082-7E99-93DC-6D29-503940349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292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2BD6F43-944F-B134-6296-67886FF6E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E4B77D5-7EC0-48B6-FAB2-6FB798527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2AA8C39-1272-CF37-50E9-F48C02B4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A844D-7DA3-8343-24B2-FE3EF7058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C1AD2D1-4EF4-46F2-D6D0-78BCAF84E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1437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92EF00E-7878-3E2F-3797-131F2535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C6D7CB-7FCA-9BB9-A8BF-0C0B1338A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F14531C-5989-3462-ADBF-A32D4898C6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2BF4AC-D484-450D-AD48-6898BBA5306B}" type="datetimeFigureOut">
              <a:rPr lang="hu-HU" smtClean="0"/>
              <a:t>2025. 11. 18.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D51270A-CF56-C358-682D-74DCE968F6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1ACD9CA-BA22-5F1B-B0F6-2D842866F7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3704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3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5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6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7146AC3-42B6-8BD8-9473-FFD5C994DE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hu-HU" sz="8800" noProof="0" dirty="0">
                <a:solidFill>
                  <a:srgbClr val="FFFFFF"/>
                </a:solidFill>
              </a:rPr>
              <a:t>A </a:t>
            </a:r>
            <a:r>
              <a:rPr lang="hu-HU" sz="8800" noProof="0" dirty="0" err="1">
                <a:solidFill>
                  <a:srgbClr val="FFFFFF"/>
                </a:solidFill>
              </a:rPr>
              <a:t>Git</a:t>
            </a:r>
            <a:r>
              <a:rPr lang="hu-HU" sz="8800" noProof="0" dirty="0">
                <a:solidFill>
                  <a:srgbClr val="FFFFFF"/>
                </a:solidFill>
              </a:rPr>
              <a:t> és </a:t>
            </a:r>
            <a:r>
              <a:rPr lang="hu-HU" sz="8800" noProof="0" dirty="0" err="1">
                <a:solidFill>
                  <a:srgbClr val="FFFFFF"/>
                </a:solidFill>
              </a:rPr>
              <a:t>Github</a:t>
            </a:r>
            <a:endParaRPr lang="hu-HU" sz="8800" noProof="0" dirty="0">
              <a:solidFill>
                <a:srgbClr val="FFFFFF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6DD56AF-C14E-3E47-F1B2-FBB910651B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hu-HU" sz="2200" noProof="0" dirty="0">
                <a:solidFill>
                  <a:srgbClr val="FFFFFF"/>
                </a:solidFill>
              </a:rPr>
              <a:t>Molek Tamás Sándor</a:t>
            </a:r>
          </a:p>
          <a:p>
            <a:r>
              <a:rPr lang="hu-HU" sz="2200" noProof="0" dirty="0">
                <a:solidFill>
                  <a:srgbClr val="FFFFFF"/>
                </a:solidFill>
              </a:rPr>
              <a:t>12.E</a:t>
            </a:r>
          </a:p>
        </p:txBody>
      </p:sp>
    </p:spTree>
    <p:extLst>
      <p:ext uri="{BB962C8B-B14F-4D97-AF65-F5344CB8AC3E}">
        <p14:creationId xmlns:p14="http://schemas.microsoft.com/office/powerpoint/2010/main" val="76999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4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5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DAC7466-6294-DF53-D3E2-F32C75BA2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 noProof="0" dirty="0">
                <a:solidFill>
                  <a:srgbClr val="FFFFFF"/>
                </a:solidFill>
              </a:rPr>
              <a:t>Mi az a </a:t>
            </a:r>
            <a:r>
              <a:rPr lang="hu-HU" sz="4000" noProof="0" dirty="0" err="1">
                <a:solidFill>
                  <a:srgbClr val="FFFFFF"/>
                </a:solidFill>
              </a:rPr>
              <a:t>Git</a:t>
            </a:r>
            <a:r>
              <a:rPr lang="hu-HU" sz="4000" noProof="0" dirty="0">
                <a:solidFill>
                  <a:srgbClr val="FFFFFF"/>
                </a:solidFill>
              </a:rPr>
              <a:t>?</a:t>
            </a:r>
          </a:p>
        </p:txBody>
      </p:sp>
      <p:graphicFrame>
        <p:nvGraphicFramePr>
          <p:cNvPr id="28" name="Tartalom helye 2">
            <a:extLst>
              <a:ext uri="{FF2B5EF4-FFF2-40B4-BE49-F238E27FC236}">
                <a16:creationId xmlns:a16="http://schemas.microsoft.com/office/drawing/2014/main" id="{15FF02B5-84C9-03C0-5F25-0721B5DC58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6592513"/>
              </p:ext>
            </p:extLst>
          </p:nvPr>
        </p:nvGraphicFramePr>
        <p:xfrm>
          <a:off x="1371599" y="2318197"/>
          <a:ext cx="9724031" cy="36833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58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99B2B19-F255-4EA0-635B-B3DE96044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 noProof="0">
                <a:solidFill>
                  <a:srgbClr val="FFFFFF"/>
                </a:solidFill>
              </a:rPr>
              <a:t>Mi az a Github?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136E728-587B-BF79-B876-AB0CC8FBE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hu-HU" sz="2000" noProof="0" dirty="0" err="1"/>
              <a:t>Git</a:t>
            </a:r>
            <a:r>
              <a:rPr lang="en-DE" sz="2000" noProof="0" dirty="0"/>
              <a:t> </a:t>
            </a:r>
            <a:r>
              <a:rPr lang="en-DE" sz="2000" noProof="0" dirty="0" err="1"/>
              <a:t>alapú</a:t>
            </a:r>
            <a:endParaRPr lang="en-DE" sz="2000" noProof="0" dirty="0"/>
          </a:p>
          <a:p>
            <a:r>
              <a:rPr lang="en-DE" sz="2000" noProof="0" dirty="0" err="1"/>
              <a:t>Engedélyezi</a:t>
            </a:r>
            <a:r>
              <a:rPr lang="en-DE" sz="2000" noProof="0" dirty="0"/>
              <a:t> a </a:t>
            </a:r>
            <a:r>
              <a:rPr lang="en-DE" sz="2000" dirty="0"/>
              <a:t>k</a:t>
            </a:r>
            <a:r>
              <a:rPr lang="en-DE" sz="2000" noProof="0" dirty="0" err="1"/>
              <a:t>ódnak</a:t>
            </a:r>
            <a:r>
              <a:rPr lang="en-DE" sz="2000" noProof="0" dirty="0"/>
              <a:t> </a:t>
            </a:r>
          </a:p>
          <a:p>
            <a:pPr lvl="1"/>
            <a:r>
              <a:rPr lang="en-DE" sz="2000" dirty="0"/>
              <a:t>L</a:t>
            </a:r>
            <a:r>
              <a:rPr lang="en-DE" sz="2000" noProof="0" dirty="0" err="1"/>
              <a:t>étrehozását</a:t>
            </a:r>
            <a:endParaRPr lang="en-DE" sz="2000" noProof="0" dirty="0"/>
          </a:p>
          <a:p>
            <a:pPr lvl="1"/>
            <a:r>
              <a:rPr lang="en-DE" sz="2000" dirty="0"/>
              <a:t>T</a:t>
            </a:r>
            <a:r>
              <a:rPr lang="en-DE" sz="2000" noProof="0" dirty="0" err="1"/>
              <a:t>árolását</a:t>
            </a:r>
            <a:endParaRPr lang="en-DE" sz="2000" dirty="0"/>
          </a:p>
          <a:p>
            <a:pPr lvl="1"/>
            <a:r>
              <a:rPr lang="en-DE" sz="2000" dirty="0"/>
              <a:t>F</a:t>
            </a:r>
            <a:r>
              <a:rPr lang="en-DE" sz="2000" noProof="0" dirty="0" err="1"/>
              <a:t>elügyelését</a:t>
            </a:r>
            <a:endParaRPr lang="en-DE" sz="2000" dirty="0"/>
          </a:p>
          <a:p>
            <a:pPr lvl="1"/>
            <a:r>
              <a:rPr lang="en-DE" sz="2000" noProof="0" dirty="0" err="1"/>
              <a:t>Megosztását</a:t>
            </a:r>
            <a:endParaRPr lang="en-DE" sz="2000" noProof="0" dirty="0"/>
          </a:p>
          <a:p>
            <a:endParaRPr lang="en-DE" sz="2000" noProof="0" dirty="0"/>
          </a:p>
        </p:txBody>
      </p:sp>
    </p:spTree>
    <p:extLst>
      <p:ext uri="{BB962C8B-B14F-4D97-AF65-F5344CB8AC3E}">
        <p14:creationId xmlns:p14="http://schemas.microsoft.com/office/powerpoint/2010/main" val="1736472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1E38FB-3E29-059E-0318-BEF10856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228840-CC46-D5E7-1C42-8CC8DF7D6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noProof="0" dirty="0">
                <a:hlinkClick r:id="rId2"/>
              </a:rPr>
              <a:t>https://en.wikipedia.org/wiki/Git</a:t>
            </a:r>
            <a:r>
              <a:rPr lang="hu-HU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7278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53</Words>
  <Application>Microsoft Office PowerPoint</Application>
  <PresentationFormat>Szélesvásznú</PresentationFormat>
  <Paragraphs>16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Office-téma</vt:lpstr>
      <vt:lpstr>A Git és Github</vt:lpstr>
      <vt:lpstr>Mi az a Git?</vt:lpstr>
      <vt:lpstr>Mi az a Github?</vt:lpstr>
      <vt:lpstr>Források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4</cp:revision>
  <dcterms:created xsi:type="dcterms:W3CDTF">2025-11-18T08:58:50Z</dcterms:created>
  <dcterms:modified xsi:type="dcterms:W3CDTF">2025-11-18T10:46:52Z</dcterms:modified>
</cp:coreProperties>
</file>