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7559675" cy="10691813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7" autoAdjust="0"/>
    <p:restoredTop sz="72330" autoAdjust="0"/>
  </p:normalViewPr>
  <p:slideViewPr>
    <p:cSldViewPr snapToGrid="0">
      <p:cViewPr varScale="1">
        <p:scale>
          <a:sx n="64" d="100"/>
          <a:sy n="64" d="100"/>
        </p:scale>
        <p:origin x="14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DE747F-DDCC-4FEB-AB8F-E0A1E61DC0DF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EF3D52-6C5D-4CD7-B419-08FC15961E3B}">
      <dgm:prSet/>
      <dgm:spPr/>
      <dgm:t>
        <a:bodyPr/>
        <a:lstStyle/>
        <a:p>
          <a:r>
            <a:rPr lang="en-US" b="0"/>
            <a:t>Csapatmunka</a:t>
          </a:r>
          <a:endParaRPr lang="en-US"/>
        </a:p>
      </dgm:t>
    </dgm:pt>
    <dgm:pt modelId="{258F0A34-08FD-486A-AC9C-0D60D3FDFD32}" type="parTrans" cxnId="{8801DBC9-E4BE-4DBE-BB81-2FD4AC736FA1}">
      <dgm:prSet/>
      <dgm:spPr/>
      <dgm:t>
        <a:bodyPr/>
        <a:lstStyle/>
        <a:p>
          <a:endParaRPr lang="en-US"/>
        </a:p>
      </dgm:t>
    </dgm:pt>
    <dgm:pt modelId="{3F6C0021-CAAA-4D9C-8285-83C9E61D97E4}" type="sibTrans" cxnId="{8801DBC9-E4BE-4DBE-BB81-2FD4AC736FA1}">
      <dgm:prSet/>
      <dgm:spPr/>
      <dgm:t>
        <a:bodyPr/>
        <a:lstStyle/>
        <a:p>
          <a:endParaRPr lang="en-US"/>
        </a:p>
      </dgm:t>
    </dgm:pt>
    <dgm:pt modelId="{C14FF5E7-EEA3-45C8-A66A-2CE3D0791EBF}">
      <dgm:prSet/>
      <dgm:spPr/>
      <dgm:t>
        <a:bodyPr/>
        <a:lstStyle/>
        <a:p>
          <a:r>
            <a:rPr lang="en-US" b="0"/>
            <a:t>Kód áttekintés</a:t>
          </a:r>
          <a:endParaRPr lang="en-US"/>
        </a:p>
      </dgm:t>
    </dgm:pt>
    <dgm:pt modelId="{213560EF-266C-49B4-A8D5-33816069CD77}" type="parTrans" cxnId="{CF5A2F81-1884-4345-B980-0CBBAB47357E}">
      <dgm:prSet/>
      <dgm:spPr/>
      <dgm:t>
        <a:bodyPr/>
        <a:lstStyle/>
        <a:p>
          <a:endParaRPr lang="en-US"/>
        </a:p>
      </dgm:t>
    </dgm:pt>
    <dgm:pt modelId="{57EA5BD8-7A47-429D-A299-097B0EFAB02A}" type="sibTrans" cxnId="{CF5A2F81-1884-4345-B980-0CBBAB47357E}">
      <dgm:prSet/>
      <dgm:spPr/>
      <dgm:t>
        <a:bodyPr/>
        <a:lstStyle/>
        <a:p>
          <a:endParaRPr lang="en-US"/>
        </a:p>
      </dgm:t>
    </dgm:pt>
    <dgm:pt modelId="{8F381AB8-7D6B-49E3-9F32-CF05D9E3BC0F}">
      <dgm:prSet/>
      <dgm:spPr/>
      <dgm:t>
        <a:bodyPr/>
        <a:lstStyle/>
        <a:p>
          <a:r>
            <a:rPr lang="en-US" b="0"/>
            <a:t>Hibakövetés</a:t>
          </a:r>
          <a:endParaRPr lang="en-US"/>
        </a:p>
      </dgm:t>
    </dgm:pt>
    <dgm:pt modelId="{42D27D79-4EC9-44AD-9BEA-50D147B41574}" type="parTrans" cxnId="{26DB5904-9004-477A-89FE-045C4F62640E}">
      <dgm:prSet/>
      <dgm:spPr/>
      <dgm:t>
        <a:bodyPr/>
        <a:lstStyle/>
        <a:p>
          <a:endParaRPr lang="en-US"/>
        </a:p>
      </dgm:t>
    </dgm:pt>
    <dgm:pt modelId="{BDD539A6-13B7-4C75-B90D-1638621C6CBC}" type="sibTrans" cxnId="{26DB5904-9004-477A-89FE-045C4F62640E}">
      <dgm:prSet/>
      <dgm:spPr/>
      <dgm:t>
        <a:bodyPr/>
        <a:lstStyle/>
        <a:p>
          <a:endParaRPr lang="en-US"/>
        </a:p>
      </dgm:t>
    </dgm:pt>
    <dgm:pt modelId="{E67CC515-4C6B-4908-81BE-81D0C7783459}">
      <dgm:prSet/>
      <dgm:spPr/>
      <dgm:t>
        <a:bodyPr/>
        <a:lstStyle/>
        <a:p>
          <a:r>
            <a:rPr lang="en-US" b="0"/>
            <a:t>Automatizáció</a:t>
          </a:r>
          <a:endParaRPr lang="en-US"/>
        </a:p>
      </dgm:t>
    </dgm:pt>
    <dgm:pt modelId="{A783F370-A21C-49C9-9F21-AC0CDFDAB828}" type="parTrans" cxnId="{C315F835-8175-4801-9BD3-25F6324638A7}">
      <dgm:prSet/>
      <dgm:spPr/>
      <dgm:t>
        <a:bodyPr/>
        <a:lstStyle/>
        <a:p>
          <a:endParaRPr lang="en-US"/>
        </a:p>
      </dgm:t>
    </dgm:pt>
    <dgm:pt modelId="{DA9E1004-638F-45A1-82D6-3F92D1DC95E6}" type="sibTrans" cxnId="{C315F835-8175-4801-9BD3-25F6324638A7}">
      <dgm:prSet/>
      <dgm:spPr/>
      <dgm:t>
        <a:bodyPr/>
        <a:lstStyle/>
        <a:p>
          <a:endParaRPr lang="en-US"/>
        </a:p>
      </dgm:t>
    </dgm:pt>
    <dgm:pt modelId="{8425D02C-BDE4-48E5-8EB4-8A4EE4ED3ED7}" type="pres">
      <dgm:prSet presAssocID="{87DE747F-DDCC-4FEB-AB8F-E0A1E61DC0DF}" presName="linear" presStyleCnt="0">
        <dgm:presLayoutVars>
          <dgm:animLvl val="lvl"/>
          <dgm:resizeHandles val="exact"/>
        </dgm:presLayoutVars>
      </dgm:prSet>
      <dgm:spPr/>
    </dgm:pt>
    <dgm:pt modelId="{8CC9B3C0-BFE4-4FEC-BBB5-DBE1132F5CFE}" type="pres">
      <dgm:prSet presAssocID="{BDEF3D52-6C5D-4CD7-B419-08FC15961E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6ADE634-5EB0-4D96-B871-5A965ACC62C7}" type="pres">
      <dgm:prSet presAssocID="{3F6C0021-CAAA-4D9C-8285-83C9E61D97E4}" presName="spacer" presStyleCnt="0"/>
      <dgm:spPr/>
    </dgm:pt>
    <dgm:pt modelId="{065BD0B9-391F-4405-9DA7-55480F2E2B0C}" type="pres">
      <dgm:prSet presAssocID="{C14FF5E7-EEA3-45C8-A66A-2CE3D0791E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8CD7542-6DBF-4B84-B93A-CE85597B654B}" type="pres">
      <dgm:prSet presAssocID="{57EA5BD8-7A47-429D-A299-097B0EFAB02A}" presName="spacer" presStyleCnt="0"/>
      <dgm:spPr/>
    </dgm:pt>
    <dgm:pt modelId="{AD5CBF3E-2106-48FE-A214-402013CB8742}" type="pres">
      <dgm:prSet presAssocID="{8F381AB8-7D6B-49E3-9F32-CF05D9E3BC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D9D29A-B541-438A-8667-022913788F07}" type="pres">
      <dgm:prSet presAssocID="{BDD539A6-13B7-4C75-B90D-1638621C6CBC}" presName="spacer" presStyleCnt="0"/>
      <dgm:spPr/>
    </dgm:pt>
    <dgm:pt modelId="{7E782B80-92D7-472B-A000-1C4EB0277DCD}" type="pres">
      <dgm:prSet presAssocID="{E67CC515-4C6B-4908-81BE-81D0C778345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6DB5904-9004-477A-89FE-045C4F62640E}" srcId="{87DE747F-DDCC-4FEB-AB8F-E0A1E61DC0DF}" destId="{8F381AB8-7D6B-49E3-9F32-CF05D9E3BC0F}" srcOrd="2" destOrd="0" parTransId="{42D27D79-4EC9-44AD-9BEA-50D147B41574}" sibTransId="{BDD539A6-13B7-4C75-B90D-1638621C6CBC}"/>
    <dgm:cxn modelId="{05A2A11A-776B-4C75-BC1C-B5297D9A0B0D}" type="presOf" srcId="{8F381AB8-7D6B-49E3-9F32-CF05D9E3BC0F}" destId="{AD5CBF3E-2106-48FE-A214-402013CB8742}" srcOrd="0" destOrd="0" presId="urn:microsoft.com/office/officeart/2005/8/layout/vList2"/>
    <dgm:cxn modelId="{C315F835-8175-4801-9BD3-25F6324638A7}" srcId="{87DE747F-DDCC-4FEB-AB8F-E0A1E61DC0DF}" destId="{E67CC515-4C6B-4908-81BE-81D0C7783459}" srcOrd="3" destOrd="0" parTransId="{A783F370-A21C-49C9-9F21-AC0CDFDAB828}" sibTransId="{DA9E1004-638F-45A1-82D6-3F92D1DC95E6}"/>
    <dgm:cxn modelId="{30A7E05F-C0B8-4F5E-8F38-0567271157D9}" type="presOf" srcId="{E67CC515-4C6B-4908-81BE-81D0C7783459}" destId="{7E782B80-92D7-472B-A000-1C4EB0277DCD}" srcOrd="0" destOrd="0" presId="urn:microsoft.com/office/officeart/2005/8/layout/vList2"/>
    <dgm:cxn modelId="{7D847F62-16C6-4EAD-9823-AE55C501D572}" type="presOf" srcId="{BDEF3D52-6C5D-4CD7-B419-08FC15961E3B}" destId="{8CC9B3C0-BFE4-4FEC-BBB5-DBE1132F5CFE}" srcOrd="0" destOrd="0" presId="urn:microsoft.com/office/officeart/2005/8/layout/vList2"/>
    <dgm:cxn modelId="{F81A3980-7303-4ABD-9E2F-D4595F284D70}" type="presOf" srcId="{C14FF5E7-EEA3-45C8-A66A-2CE3D0791EBF}" destId="{065BD0B9-391F-4405-9DA7-55480F2E2B0C}" srcOrd="0" destOrd="0" presId="urn:microsoft.com/office/officeart/2005/8/layout/vList2"/>
    <dgm:cxn modelId="{CF5A2F81-1884-4345-B980-0CBBAB47357E}" srcId="{87DE747F-DDCC-4FEB-AB8F-E0A1E61DC0DF}" destId="{C14FF5E7-EEA3-45C8-A66A-2CE3D0791EBF}" srcOrd="1" destOrd="0" parTransId="{213560EF-266C-49B4-A8D5-33816069CD77}" sibTransId="{57EA5BD8-7A47-429D-A299-097B0EFAB02A}"/>
    <dgm:cxn modelId="{2AC3049B-49D4-432D-9769-E6FB972E8CE6}" type="presOf" srcId="{87DE747F-DDCC-4FEB-AB8F-E0A1E61DC0DF}" destId="{8425D02C-BDE4-48E5-8EB4-8A4EE4ED3ED7}" srcOrd="0" destOrd="0" presId="urn:microsoft.com/office/officeart/2005/8/layout/vList2"/>
    <dgm:cxn modelId="{8801DBC9-E4BE-4DBE-BB81-2FD4AC736FA1}" srcId="{87DE747F-DDCC-4FEB-AB8F-E0A1E61DC0DF}" destId="{BDEF3D52-6C5D-4CD7-B419-08FC15961E3B}" srcOrd="0" destOrd="0" parTransId="{258F0A34-08FD-486A-AC9C-0D60D3FDFD32}" sibTransId="{3F6C0021-CAAA-4D9C-8285-83C9E61D97E4}"/>
    <dgm:cxn modelId="{073673E2-A9D1-458D-8AF1-C1AF28340C14}" type="presParOf" srcId="{8425D02C-BDE4-48E5-8EB4-8A4EE4ED3ED7}" destId="{8CC9B3C0-BFE4-4FEC-BBB5-DBE1132F5CFE}" srcOrd="0" destOrd="0" presId="urn:microsoft.com/office/officeart/2005/8/layout/vList2"/>
    <dgm:cxn modelId="{CA3243B0-90FB-44E7-BD3D-FE1933DD4C64}" type="presParOf" srcId="{8425D02C-BDE4-48E5-8EB4-8A4EE4ED3ED7}" destId="{66ADE634-5EB0-4D96-B871-5A965ACC62C7}" srcOrd="1" destOrd="0" presId="urn:microsoft.com/office/officeart/2005/8/layout/vList2"/>
    <dgm:cxn modelId="{205CF75C-1076-4F86-ADC0-0BE511B77292}" type="presParOf" srcId="{8425D02C-BDE4-48E5-8EB4-8A4EE4ED3ED7}" destId="{065BD0B9-391F-4405-9DA7-55480F2E2B0C}" srcOrd="2" destOrd="0" presId="urn:microsoft.com/office/officeart/2005/8/layout/vList2"/>
    <dgm:cxn modelId="{9BD8DF74-48AC-4654-B95D-7F910C39A79B}" type="presParOf" srcId="{8425D02C-BDE4-48E5-8EB4-8A4EE4ED3ED7}" destId="{88CD7542-6DBF-4B84-B93A-CE85597B654B}" srcOrd="3" destOrd="0" presId="urn:microsoft.com/office/officeart/2005/8/layout/vList2"/>
    <dgm:cxn modelId="{1026258B-C0B1-4689-9EA8-20AC69AD14BD}" type="presParOf" srcId="{8425D02C-BDE4-48E5-8EB4-8A4EE4ED3ED7}" destId="{AD5CBF3E-2106-48FE-A214-402013CB8742}" srcOrd="4" destOrd="0" presId="urn:microsoft.com/office/officeart/2005/8/layout/vList2"/>
    <dgm:cxn modelId="{1378AB86-9789-47A2-AB4A-30502DBE8FE2}" type="presParOf" srcId="{8425D02C-BDE4-48E5-8EB4-8A4EE4ED3ED7}" destId="{77D9D29A-B541-438A-8667-022913788F07}" srcOrd="5" destOrd="0" presId="urn:microsoft.com/office/officeart/2005/8/layout/vList2"/>
    <dgm:cxn modelId="{CB90308D-DBD5-4752-8139-48C0506779C5}" type="presParOf" srcId="{8425D02C-BDE4-48E5-8EB4-8A4EE4ED3ED7}" destId="{7E782B80-92D7-472B-A000-1C4EB0277D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27E49A-349B-42D3-81A7-8A71568CF0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95FEB0-8B22-40CF-83B9-D0E39EF19F21}">
      <dgm:prSet/>
      <dgm:spPr/>
      <dgm:t>
        <a:bodyPr/>
        <a:lstStyle/>
        <a:p>
          <a:r>
            <a:rPr lang="en-US" b="0"/>
            <a:t>Git init – Git projekt létrehozása</a:t>
          </a:r>
          <a:endParaRPr lang="en-US"/>
        </a:p>
      </dgm:t>
    </dgm:pt>
    <dgm:pt modelId="{E406272F-F5A7-4EB7-87F4-08E76743B8EC}" type="parTrans" cxnId="{35B0CFFD-60C2-4234-8309-857BCF060361}">
      <dgm:prSet/>
      <dgm:spPr/>
      <dgm:t>
        <a:bodyPr/>
        <a:lstStyle/>
        <a:p>
          <a:endParaRPr lang="en-US"/>
        </a:p>
      </dgm:t>
    </dgm:pt>
    <dgm:pt modelId="{36E6C390-9248-434F-9167-406B32B42F96}" type="sibTrans" cxnId="{35B0CFFD-60C2-4234-8309-857BCF060361}">
      <dgm:prSet/>
      <dgm:spPr/>
      <dgm:t>
        <a:bodyPr/>
        <a:lstStyle/>
        <a:p>
          <a:endParaRPr lang="en-US"/>
        </a:p>
      </dgm:t>
    </dgm:pt>
    <dgm:pt modelId="{D388FC37-9E82-4557-902B-95921A4EAFE2}">
      <dgm:prSet/>
      <dgm:spPr/>
      <dgm:t>
        <a:bodyPr/>
        <a:lstStyle/>
        <a:p>
          <a:r>
            <a:rPr lang="en-US" b="0"/>
            <a:t>Git add – Fájl hozzáadása</a:t>
          </a:r>
          <a:endParaRPr lang="en-US"/>
        </a:p>
      </dgm:t>
    </dgm:pt>
    <dgm:pt modelId="{B28E5DCA-8BC7-4D5B-98AF-C396957A9109}" type="parTrans" cxnId="{F7355940-A9D5-4345-BDC8-4B3BA7FD6F61}">
      <dgm:prSet/>
      <dgm:spPr/>
      <dgm:t>
        <a:bodyPr/>
        <a:lstStyle/>
        <a:p>
          <a:endParaRPr lang="en-US"/>
        </a:p>
      </dgm:t>
    </dgm:pt>
    <dgm:pt modelId="{C6899F1A-76C8-44C7-AC7A-BAB803713BC7}" type="sibTrans" cxnId="{F7355940-A9D5-4345-BDC8-4B3BA7FD6F61}">
      <dgm:prSet/>
      <dgm:spPr/>
      <dgm:t>
        <a:bodyPr/>
        <a:lstStyle/>
        <a:p>
          <a:endParaRPr lang="en-US"/>
        </a:p>
      </dgm:t>
    </dgm:pt>
    <dgm:pt modelId="{FB19F25E-CB68-4D45-8882-6D7811BBDC18}">
      <dgm:prSet/>
      <dgm:spPr/>
      <dgm:t>
        <a:bodyPr/>
        <a:lstStyle/>
        <a:p>
          <a:r>
            <a:rPr lang="en-US" b="0"/>
            <a:t>Git commit – Mentés készítés</a:t>
          </a:r>
          <a:endParaRPr lang="en-US"/>
        </a:p>
      </dgm:t>
    </dgm:pt>
    <dgm:pt modelId="{F960422C-F021-49AE-AB62-DC8353E58027}" type="parTrans" cxnId="{50910261-A49B-4B7A-AB81-4F24A57BAE61}">
      <dgm:prSet/>
      <dgm:spPr/>
      <dgm:t>
        <a:bodyPr/>
        <a:lstStyle/>
        <a:p>
          <a:endParaRPr lang="en-US"/>
        </a:p>
      </dgm:t>
    </dgm:pt>
    <dgm:pt modelId="{F5C13393-E835-4D20-8AB4-8404CAFEBEF5}" type="sibTrans" cxnId="{50910261-A49B-4B7A-AB81-4F24A57BAE61}">
      <dgm:prSet/>
      <dgm:spPr/>
      <dgm:t>
        <a:bodyPr/>
        <a:lstStyle/>
        <a:p>
          <a:endParaRPr lang="en-US"/>
        </a:p>
      </dgm:t>
    </dgm:pt>
    <dgm:pt modelId="{862181A8-AA71-4500-ADCE-15D8AABD3D42}">
      <dgm:prSet/>
      <dgm:spPr/>
      <dgm:t>
        <a:bodyPr/>
        <a:lstStyle/>
        <a:p>
          <a:r>
            <a:rPr lang="en-US" b="0"/>
            <a:t>Git branch – Ág létrehozása, felsorolása vagy törlése</a:t>
          </a:r>
          <a:endParaRPr lang="en-US"/>
        </a:p>
      </dgm:t>
    </dgm:pt>
    <dgm:pt modelId="{4720EB6F-3430-4E26-B329-3BA6E54CC687}" type="parTrans" cxnId="{951AA97E-D2F5-4C44-BEC0-43EF9209CE5B}">
      <dgm:prSet/>
      <dgm:spPr/>
      <dgm:t>
        <a:bodyPr/>
        <a:lstStyle/>
        <a:p>
          <a:endParaRPr lang="en-US"/>
        </a:p>
      </dgm:t>
    </dgm:pt>
    <dgm:pt modelId="{E0511005-A8A0-4194-AC0D-9DDAED2D1338}" type="sibTrans" cxnId="{951AA97E-D2F5-4C44-BEC0-43EF9209CE5B}">
      <dgm:prSet/>
      <dgm:spPr/>
      <dgm:t>
        <a:bodyPr/>
        <a:lstStyle/>
        <a:p>
          <a:endParaRPr lang="en-US"/>
        </a:p>
      </dgm:t>
    </dgm:pt>
    <dgm:pt modelId="{FF574587-69B0-4159-81A9-0932C39559D6}">
      <dgm:prSet/>
      <dgm:spPr/>
      <dgm:t>
        <a:bodyPr/>
        <a:lstStyle/>
        <a:p>
          <a:r>
            <a:rPr lang="en-US" b="0"/>
            <a:t>Git checkout - Visszapörgetés</a:t>
          </a:r>
          <a:endParaRPr lang="en-US"/>
        </a:p>
      </dgm:t>
    </dgm:pt>
    <dgm:pt modelId="{98EA0DD2-D40D-4FBB-BFAC-5D79BCF9E794}" type="parTrans" cxnId="{7443A6FF-0F61-49FF-ADDD-086A0603FE80}">
      <dgm:prSet/>
      <dgm:spPr/>
      <dgm:t>
        <a:bodyPr/>
        <a:lstStyle/>
        <a:p>
          <a:endParaRPr lang="en-US"/>
        </a:p>
      </dgm:t>
    </dgm:pt>
    <dgm:pt modelId="{AAC46088-BAD7-40F1-8DBA-82B675BC188F}" type="sibTrans" cxnId="{7443A6FF-0F61-49FF-ADDD-086A0603FE80}">
      <dgm:prSet/>
      <dgm:spPr/>
      <dgm:t>
        <a:bodyPr/>
        <a:lstStyle/>
        <a:p>
          <a:endParaRPr lang="en-US"/>
        </a:p>
      </dgm:t>
    </dgm:pt>
    <dgm:pt modelId="{0652EE83-4424-4D43-96BB-668141624144}">
      <dgm:prSet/>
      <dgm:spPr/>
      <dgm:t>
        <a:bodyPr/>
        <a:lstStyle/>
        <a:p>
          <a:r>
            <a:rPr lang="en-US" b="0"/>
            <a:t>Git merge – Ágak összevonása</a:t>
          </a:r>
          <a:endParaRPr lang="en-US"/>
        </a:p>
      </dgm:t>
    </dgm:pt>
    <dgm:pt modelId="{9C6D066A-7FC5-479A-87AE-BF436F56891B}" type="parTrans" cxnId="{6FF2CBE9-798C-4F7F-9B19-A5556189253A}">
      <dgm:prSet/>
      <dgm:spPr/>
      <dgm:t>
        <a:bodyPr/>
        <a:lstStyle/>
        <a:p>
          <a:endParaRPr lang="en-US"/>
        </a:p>
      </dgm:t>
    </dgm:pt>
    <dgm:pt modelId="{C2BB6F03-9DB4-42AC-9707-FCF55DA5E8F7}" type="sibTrans" cxnId="{6FF2CBE9-798C-4F7F-9B19-A5556189253A}">
      <dgm:prSet/>
      <dgm:spPr/>
      <dgm:t>
        <a:bodyPr/>
        <a:lstStyle/>
        <a:p>
          <a:endParaRPr lang="en-US"/>
        </a:p>
      </dgm:t>
    </dgm:pt>
    <dgm:pt modelId="{F682DFA3-D3BC-4C2E-8FE6-7A822B7F4AF1}">
      <dgm:prSet/>
      <dgm:spPr/>
      <dgm:t>
        <a:bodyPr/>
        <a:lstStyle/>
        <a:p>
          <a:r>
            <a:rPr lang="en-US" b="0"/>
            <a:t>Git status - Állapot</a:t>
          </a:r>
          <a:endParaRPr lang="en-US"/>
        </a:p>
      </dgm:t>
    </dgm:pt>
    <dgm:pt modelId="{76249084-6220-408B-BDBA-EFB48A0A845E}" type="parTrans" cxnId="{FE4A351D-0EB2-4B2F-9CD5-B1101E48B74E}">
      <dgm:prSet/>
      <dgm:spPr/>
      <dgm:t>
        <a:bodyPr/>
        <a:lstStyle/>
        <a:p>
          <a:endParaRPr lang="en-US"/>
        </a:p>
      </dgm:t>
    </dgm:pt>
    <dgm:pt modelId="{C272A4B3-E7ED-4758-B836-008354796FB3}" type="sibTrans" cxnId="{FE4A351D-0EB2-4B2F-9CD5-B1101E48B74E}">
      <dgm:prSet/>
      <dgm:spPr/>
      <dgm:t>
        <a:bodyPr/>
        <a:lstStyle/>
        <a:p>
          <a:endParaRPr lang="en-US"/>
        </a:p>
      </dgm:t>
    </dgm:pt>
    <dgm:pt modelId="{9B76633D-FDB1-4A14-AA63-E8B93D078CB5}" type="pres">
      <dgm:prSet presAssocID="{8F27E49A-349B-42D3-81A7-8A71568CF01B}" presName="linear" presStyleCnt="0">
        <dgm:presLayoutVars>
          <dgm:animLvl val="lvl"/>
          <dgm:resizeHandles val="exact"/>
        </dgm:presLayoutVars>
      </dgm:prSet>
      <dgm:spPr/>
    </dgm:pt>
    <dgm:pt modelId="{99B781C0-76FA-4D5C-B45D-570A064BC1E7}" type="pres">
      <dgm:prSet presAssocID="{BD95FEB0-8B22-40CF-83B9-D0E39EF19F2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C662EB0-C0AA-41C2-B33C-59B2AE482E22}" type="pres">
      <dgm:prSet presAssocID="{36E6C390-9248-434F-9167-406B32B42F96}" presName="spacer" presStyleCnt="0"/>
      <dgm:spPr/>
    </dgm:pt>
    <dgm:pt modelId="{38523E7C-9790-47E9-847C-C70AECEA8DC1}" type="pres">
      <dgm:prSet presAssocID="{D388FC37-9E82-4557-902B-95921A4EAFE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12A7B32-8D1D-409B-A581-A393345281AE}" type="pres">
      <dgm:prSet presAssocID="{C6899F1A-76C8-44C7-AC7A-BAB803713BC7}" presName="spacer" presStyleCnt="0"/>
      <dgm:spPr/>
    </dgm:pt>
    <dgm:pt modelId="{B61D36A6-5D41-4602-BC19-91D7AF7BC7D2}" type="pres">
      <dgm:prSet presAssocID="{FB19F25E-CB68-4D45-8882-6D7811BBDC1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5ED8579-A841-428C-9308-63FF9E2CE77A}" type="pres">
      <dgm:prSet presAssocID="{F5C13393-E835-4D20-8AB4-8404CAFEBEF5}" presName="spacer" presStyleCnt="0"/>
      <dgm:spPr/>
    </dgm:pt>
    <dgm:pt modelId="{14CD5008-07EB-4195-9931-115DD238B5F8}" type="pres">
      <dgm:prSet presAssocID="{862181A8-AA71-4500-ADCE-15D8AABD3D4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A18A115-0E6A-4BDC-8AE6-CC4AB882D7FD}" type="pres">
      <dgm:prSet presAssocID="{E0511005-A8A0-4194-AC0D-9DDAED2D1338}" presName="spacer" presStyleCnt="0"/>
      <dgm:spPr/>
    </dgm:pt>
    <dgm:pt modelId="{2707DD18-B26B-4AD1-9B22-42769604D3B3}" type="pres">
      <dgm:prSet presAssocID="{FF574587-69B0-4159-81A9-0932C39559D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23AC519-DF05-40C1-930A-C15D826D25D3}" type="pres">
      <dgm:prSet presAssocID="{AAC46088-BAD7-40F1-8DBA-82B675BC188F}" presName="spacer" presStyleCnt="0"/>
      <dgm:spPr/>
    </dgm:pt>
    <dgm:pt modelId="{08DFFF85-E732-484A-BEBC-B2120239BC24}" type="pres">
      <dgm:prSet presAssocID="{0652EE83-4424-4D43-96BB-66814162414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24954CB-F024-4CEC-AE8E-EAF94897EDAC}" type="pres">
      <dgm:prSet presAssocID="{C2BB6F03-9DB4-42AC-9707-FCF55DA5E8F7}" presName="spacer" presStyleCnt="0"/>
      <dgm:spPr/>
    </dgm:pt>
    <dgm:pt modelId="{128E4ADA-AF86-4959-8FA9-BE8D0625AC79}" type="pres">
      <dgm:prSet presAssocID="{F682DFA3-D3BC-4C2E-8FE6-7A822B7F4AF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7DCF807-1255-4DB5-AA8C-C2325AE66E09}" type="presOf" srcId="{8F27E49A-349B-42D3-81A7-8A71568CF01B}" destId="{9B76633D-FDB1-4A14-AA63-E8B93D078CB5}" srcOrd="0" destOrd="0" presId="urn:microsoft.com/office/officeart/2005/8/layout/vList2"/>
    <dgm:cxn modelId="{E33B141D-C195-4FDD-A252-12A8F3D76ABE}" type="presOf" srcId="{F682DFA3-D3BC-4C2E-8FE6-7A822B7F4AF1}" destId="{128E4ADA-AF86-4959-8FA9-BE8D0625AC79}" srcOrd="0" destOrd="0" presId="urn:microsoft.com/office/officeart/2005/8/layout/vList2"/>
    <dgm:cxn modelId="{FE4A351D-0EB2-4B2F-9CD5-B1101E48B74E}" srcId="{8F27E49A-349B-42D3-81A7-8A71568CF01B}" destId="{F682DFA3-D3BC-4C2E-8FE6-7A822B7F4AF1}" srcOrd="6" destOrd="0" parTransId="{76249084-6220-408B-BDBA-EFB48A0A845E}" sibTransId="{C272A4B3-E7ED-4758-B836-008354796FB3}"/>
    <dgm:cxn modelId="{BFFC512C-A698-4CAD-8E77-546BD3A9260B}" type="presOf" srcId="{D388FC37-9E82-4557-902B-95921A4EAFE2}" destId="{38523E7C-9790-47E9-847C-C70AECEA8DC1}" srcOrd="0" destOrd="0" presId="urn:microsoft.com/office/officeart/2005/8/layout/vList2"/>
    <dgm:cxn modelId="{F7355940-A9D5-4345-BDC8-4B3BA7FD6F61}" srcId="{8F27E49A-349B-42D3-81A7-8A71568CF01B}" destId="{D388FC37-9E82-4557-902B-95921A4EAFE2}" srcOrd="1" destOrd="0" parTransId="{B28E5DCA-8BC7-4D5B-98AF-C396957A9109}" sibTransId="{C6899F1A-76C8-44C7-AC7A-BAB803713BC7}"/>
    <dgm:cxn modelId="{C1E5935F-8C87-4A48-B078-CB4C033A1750}" type="presOf" srcId="{FB19F25E-CB68-4D45-8882-6D7811BBDC18}" destId="{B61D36A6-5D41-4602-BC19-91D7AF7BC7D2}" srcOrd="0" destOrd="0" presId="urn:microsoft.com/office/officeart/2005/8/layout/vList2"/>
    <dgm:cxn modelId="{50910261-A49B-4B7A-AB81-4F24A57BAE61}" srcId="{8F27E49A-349B-42D3-81A7-8A71568CF01B}" destId="{FB19F25E-CB68-4D45-8882-6D7811BBDC18}" srcOrd="2" destOrd="0" parTransId="{F960422C-F021-49AE-AB62-DC8353E58027}" sibTransId="{F5C13393-E835-4D20-8AB4-8404CAFEBEF5}"/>
    <dgm:cxn modelId="{54905868-C2E6-444D-BD96-CA46F414F1EB}" type="presOf" srcId="{0652EE83-4424-4D43-96BB-668141624144}" destId="{08DFFF85-E732-484A-BEBC-B2120239BC24}" srcOrd="0" destOrd="0" presId="urn:microsoft.com/office/officeart/2005/8/layout/vList2"/>
    <dgm:cxn modelId="{45A2F759-9746-4C64-B8A6-8D0CBBE1B01B}" type="presOf" srcId="{862181A8-AA71-4500-ADCE-15D8AABD3D42}" destId="{14CD5008-07EB-4195-9931-115DD238B5F8}" srcOrd="0" destOrd="0" presId="urn:microsoft.com/office/officeart/2005/8/layout/vList2"/>
    <dgm:cxn modelId="{951AA97E-D2F5-4C44-BEC0-43EF9209CE5B}" srcId="{8F27E49A-349B-42D3-81A7-8A71568CF01B}" destId="{862181A8-AA71-4500-ADCE-15D8AABD3D42}" srcOrd="3" destOrd="0" parTransId="{4720EB6F-3430-4E26-B329-3BA6E54CC687}" sibTransId="{E0511005-A8A0-4194-AC0D-9DDAED2D1338}"/>
    <dgm:cxn modelId="{5CD1F3DE-AA7A-40E1-ADE2-2F9D396CDA0A}" type="presOf" srcId="{BD95FEB0-8B22-40CF-83B9-D0E39EF19F21}" destId="{99B781C0-76FA-4D5C-B45D-570A064BC1E7}" srcOrd="0" destOrd="0" presId="urn:microsoft.com/office/officeart/2005/8/layout/vList2"/>
    <dgm:cxn modelId="{9C72C3E1-2122-421B-B2A2-F6536F07100B}" type="presOf" srcId="{FF574587-69B0-4159-81A9-0932C39559D6}" destId="{2707DD18-B26B-4AD1-9B22-42769604D3B3}" srcOrd="0" destOrd="0" presId="urn:microsoft.com/office/officeart/2005/8/layout/vList2"/>
    <dgm:cxn modelId="{6FF2CBE9-798C-4F7F-9B19-A5556189253A}" srcId="{8F27E49A-349B-42D3-81A7-8A71568CF01B}" destId="{0652EE83-4424-4D43-96BB-668141624144}" srcOrd="5" destOrd="0" parTransId="{9C6D066A-7FC5-479A-87AE-BF436F56891B}" sibTransId="{C2BB6F03-9DB4-42AC-9707-FCF55DA5E8F7}"/>
    <dgm:cxn modelId="{35B0CFFD-60C2-4234-8309-857BCF060361}" srcId="{8F27E49A-349B-42D3-81A7-8A71568CF01B}" destId="{BD95FEB0-8B22-40CF-83B9-D0E39EF19F21}" srcOrd="0" destOrd="0" parTransId="{E406272F-F5A7-4EB7-87F4-08E76743B8EC}" sibTransId="{36E6C390-9248-434F-9167-406B32B42F96}"/>
    <dgm:cxn modelId="{7443A6FF-0F61-49FF-ADDD-086A0603FE80}" srcId="{8F27E49A-349B-42D3-81A7-8A71568CF01B}" destId="{FF574587-69B0-4159-81A9-0932C39559D6}" srcOrd="4" destOrd="0" parTransId="{98EA0DD2-D40D-4FBB-BFAC-5D79BCF9E794}" sibTransId="{AAC46088-BAD7-40F1-8DBA-82B675BC188F}"/>
    <dgm:cxn modelId="{6A98456C-6DB6-457E-BEFD-1033CD571F70}" type="presParOf" srcId="{9B76633D-FDB1-4A14-AA63-E8B93D078CB5}" destId="{99B781C0-76FA-4D5C-B45D-570A064BC1E7}" srcOrd="0" destOrd="0" presId="urn:microsoft.com/office/officeart/2005/8/layout/vList2"/>
    <dgm:cxn modelId="{9800E19D-1280-467B-B0D4-5633EA9C7A56}" type="presParOf" srcId="{9B76633D-FDB1-4A14-AA63-E8B93D078CB5}" destId="{BC662EB0-C0AA-41C2-B33C-59B2AE482E22}" srcOrd="1" destOrd="0" presId="urn:microsoft.com/office/officeart/2005/8/layout/vList2"/>
    <dgm:cxn modelId="{00D61F27-7173-42EF-9068-D2877EC17056}" type="presParOf" srcId="{9B76633D-FDB1-4A14-AA63-E8B93D078CB5}" destId="{38523E7C-9790-47E9-847C-C70AECEA8DC1}" srcOrd="2" destOrd="0" presId="urn:microsoft.com/office/officeart/2005/8/layout/vList2"/>
    <dgm:cxn modelId="{13652380-E8F0-4322-B060-E258723C58D1}" type="presParOf" srcId="{9B76633D-FDB1-4A14-AA63-E8B93D078CB5}" destId="{412A7B32-8D1D-409B-A581-A393345281AE}" srcOrd="3" destOrd="0" presId="urn:microsoft.com/office/officeart/2005/8/layout/vList2"/>
    <dgm:cxn modelId="{1EFC8212-D79D-4848-85F4-609A5492C0AA}" type="presParOf" srcId="{9B76633D-FDB1-4A14-AA63-E8B93D078CB5}" destId="{B61D36A6-5D41-4602-BC19-91D7AF7BC7D2}" srcOrd="4" destOrd="0" presId="urn:microsoft.com/office/officeart/2005/8/layout/vList2"/>
    <dgm:cxn modelId="{E9414599-314D-4F72-98A4-C4080CD365B9}" type="presParOf" srcId="{9B76633D-FDB1-4A14-AA63-E8B93D078CB5}" destId="{B5ED8579-A841-428C-9308-63FF9E2CE77A}" srcOrd="5" destOrd="0" presId="urn:microsoft.com/office/officeart/2005/8/layout/vList2"/>
    <dgm:cxn modelId="{B9B98B6B-5F11-4608-BE79-7A93893E5AE4}" type="presParOf" srcId="{9B76633D-FDB1-4A14-AA63-E8B93D078CB5}" destId="{14CD5008-07EB-4195-9931-115DD238B5F8}" srcOrd="6" destOrd="0" presId="urn:microsoft.com/office/officeart/2005/8/layout/vList2"/>
    <dgm:cxn modelId="{4419C566-21AF-4D05-86FC-D9D959CA3A2F}" type="presParOf" srcId="{9B76633D-FDB1-4A14-AA63-E8B93D078CB5}" destId="{4A18A115-0E6A-4BDC-8AE6-CC4AB882D7FD}" srcOrd="7" destOrd="0" presId="urn:microsoft.com/office/officeart/2005/8/layout/vList2"/>
    <dgm:cxn modelId="{47D2F69A-81A4-455D-98F6-C52154F9C39A}" type="presParOf" srcId="{9B76633D-FDB1-4A14-AA63-E8B93D078CB5}" destId="{2707DD18-B26B-4AD1-9B22-42769604D3B3}" srcOrd="8" destOrd="0" presId="urn:microsoft.com/office/officeart/2005/8/layout/vList2"/>
    <dgm:cxn modelId="{ED5ABCB3-4703-4B51-B8F5-0827261CCCFF}" type="presParOf" srcId="{9B76633D-FDB1-4A14-AA63-E8B93D078CB5}" destId="{423AC519-DF05-40C1-930A-C15D826D25D3}" srcOrd="9" destOrd="0" presId="urn:microsoft.com/office/officeart/2005/8/layout/vList2"/>
    <dgm:cxn modelId="{F9CF1DE0-9EA3-4D57-AAEB-3072299E14BF}" type="presParOf" srcId="{9B76633D-FDB1-4A14-AA63-E8B93D078CB5}" destId="{08DFFF85-E732-484A-BEBC-B2120239BC24}" srcOrd="10" destOrd="0" presId="urn:microsoft.com/office/officeart/2005/8/layout/vList2"/>
    <dgm:cxn modelId="{763C722E-D006-487E-9360-A64BDD8AE06B}" type="presParOf" srcId="{9B76633D-FDB1-4A14-AA63-E8B93D078CB5}" destId="{A24954CB-F024-4CEC-AE8E-EAF94897EDAC}" srcOrd="11" destOrd="0" presId="urn:microsoft.com/office/officeart/2005/8/layout/vList2"/>
    <dgm:cxn modelId="{60BF4E6C-7E4F-4EF9-93BF-2A0342650FB3}" type="presParOf" srcId="{9B76633D-FDB1-4A14-AA63-E8B93D078CB5}" destId="{128E4ADA-AF86-4959-8FA9-BE8D0625AC7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FF2D15-6BBA-4B2B-8D5A-34437D21B119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67FD9EA-B7F3-4B95-A242-2DC4063CFDDD}">
      <dgm:prSet/>
      <dgm:spPr/>
      <dgm:t>
        <a:bodyPr/>
        <a:lstStyle/>
        <a:p>
          <a:r>
            <a:rPr lang="en-US" b="0"/>
            <a:t>Git clone</a:t>
          </a:r>
          <a:endParaRPr lang="en-US"/>
        </a:p>
      </dgm:t>
    </dgm:pt>
    <dgm:pt modelId="{4D099351-1F6C-4AFA-BB25-70AE3244D539}" type="parTrans" cxnId="{0D9FC944-C367-4209-887F-104701E32A6B}">
      <dgm:prSet/>
      <dgm:spPr/>
      <dgm:t>
        <a:bodyPr/>
        <a:lstStyle/>
        <a:p>
          <a:endParaRPr lang="en-US"/>
        </a:p>
      </dgm:t>
    </dgm:pt>
    <dgm:pt modelId="{D71D2879-E12A-40C7-A268-DFBD802A62CA}" type="sibTrans" cxnId="{0D9FC944-C367-4209-887F-104701E32A6B}">
      <dgm:prSet/>
      <dgm:spPr/>
      <dgm:t>
        <a:bodyPr/>
        <a:lstStyle/>
        <a:p>
          <a:endParaRPr lang="en-US"/>
        </a:p>
      </dgm:t>
    </dgm:pt>
    <dgm:pt modelId="{D32C2020-8CE8-403C-B82F-A9D4650153E1}">
      <dgm:prSet/>
      <dgm:spPr/>
      <dgm:t>
        <a:bodyPr/>
        <a:lstStyle/>
        <a:p>
          <a:r>
            <a:rPr lang="en-US" b="0"/>
            <a:t>Git pull</a:t>
          </a:r>
          <a:endParaRPr lang="en-US"/>
        </a:p>
      </dgm:t>
    </dgm:pt>
    <dgm:pt modelId="{788AA0D5-1BAF-4A3B-866E-EACEA0FC9A2C}" type="parTrans" cxnId="{1552B51D-2D3C-4331-9FFF-64538EC1941D}">
      <dgm:prSet/>
      <dgm:spPr/>
      <dgm:t>
        <a:bodyPr/>
        <a:lstStyle/>
        <a:p>
          <a:endParaRPr lang="en-US"/>
        </a:p>
      </dgm:t>
    </dgm:pt>
    <dgm:pt modelId="{7B178B43-0154-4118-832C-EB81B79211C5}" type="sibTrans" cxnId="{1552B51D-2D3C-4331-9FFF-64538EC1941D}">
      <dgm:prSet/>
      <dgm:spPr/>
      <dgm:t>
        <a:bodyPr/>
        <a:lstStyle/>
        <a:p>
          <a:endParaRPr lang="en-US"/>
        </a:p>
      </dgm:t>
    </dgm:pt>
    <dgm:pt modelId="{319BCAAA-03AE-4499-9103-BC8A5F10409F}">
      <dgm:prSet/>
      <dgm:spPr/>
      <dgm:t>
        <a:bodyPr/>
        <a:lstStyle/>
        <a:p>
          <a:r>
            <a:rPr lang="en-US" b="0"/>
            <a:t>Git push</a:t>
          </a:r>
          <a:endParaRPr lang="en-US"/>
        </a:p>
      </dgm:t>
    </dgm:pt>
    <dgm:pt modelId="{3D20695F-2169-46F4-BAE4-707F4A09E4CF}" type="parTrans" cxnId="{1E0436DD-BF35-4A1E-B347-BE33CAAFF7AB}">
      <dgm:prSet/>
      <dgm:spPr/>
      <dgm:t>
        <a:bodyPr/>
        <a:lstStyle/>
        <a:p>
          <a:endParaRPr lang="en-US"/>
        </a:p>
      </dgm:t>
    </dgm:pt>
    <dgm:pt modelId="{6DCBF422-E82A-4D56-8215-D352302744BC}" type="sibTrans" cxnId="{1E0436DD-BF35-4A1E-B347-BE33CAAFF7AB}">
      <dgm:prSet/>
      <dgm:spPr/>
      <dgm:t>
        <a:bodyPr/>
        <a:lstStyle/>
        <a:p>
          <a:endParaRPr lang="en-US"/>
        </a:p>
      </dgm:t>
    </dgm:pt>
    <dgm:pt modelId="{1873A00D-0D31-43C5-80E5-BB2CA66F26D5}" type="pres">
      <dgm:prSet presAssocID="{5BFF2D15-6BBA-4B2B-8D5A-34437D21B119}" presName="linear" presStyleCnt="0">
        <dgm:presLayoutVars>
          <dgm:animLvl val="lvl"/>
          <dgm:resizeHandles val="exact"/>
        </dgm:presLayoutVars>
      </dgm:prSet>
      <dgm:spPr/>
    </dgm:pt>
    <dgm:pt modelId="{3E2CD31A-81A9-4B02-BABD-6BA71FD625F1}" type="pres">
      <dgm:prSet presAssocID="{B67FD9EA-B7F3-4B95-A242-2DC4063CFD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AFA2CFE-E25C-46B5-9EE5-ACD08691A160}" type="pres">
      <dgm:prSet presAssocID="{D71D2879-E12A-40C7-A268-DFBD802A62CA}" presName="spacer" presStyleCnt="0"/>
      <dgm:spPr/>
    </dgm:pt>
    <dgm:pt modelId="{7006A9E3-6EA0-4D9A-AF43-90B066ADF3F9}" type="pres">
      <dgm:prSet presAssocID="{D32C2020-8CE8-403C-B82F-A9D4650153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028C72-20A3-4050-89D8-9A8047ADE60F}" type="pres">
      <dgm:prSet presAssocID="{7B178B43-0154-4118-832C-EB81B79211C5}" presName="spacer" presStyleCnt="0"/>
      <dgm:spPr/>
    </dgm:pt>
    <dgm:pt modelId="{D187F1ED-6C7A-4BFA-84E2-287889CBFEDB}" type="pres">
      <dgm:prSet presAssocID="{319BCAAA-03AE-4499-9103-BC8A5F1040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552B51D-2D3C-4331-9FFF-64538EC1941D}" srcId="{5BFF2D15-6BBA-4B2B-8D5A-34437D21B119}" destId="{D32C2020-8CE8-403C-B82F-A9D4650153E1}" srcOrd="1" destOrd="0" parTransId="{788AA0D5-1BAF-4A3B-866E-EACEA0FC9A2C}" sibTransId="{7B178B43-0154-4118-832C-EB81B79211C5}"/>
    <dgm:cxn modelId="{0D9FC944-C367-4209-887F-104701E32A6B}" srcId="{5BFF2D15-6BBA-4B2B-8D5A-34437D21B119}" destId="{B67FD9EA-B7F3-4B95-A242-2DC4063CFDDD}" srcOrd="0" destOrd="0" parTransId="{4D099351-1F6C-4AFA-BB25-70AE3244D539}" sibTransId="{D71D2879-E12A-40C7-A268-DFBD802A62CA}"/>
    <dgm:cxn modelId="{645769B3-E9FD-4D07-93F2-B81D42445A35}" type="presOf" srcId="{D32C2020-8CE8-403C-B82F-A9D4650153E1}" destId="{7006A9E3-6EA0-4D9A-AF43-90B066ADF3F9}" srcOrd="0" destOrd="0" presId="urn:microsoft.com/office/officeart/2005/8/layout/vList2"/>
    <dgm:cxn modelId="{1E0436DD-BF35-4A1E-B347-BE33CAAFF7AB}" srcId="{5BFF2D15-6BBA-4B2B-8D5A-34437D21B119}" destId="{319BCAAA-03AE-4499-9103-BC8A5F10409F}" srcOrd="2" destOrd="0" parTransId="{3D20695F-2169-46F4-BAE4-707F4A09E4CF}" sibTransId="{6DCBF422-E82A-4D56-8215-D352302744BC}"/>
    <dgm:cxn modelId="{73F66EE3-23AB-46C4-86BC-58DFDEF46FD6}" type="presOf" srcId="{319BCAAA-03AE-4499-9103-BC8A5F10409F}" destId="{D187F1ED-6C7A-4BFA-84E2-287889CBFEDB}" srcOrd="0" destOrd="0" presId="urn:microsoft.com/office/officeart/2005/8/layout/vList2"/>
    <dgm:cxn modelId="{E085B8F1-FB22-4310-89A0-CF3C24B21AA2}" type="presOf" srcId="{5BFF2D15-6BBA-4B2B-8D5A-34437D21B119}" destId="{1873A00D-0D31-43C5-80E5-BB2CA66F26D5}" srcOrd="0" destOrd="0" presId="urn:microsoft.com/office/officeart/2005/8/layout/vList2"/>
    <dgm:cxn modelId="{5E349DFA-8102-4DAD-9383-D0CE3207678C}" type="presOf" srcId="{B67FD9EA-B7F3-4B95-A242-2DC4063CFDDD}" destId="{3E2CD31A-81A9-4B02-BABD-6BA71FD625F1}" srcOrd="0" destOrd="0" presId="urn:microsoft.com/office/officeart/2005/8/layout/vList2"/>
    <dgm:cxn modelId="{ADD98782-3B74-4584-87EF-02C3B4B76E9A}" type="presParOf" srcId="{1873A00D-0D31-43C5-80E5-BB2CA66F26D5}" destId="{3E2CD31A-81A9-4B02-BABD-6BA71FD625F1}" srcOrd="0" destOrd="0" presId="urn:microsoft.com/office/officeart/2005/8/layout/vList2"/>
    <dgm:cxn modelId="{DA22CDF1-4659-4C28-9996-BD209B80DBA2}" type="presParOf" srcId="{1873A00D-0D31-43C5-80E5-BB2CA66F26D5}" destId="{7AFA2CFE-E25C-46B5-9EE5-ACD08691A160}" srcOrd="1" destOrd="0" presId="urn:microsoft.com/office/officeart/2005/8/layout/vList2"/>
    <dgm:cxn modelId="{96DB468E-D8B7-474D-BEFA-A22F7DA14904}" type="presParOf" srcId="{1873A00D-0D31-43C5-80E5-BB2CA66F26D5}" destId="{7006A9E3-6EA0-4D9A-AF43-90B066ADF3F9}" srcOrd="2" destOrd="0" presId="urn:microsoft.com/office/officeart/2005/8/layout/vList2"/>
    <dgm:cxn modelId="{4ADC2799-5F7D-40E7-A5EA-BC68CD1D6660}" type="presParOf" srcId="{1873A00D-0D31-43C5-80E5-BB2CA66F26D5}" destId="{87028C72-20A3-4050-89D8-9A8047ADE60F}" srcOrd="3" destOrd="0" presId="urn:microsoft.com/office/officeart/2005/8/layout/vList2"/>
    <dgm:cxn modelId="{9B07718A-F451-4C9C-92E6-7001CC89E2DB}" type="presParOf" srcId="{1873A00D-0D31-43C5-80E5-BB2CA66F26D5}" destId="{D187F1ED-6C7A-4BFA-84E2-287889CBFED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9B3C0-BFE4-4FEC-BBB5-DBE1132F5CFE}">
      <dsp:nvSpPr>
        <dsp:cNvPr id="0" name=""/>
        <dsp:cNvSpPr/>
      </dsp:nvSpPr>
      <dsp:spPr>
        <a:xfrm>
          <a:off x="0" y="37871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/>
            <a:t>Csapatmunka</a:t>
          </a:r>
          <a:endParaRPr lang="en-US" sz="4000" kern="1200"/>
        </a:p>
      </dsp:txBody>
      <dsp:txXfrm>
        <a:off x="47976" y="85847"/>
        <a:ext cx="10419648" cy="886848"/>
      </dsp:txXfrm>
    </dsp:sp>
    <dsp:sp modelId="{065BD0B9-391F-4405-9DA7-55480F2E2B0C}">
      <dsp:nvSpPr>
        <dsp:cNvPr id="0" name=""/>
        <dsp:cNvSpPr/>
      </dsp:nvSpPr>
      <dsp:spPr>
        <a:xfrm>
          <a:off x="0" y="1135871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/>
            <a:t>Kód áttekintés</a:t>
          </a:r>
          <a:endParaRPr lang="en-US" sz="4000" kern="1200"/>
        </a:p>
      </dsp:txBody>
      <dsp:txXfrm>
        <a:off x="47976" y="1183847"/>
        <a:ext cx="10419648" cy="886848"/>
      </dsp:txXfrm>
    </dsp:sp>
    <dsp:sp modelId="{AD5CBF3E-2106-48FE-A214-402013CB8742}">
      <dsp:nvSpPr>
        <dsp:cNvPr id="0" name=""/>
        <dsp:cNvSpPr/>
      </dsp:nvSpPr>
      <dsp:spPr>
        <a:xfrm>
          <a:off x="0" y="2233872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/>
            <a:t>Hibakövetés</a:t>
          </a:r>
          <a:endParaRPr lang="en-US" sz="4000" kern="1200"/>
        </a:p>
      </dsp:txBody>
      <dsp:txXfrm>
        <a:off x="47976" y="2281848"/>
        <a:ext cx="10419648" cy="886848"/>
      </dsp:txXfrm>
    </dsp:sp>
    <dsp:sp modelId="{7E782B80-92D7-472B-A000-1C4EB0277DCD}">
      <dsp:nvSpPr>
        <dsp:cNvPr id="0" name=""/>
        <dsp:cNvSpPr/>
      </dsp:nvSpPr>
      <dsp:spPr>
        <a:xfrm>
          <a:off x="0" y="3331872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/>
            <a:t>Automatizáció</a:t>
          </a:r>
          <a:endParaRPr lang="en-US" sz="4000" kern="1200"/>
        </a:p>
      </dsp:txBody>
      <dsp:txXfrm>
        <a:off x="47976" y="3379848"/>
        <a:ext cx="10419648" cy="886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781C0-76FA-4D5C-B45D-570A064BC1E7}">
      <dsp:nvSpPr>
        <dsp:cNvPr id="0" name=""/>
        <dsp:cNvSpPr/>
      </dsp:nvSpPr>
      <dsp:spPr>
        <a:xfrm>
          <a:off x="0" y="9430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Git init – Git projekt létrehozása</a:t>
          </a:r>
          <a:endParaRPr lang="en-US" sz="2200" kern="1200"/>
        </a:p>
      </dsp:txBody>
      <dsp:txXfrm>
        <a:off x="26387" y="120688"/>
        <a:ext cx="10462826" cy="487766"/>
      </dsp:txXfrm>
    </dsp:sp>
    <dsp:sp modelId="{38523E7C-9790-47E9-847C-C70AECEA8DC1}">
      <dsp:nvSpPr>
        <dsp:cNvPr id="0" name=""/>
        <dsp:cNvSpPr/>
      </dsp:nvSpPr>
      <dsp:spPr>
        <a:xfrm>
          <a:off x="0" y="69820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Git add – Fájl hozzáadása</a:t>
          </a:r>
          <a:endParaRPr lang="en-US" sz="2200" kern="1200"/>
        </a:p>
      </dsp:txBody>
      <dsp:txXfrm>
        <a:off x="26387" y="724588"/>
        <a:ext cx="10462826" cy="487766"/>
      </dsp:txXfrm>
    </dsp:sp>
    <dsp:sp modelId="{B61D36A6-5D41-4602-BC19-91D7AF7BC7D2}">
      <dsp:nvSpPr>
        <dsp:cNvPr id="0" name=""/>
        <dsp:cNvSpPr/>
      </dsp:nvSpPr>
      <dsp:spPr>
        <a:xfrm>
          <a:off x="0" y="130210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Git commit – Mentés készítés</a:t>
          </a:r>
          <a:endParaRPr lang="en-US" sz="2200" kern="1200"/>
        </a:p>
      </dsp:txBody>
      <dsp:txXfrm>
        <a:off x="26387" y="1328488"/>
        <a:ext cx="10462826" cy="487766"/>
      </dsp:txXfrm>
    </dsp:sp>
    <dsp:sp modelId="{14CD5008-07EB-4195-9931-115DD238B5F8}">
      <dsp:nvSpPr>
        <dsp:cNvPr id="0" name=""/>
        <dsp:cNvSpPr/>
      </dsp:nvSpPr>
      <dsp:spPr>
        <a:xfrm>
          <a:off x="0" y="190600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Git branch – Ág létrehozása, felsorolása vagy törlése</a:t>
          </a:r>
          <a:endParaRPr lang="en-US" sz="2200" kern="1200"/>
        </a:p>
      </dsp:txBody>
      <dsp:txXfrm>
        <a:off x="26387" y="1932388"/>
        <a:ext cx="10462826" cy="487766"/>
      </dsp:txXfrm>
    </dsp:sp>
    <dsp:sp modelId="{2707DD18-B26B-4AD1-9B22-42769604D3B3}">
      <dsp:nvSpPr>
        <dsp:cNvPr id="0" name=""/>
        <dsp:cNvSpPr/>
      </dsp:nvSpPr>
      <dsp:spPr>
        <a:xfrm>
          <a:off x="0" y="2509902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Git checkout - Visszapörgetés</a:t>
          </a:r>
          <a:endParaRPr lang="en-US" sz="2200" kern="1200"/>
        </a:p>
      </dsp:txBody>
      <dsp:txXfrm>
        <a:off x="26387" y="2536289"/>
        <a:ext cx="10462826" cy="487766"/>
      </dsp:txXfrm>
    </dsp:sp>
    <dsp:sp modelId="{08DFFF85-E732-484A-BEBC-B2120239BC24}">
      <dsp:nvSpPr>
        <dsp:cNvPr id="0" name=""/>
        <dsp:cNvSpPr/>
      </dsp:nvSpPr>
      <dsp:spPr>
        <a:xfrm>
          <a:off x="0" y="3113802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Git merge – Ágak összevonása</a:t>
          </a:r>
          <a:endParaRPr lang="en-US" sz="2200" kern="1200"/>
        </a:p>
      </dsp:txBody>
      <dsp:txXfrm>
        <a:off x="26387" y="3140189"/>
        <a:ext cx="10462826" cy="487766"/>
      </dsp:txXfrm>
    </dsp:sp>
    <dsp:sp modelId="{128E4ADA-AF86-4959-8FA9-BE8D0625AC79}">
      <dsp:nvSpPr>
        <dsp:cNvPr id="0" name=""/>
        <dsp:cNvSpPr/>
      </dsp:nvSpPr>
      <dsp:spPr>
        <a:xfrm>
          <a:off x="0" y="3717702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Git status - Állapot</a:t>
          </a:r>
          <a:endParaRPr lang="en-US" sz="2200" kern="1200"/>
        </a:p>
      </dsp:txBody>
      <dsp:txXfrm>
        <a:off x="26387" y="3744089"/>
        <a:ext cx="10462826" cy="4877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CD31A-81A9-4B02-BABD-6BA71FD625F1}">
      <dsp:nvSpPr>
        <dsp:cNvPr id="0" name=""/>
        <dsp:cNvSpPr/>
      </dsp:nvSpPr>
      <dsp:spPr>
        <a:xfrm>
          <a:off x="0" y="30581"/>
          <a:ext cx="10515600" cy="13267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kern="1200"/>
            <a:t>Git clone</a:t>
          </a:r>
          <a:endParaRPr lang="en-US" sz="5400" kern="1200"/>
        </a:p>
      </dsp:txBody>
      <dsp:txXfrm>
        <a:off x="64768" y="95349"/>
        <a:ext cx="10386064" cy="1197243"/>
      </dsp:txXfrm>
    </dsp:sp>
    <dsp:sp modelId="{7006A9E3-6EA0-4D9A-AF43-90B066ADF3F9}">
      <dsp:nvSpPr>
        <dsp:cNvPr id="0" name=""/>
        <dsp:cNvSpPr/>
      </dsp:nvSpPr>
      <dsp:spPr>
        <a:xfrm>
          <a:off x="0" y="1512881"/>
          <a:ext cx="10515600" cy="13267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kern="1200"/>
            <a:t>Git pull</a:t>
          </a:r>
          <a:endParaRPr lang="en-US" sz="5400" kern="1200"/>
        </a:p>
      </dsp:txBody>
      <dsp:txXfrm>
        <a:off x="64768" y="1577649"/>
        <a:ext cx="10386064" cy="1197243"/>
      </dsp:txXfrm>
    </dsp:sp>
    <dsp:sp modelId="{D187F1ED-6C7A-4BFA-84E2-287889CBFEDB}">
      <dsp:nvSpPr>
        <dsp:cNvPr id="0" name=""/>
        <dsp:cNvSpPr/>
      </dsp:nvSpPr>
      <dsp:spPr>
        <a:xfrm>
          <a:off x="0" y="2995182"/>
          <a:ext cx="10515600" cy="13267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0" kern="1200"/>
            <a:t>Git push</a:t>
          </a:r>
          <a:endParaRPr lang="en-US" sz="5400" kern="1200"/>
        </a:p>
      </dsp:txBody>
      <dsp:txXfrm>
        <a:off x="64768" y="3059950"/>
        <a:ext cx="10386064" cy="1197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7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8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E17FF9F-025C-4CDE-BAD5-A16DCB3B394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Verziókezelés lényege: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Változások visszakövetése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Biztonsági mentés a fejlesztésről</a:t>
            </a: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Többen tudnak egyszerre dolgozni → merge lehetőség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 = verziókezelő rendszer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Lokálisan fut a gépen → nem kell internet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Parancssor az alap módja a használatnak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Röviden ismertesd:</a:t>
            </a: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repository = a projekt verziókezelt tára</a:t>
            </a: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commit = pillanatkép a munkáról</a:t>
            </a: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branch = kísérleti ág, új funkciókhoz</a:t>
            </a: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Érdekesség: a legtöbb nagy techcég Git-et használ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588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Git +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szerver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+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közösségi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funkciók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Pull Request =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csapatmunkában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javasolt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módosítások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jóváhagyása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Issue =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hibák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követése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Automatizáció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pl. </a:t>
            </a:r>
            <a:r>
              <a:rPr lang="en-US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tesztelés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Nem kell parancssort használni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Grafikus felület → kezdőknek ideális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fiók kell hozzá → szinkronizálás a felhőbe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 init → projekt elindítása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 → fájl hozzáadása „staging”-hez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commit → mentési pont létrehozása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branch → új funkció tesztelése külön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checkout → váltás verziók/ágak között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merge → ágak összeolvasztása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status → mi változott?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Tipp: push előtt mindig pull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címes hitelesítés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Jelszó + felhasználónév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Ingyenes használat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600–700MB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 10+ vagy macOS 12+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fiók kötelező → a szinkron alapja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zakaszfejlé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Mintaszöveg szerkesztése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3D26F6-1236-4C86-B22A-32D623BE0842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6FF8A8-7B6E-406A-86CA-F311D0ECF3EE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Összehasonlítá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8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AF643B-E186-49A2-8012-4035AC8423C9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8F46E0-EF5D-4346-A969-DD40789CDF61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2C479C-A592-412F-AE77-DFB6EAB2CE51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rtalomrész képaláíráss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849E95-84D2-4172-BD58-C54076AFD5E8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ép képaláíráss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645C22-6D42-42C9-B1AB-B377060C8540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85146E-1108-406A-AA81-F1E88BBD9798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4CA79B-5FC3-4FD5-8726-86C303A0DD29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8C8EAE-B0EE-4C3F-BA71-24E9318CD54C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ím és tartal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3FC0DB-B813-4988-A429-3A1E15BD1F01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Mintacím szerkesztése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Mintaszöveg szerkesztése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szint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szint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szint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5D934F-F6C8-486E-9012-4AA806DEC161}" type="slidenum">
              <a:rPr lang="hu-H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u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github.com/download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ddit.com/r/git/comments/1autxuy/what_are_some_best_practices_when_dealing_with/" TargetMode="External"/><Relationship Id="rId3" Type="http://schemas.openxmlformats.org/officeDocument/2006/relationships/hyperlink" Target="https://notebooklm.google.com/" TargetMode="External"/><Relationship Id="rId7" Type="http://schemas.openxmlformats.org/officeDocument/2006/relationships/hyperlink" Target="https://docs.github.com/en/pull-requests/collaborating-with-pull-requests/getting-started/helping-others-review-your-changes" TargetMode="External"/><Relationship Id="rId2" Type="http://schemas.openxmlformats.org/officeDocument/2006/relationships/hyperlink" Target="https://www.youtube.com/watch?v=cKv4iFvTg38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raphite.com/guides/git-monorepo-best-practices-for-scalability" TargetMode="External"/><Relationship Id="rId5" Type="http://schemas.openxmlformats.org/officeDocument/2006/relationships/hyperlink" Target="https://en.wikipedia.org/wiki/GitHub" TargetMode="External"/><Relationship Id="rId4" Type="http://schemas.openxmlformats.org/officeDocument/2006/relationships/hyperlink" Target="https://en.wikipedia.org/wiki/Git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0" y="0"/>
            <a:ext cx="12191040" cy="6856920"/>
          </a:xfrm>
          <a:prstGeom prst="rect">
            <a:avLst/>
          </a:prstGeom>
          <a:gradFill rotWithShape="0">
            <a:gsLst>
              <a:gs pos="0">
                <a:srgbClr val="0B3041"/>
              </a:gs>
              <a:gs pos="100000">
                <a:srgbClr val="000000"/>
              </a:gs>
            </a:gsLst>
            <a:lin ang="18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80" y="0"/>
            <a:ext cx="12191040" cy="6401520"/>
          </a:xfrm>
          <a:prstGeom prst="rect">
            <a:avLst/>
          </a:prstGeom>
          <a:gradFill rotWithShape="0">
            <a:gsLst>
              <a:gs pos="1000">
                <a:srgbClr val="104862">
                  <a:alpha val="59000"/>
                </a:srgbClr>
              </a:gs>
              <a:gs pos="100000">
                <a:srgbClr val="000000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2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2660400" y="-2652840"/>
            <a:ext cx="6856920" cy="12164760"/>
          </a:xfrm>
          <a:prstGeom prst="rect">
            <a:avLst/>
          </a:prstGeom>
          <a:gradFill rotWithShape="0">
            <a:gsLst>
              <a:gs pos="13000">
                <a:srgbClr val="0B3041">
                  <a:alpha val="0"/>
                </a:srgbClr>
              </a:gs>
              <a:gs pos="99000">
                <a:srgbClr val="000000">
                  <a:alpha val="28000"/>
                </a:srgb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3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094080" y="0"/>
            <a:ext cx="6094800" cy="6856920"/>
          </a:xfrm>
          <a:prstGeom prst="rect">
            <a:avLst/>
          </a:prstGeom>
          <a:gradFill rotWithShape="0">
            <a:gsLst>
              <a:gs pos="13000">
                <a:srgbClr val="0B3041">
                  <a:alpha val="0"/>
                </a:srgbClr>
              </a:gs>
              <a:gs pos="99000">
                <a:srgbClr val="104862">
                  <a:alpha val="50000"/>
                </a:srgbClr>
              </a:gs>
            </a:gsLst>
            <a:lin ang="4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4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0" y="0"/>
            <a:ext cx="12181680" cy="6870960"/>
          </a:xfrm>
          <a:prstGeom prst="rect">
            <a:avLst/>
          </a:prstGeom>
          <a:gradFill rotWithShape="0">
            <a:gsLst>
              <a:gs pos="13000">
                <a:srgbClr val="000000">
                  <a:alpha val="35000"/>
                </a:srgbClr>
              </a:gs>
              <a:gs pos="99000">
                <a:srgbClr val="104862">
                  <a:alpha val="0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" name="Freeform: 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840" y="3960"/>
            <a:ext cx="10215360" cy="4727880"/>
          </a:xfrm>
          <a:custGeom>
            <a:avLst/>
            <a:gdLst>
              <a:gd name="textAreaLeft" fmla="*/ 0 w 10215360"/>
              <a:gd name="textAreaRight" fmla="*/ 10216440 w 10215360"/>
              <a:gd name="textAreaTop" fmla="*/ 0 h 4727880"/>
              <a:gd name="textAreaBottom" fmla="*/ 4728960 h 4727880"/>
              <a:gd name="GluePoint1X" fmla="*/ 0 w 10216576"/>
              <a:gd name="GluePoint1Y" fmla="*/ 0 h 4729040"/>
              <a:gd name="GluePoint2X" fmla="*/ 10216576 w 10216576"/>
              <a:gd name="GluePoint2Y" fmla="*/ 0 h 4729040"/>
              <a:gd name="GluePoint3X" fmla="*/ 10210268 w 10216576"/>
              <a:gd name="GluePoint3Y" fmla="*/ 124944 h 4729040"/>
              <a:gd name="GluePoint4X" fmla="*/ 5108288 w 10216576"/>
              <a:gd name="GluePoint4Y" fmla="*/ 4729040 h 4729040"/>
              <a:gd name="GluePoint5X" fmla="*/ 6309 w 10216576"/>
              <a:gd name="GluePoint5Y" fmla="*/ 124944 h 47290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 rotWithShape="0">
            <a:gsLst>
              <a:gs pos="7000">
                <a:srgbClr val="0B3041">
                  <a:alpha val="4000"/>
                </a:srgbClr>
              </a:gs>
              <a:gs pos="99000">
                <a:srgbClr val="156082">
                  <a:alpha val="24000"/>
                </a:srgbClr>
              </a:gs>
            </a:gsLst>
            <a:lin ang="10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026800" y="1030320"/>
            <a:ext cx="814680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88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A Git, GitHub és a verziókezelés</a:t>
            </a:r>
            <a:endParaRPr lang="en-US" sz="8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559880" y="5171040"/>
            <a:ext cx="907740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Molek Tamás Sándor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12.E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500"/>
                                  </p:stCondLst>
                                  <p:iterate type="wd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1000"/>
                                  </p:stCondLst>
                                  <p:iterate type="wd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10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nodeType="clickEffect">
                                  <p:stCondLst>
                                    <p:cond delay="1000"/>
                                  </p:stCondLst>
                                  <p:iterate type="wd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10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31080" y="639360"/>
            <a:ext cx="3427920" cy="17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Verziókezelés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2573640"/>
            <a:ext cx="3254040" cy="17280"/>
          </a:xfrm>
          <a:custGeom>
            <a:avLst/>
            <a:gdLst>
              <a:gd name="textAreaLeft" fmla="*/ 0 w 3254040"/>
              <a:gd name="textAreaRight" fmla="*/ 3255120 w 3254040"/>
              <a:gd name="textAreaTop" fmla="*/ 0 h 17280"/>
              <a:gd name="textAreaBottom" fmla="*/ 18360 h 17280"/>
              <a:gd name="GluePoint1X" fmla="*/ 0 w 3255095"/>
              <a:gd name="GluePoint1Y" fmla="*/ 0 h 18288"/>
              <a:gd name="GluePoint2X" fmla="*/ 618468 w 3255095"/>
              <a:gd name="GluePoint2Y" fmla="*/ 0 h 18288"/>
              <a:gd name="GluePoint3X" fmla="*/ 1269487 w 3255095"/>
              <a:gd name="GluePoint3Y" fmla="*/ 0 h 18288"/>
              <a:gd name="GluePoint4X" fmla="*/ 1953057 w 3255095"/>
              <a:gd name="GluePoint4Y" fmla="*/ 0 h 18288"/>
              <a:gd name="GluePoint5X" fmla="*/ 2636627 w 3255095"/>
              <a:gd name="GluePoint5Y" fmla="*/ 0 h 18288"/>
              <a:gd name="GluePoint6X" fmla="*/ 3255095 w 3255095"/>
              <a:gd name="GluePoint6Y" fmla="*/ 0 h 18288"/>
              <a:gd name="GluePoint7X" fmla="*/ 3255095 w 3255095"/>
              <a:gd name="GluePoint7Y" fmla="*/ 18288 h 18288"/>
              <a:gd name="GluePoint8X" fmla="*/ 2538974 w 3255095"/>
              <a:gd name="GluePoint8Y" fmla="*/ 18288 h 18288"/>
              <a:gd name="GluePoint9X" fmla="*/ 1822853 w 3255095"/>
              <a:gd name="GluePoint9Y" fmla="*/ 18288 h 18288"/>
              <a:gd name="GluePoint10X" fmla="*/ 1171834 w 3255095"/>
              <a:gd name="GluePoint10Y" fmla="*/ 18288 h 18288"/>
              <a:gd name="GluePoint11X" fmla="*/ 0 w 3255095"/>
              <a:gd name="GluePoint11Y" fmla="*/ 18288 h 18288"/>
              <a:gd name="GluePoint12X" fmla="*/ 0 w 3255095"/>
              <a:gd name="GluePoint12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3255095" h="18288" fill="none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31080" y="2807280"/>
            <a:ext cx="4022280" cy="340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A képen láthatónak megelőzése érdekében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Fájlok „Biztonsági mentése”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Ha valami rosszul megy, vissza lehet fordítani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Párhuzamos fejlesztés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Kép 6"/>
          <p:cNvPicPr/>
          <p:nvPr/>
        </p:nvPicPr>
        <p:blipFill>
          <a:blip r:embed="rId3"/>
          <a:stretch/>
        </p:blipFill>
        <p:spPr>
          <a:xfrm>
            <a:off x="4654440" y="1694520"/>
            <a:ext cx="6902640" cy="3467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10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10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52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Git</a:t>
            </a: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Készítette: Linus Torvalds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 alap Verziókezelő szoftver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GitHub “motorja”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Parancssorban használandó</a:t>
            </a:r>
          </a:p>
        </p:txBody>
      </p:sp>
      <p:pic>
        <p:nvPicPr>
          <p:cNvPr id="85" name="Kép 84"/>
          <p:cNvPicPr/>
          <p:nvPr/>
        </p:nvPicPr>
        <p:blipFill>
          <a:blip r:embed="rId3"/>
          <a:stretch/>
        </p:blipFill>
        <p:spPr>
          <a:xfrm>
            <a:off x="7456680" y="1828800"/>
            <a:ext cx="3895920" cy="3902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556920"/>
            <a:ext cx="10514520" cy="113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5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Fő Git funkciók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Diagram2"/>
          <p:cNvGrpSpPr/>
          <p:nvPr/>
        </p:nvGrpSpPr>
        <p:grpSpPr>
          <a:xfrm>
            <a:off x="838080" y="1825560"/>
            <a:ext cx="10514520" cy="4350240"/>
            <a:chOff x="838080" y="1825560"/>
            <a:chExt cx="10514520" cy="4350240"/>
          </a:xfrm>
        </p:grpSpPr>
        <p:sp>
          <p:nvSpPr>
            <p:cNvPr id="89" name="Téglalap 88"/>
            <p:cNvSpPr/>
            <p:nvPr/>
          </p:nvSpPr>
          <p:spPr>
            <a:xfrm>
              <a:off x="838080" y="1825560"/>
              <a:ext cx="10514520" cy="435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Ellipszis 89"/>
            <p:cNvSpPr/>
            <p:nvPr/>
          </p:nvSpPr>
          <p:spPr>
            <a:xfrm>
              <a:off x="920520" y="1915560"/>
              <a:ext cx="896400" cy="896400"/>
            </a:xfrm>
            <a:prstGeom prst="ellipse">
              <a:avLst/>
            </a:prstGeom>
            <a:solidFill>
              <a:schemeClr val="bg1">
                <a:lumMod val="95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églalap 90"/>
            <p:cNvSpPr/>
            <p:nvPr/>
          </p:nvSpPr>
          <p:spPr>
            <a:xfrm>
              <a:off x="1109160" y="2104200"/>
              <a:ext cx="519840" cy="519840"/>
            </a:xfrm>
            <a:prstGeom prst="rect">
              <a:avLst/>
            </a:prstGeom>
            <a:blipFill rotWithShape="0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églalap 91"/>
            <p:cNvSpPr/>
            <p:nvPr/>
          </p:nvSpPr>
          <p:spPr>
            <a:xfrm>
              <a:off x="2010240" y="1915560"/>
              <a:ext cx="2114280" cy="8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1440" anchor="ctr">
              <a:noAutofit/>
            </a:bodyPr>
            <a:lstStyle/>
            <a:p>
              <a:pPr defTabSz="10666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hu-HU" sz="24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Commit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Ellipszis 92"/>
            <p:cNvSpPr/>
            <p:nvPr/>
          </p:nvSpPr>
          <p:spPr>
            <a:xfrm>
              <a:off x="4493520" y="1915560"/>
              <a:ext cx="896400" cy="896400"/>
            </a:xfrm>
            <a:prstGeom prst="ellipse">
              <a:avLst/>
            </a:prstGeom>
            <a:solidFill>
              <a:schemeClr val="bg1">
                <a:lumMod val="95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églalap 93"/>
            <p:cNvSpPr/>
            <p:nvPr/>
          </p:nvSpPr>
          <p:spPr>
            <a:xfrm>
              <a:off x="4682160" y="2104200"/>
              <a:ext cx="519840" cy="519840"/>
            </a:xfrm>
            <a:prstGeom prst="rect">
              <a:avLst/>
            </a:pr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églalap 94"/>
            <p:cNvSpPr/>
            <p:nvPr/>
          </p:nvSpPr>
          <p:spPr>
            <a:xfrm>
              <a:off x="5583240" y="1915560"/>
              <a:ext cx="2114280" cy="8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1440" anchor="ctr">
              <a:noAutofit/>
            </a:bodyPr>
            <a:lstStyle/>
            <a:p>
              <a:pPr defTabSz="10666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hu-HU" sz="24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Pull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Ellipszis 95"/>
            <p:cNvSpPr/>
            <p:nvPr/>
          </p:nvSpPr>
          <p:spPr>
            <a:xfrm>
              <a:off x="8066520" y="1915560"/>
              <a:ext cx="896400" cy="896400"/>
            </a:xfrm>
            <a:prstGeom prst="ellipse">
              <a:avLst/>
            </a:prstGeom>
            <a:solidFill>
              <a:schemeClr val="bg1">
                <a:lumMod val="95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Téglalap 96"/>
            <p:cNvSpPr/>
            <p:nvPr/>
          </p:nvSpPr>
          <p:spPr>
            <a:xfrm>
              <a:off x="8255160" y="2104200"/>
              <a:ext cx="519840" cy="519840"/>
            </a:xfrm>
            <a:prstGeom prst="rect">
              <a:avLst/>
            </a:prstGeom>
            <a:blipFill rotWithShape="0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Téglalap 97"/>
            <p:cNvSpPr/>
            <p:nvPr/>
          </p:nvSpPr>
          <p:spPr>
            <a:xfrm>
              <a:off x="9156240" y="1915560"/>
              <a:ext cx="2114280" cy="8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1440" anchor="ctr">
              <a:noAutofit/>
            </a:bodyPr>
            <a:lstStyle/>
            <a:p>
              <a:pPr defTabSz="10666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hu-HU" sz="24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Push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Ellipszis 98"/>
            <p:cNvSpPr/>
            <p:nvPr/>
          </p:nvSpPr>
          <p:spPr>
            <a:xfrm>
              <a:off x="920520" y="3552480"/>
              <a:ext cx="896400" cy="896400"/>
            </a:xfrm>
            <a:prstGeom prst="ellipse">
              <a:avLst/>
            </a:prstGeom>
            <a:solidFill>
              <a:schemeClr val="bg1">
                <a:lumMod val="95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Téglalap 99"/>
            <p:cNvSpPr/>
            <p:nvPr/>
          </p:nvSpPr>
          <p:spPr>
            <a:xfrm>
              <a:off x="1109160" y="3741120"/>
              <a:ext cx="519840" cy="519840"/>
            </a:xfrm>
            <a:prstGeom prst="rect">
              <a:avLst/>
            </a:prstGeom>
            <a:blipFill rotWithShape="0"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églalap 100"/>
            <p:cNvSpPr/>
            <p:nvPr/>
          </p:nvSpPr>
          <p:spPr>
            <a:xfrm>
              <a:off x="2010240" y="3552480"/>
              <a:ext cx="2114280" cy="8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1440" anchor="ctr">
              <a:noAutofit/>
            </a:bodyPr>
            <a:lstStyle/>
            <a:p>
              <a:pPr defTabSz="10666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hu-HU" sz="24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Sync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Ellipszis 101"/>
            <p:cNvSpPr/>
            <p:nvPr/>
          </p:nvSpPr>
          <p:spPr>
            <a:xfrm>
              <a:off x="4493520" y="3552480"/>
              <a:ext cx="896400" cy="896400"/>
            </a:xfrm>
            <a:prstGeom prst="ellipse">
              <a:avLst/>
            </a:prstGeom>
            <a:solidFill>
              <a:schemeClr val="bg1">
                <a:lumMod val="95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Téglalap 102"/>
            <p:cNvSpPr/>
            <p:nvPr/>
          </p:nvSpPr>
          <p:spPr>
            <a:xfrm>
              <a:off x="4682160" y="3741120"/>
              <a:ext cx="519840" cy="519840"/>
            </a:xfrm>
            <a:prstGeom prst="rect">
              <a:avLst/>
            </a:prstGeom>
            <a:blipFill rotWithShape="0"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Téglalap 103"/>
            <p:cNvSpPr/>
            <p:nvPr/>
          </p:nvSpPr>
          <p:spPr>
            <a:xfrm>
              <a:off x="5583240" y="3552480"/>
              <a:ext cx="2114280" cy="8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1440" anchor="ctr">
              <a:noAutofit/>
            </a:bodyPr>
            <a:lstStyle/>
            <a:p>
              <a:pPr defTabSz="10666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hu-HU" sz="24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Fetch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Ellipszis 104"/>
            <p:cNvSpPr/>
            <p:nvPr/>
          </p:nvSpPr>
          <p:spPr>
            <a:xfrm>
              <a:off x="8066520" y="3552480"/>
              <a:ext cx="896400" cy="896400"/>
            </a:xfrm>
            <a:prstGeom prst="ellipse">
              <a:avLst/>
            </a:prstGeom>
            <a:solidFill>
              <a:schemeClr val="bg1">
                <a:lumMod val="95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Téglalap 105"/>
            <p:cNvSpPr/>
            <p:nvPr/>
          </p:nvSpPr>
          <p:spPr>
            <a:xfrm>
              <a:off x="8255160" y="3741120"/>
              <a:ext cx="519840" cy="519840"/>
            </a:xfrm>
            <a:prstGeom prst="rect">
              <a:avLst/>
            </a:prstGeom>
            <a:blipFill rotWithShape="0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Téglalap 106"/>
            <p:cNvSpPr/>
            <p:nvPr/>
          </p:nvSpPr>
          <p:spPr>
            <a:xfrm>
              <a:off x="9156240" y="3552480"/>
              <a:ext cx="2114280" cy="8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1440" anchor="ctr">
              <a:noAutofit/>
            </a:bodyPr>
            <a:lstStyle/>
            <a:p>
              <a:pPr defTabSz="10666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hu-HU" sz="24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Pull Request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Ellipszis 107"/>
            <p:cNvSpPr/>
            <p:nvPr/>
          </p:nvSpPr>
          <p:spPr>
            <a:xfrm>
              <a:off x="920520" y="5189400"/>
              <a:ext cx="896400" cy="896400"/>
            </a:xfrm>
            <a:prstGeom prst="ellipse">
              <a:avLst/>
            </a:prstGeom>
            <a:solidFill>
              <a:schemeClr val="bg1">
                <a:lumMod val="95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églalap 108"/>
            <p:cNvSpPr/>
            <p:nvPr/>
          </p:nvSpPr>
          <p:spPr>
            <a:xfrm>
              <a:off x="1109160" y="5378040"/>
              <a:ext cx="519840" cy="519840"/>
            </a:xfrm>
            <a:prstGeom prst="rect">
              <a:avLst/>
            </a:prstGeom>
            <a:blipFill rotWithShape="0">
              <a:blip r:embed="rId15"/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Téglalap 109"/>
            <p:cNvSpPr/>
            <p:nvPr/>
          </p:nvSpPr>
          <p:spPr>
            <a:xfrm>
              <a:off x="2010240" y="5189400"/>
              <a:ext cx="2114280" cy="8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1440" anchor="ctr">
              <a:noAutofit/>
            </a:bodyPr>
            <a:lstStyle/>
            <a:p>
              <a:pPr defTabSz="10666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hu-HU" sz="24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Branch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lIns="0" tIns="0" rIns="0" bIns="0" anchor="ctr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en-US" b="0" u="none" strike="noStrike">
                <a:solidFill>
                  <a:schemeClr val="dk1"/>
                </a:solidFill>
                <a:effectLst/>
                <a:uFillTx/>
              </a:rPr>
              <a:t>Mit ad a GitHub a Git-hez?</a:t>
            </a:r>
          </a:p>
        </p:txBody>
      </p:sp>
      <p:graphicFrame>
        <p:nvGraphicFramePr>
          <p:cNvPr id="116" name="PlaceHolder 2">
            <a:extLst>
              <a:ext uri="{FF2B5EF4-FFF2-40B4-BE49-F238E27FC236}">
                <a16:creationId xmlns:a16="http://schemas.microsoft.com/office/drawing/2014/main" id="{91E12CE8-C9A6-A869-B468-EC070926CD2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54543574"/>
              </p:ext>
            </p:extLst>
          </p:nvPr>
        </p:nvGraphicFramePr>
        <p:xfrm>
          <a:off x="841248" y="188214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821960" y="365040"/>
            <a:ext cx="953064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60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	 </a:t>
            </a:r>
            <a:r>
              <a:rPr lang="hu-HU" sz="6000" b="0" u="none" strike="noStrike" dirty="0" err="1">
                <a:solidFill>
                  <a:schemeClr val="dk1"/>
                </a:solidFill>
                <a:effectLst/>
                <a:uFillTx/>
                <a:latin typeface="Aptos Display"/>
              </a:rPr>
              <a:t>Github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" name="Diagram1"/>
          <p:cNvGrpSpPr/>
          <p:nvPr/>
        </p:nvGrpSpPr>
        <p:grpSpPr>
          <a:xfrm>
            <a:off x="838080" y="1825560"/>
            <a:ext cx="10515600" cy="4350240"/>
            <a:chOff x="838080" y="1825560"/>
            <a:chExt cx="10515600" cy="4350240"/>
          </a:xfrm>
        </p:grpSpPr>
        <p:sp>
          <p:nvSpPr>
            <p:cNvPr id="115" name="Téglalap 114"/>
            <p:cNvSpPr/>
            <p:nvPr/>
          </p:nvSpPr>
          <p:spPr>
            <a:xfrm>
              <a:off x="838080" y="1825560"/>
              <a:ext cx="10514520" cy="435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Egyenes összekötő 115"/>
            <p:cNvSpPr/>
            <p:nvPr/>
          </p:nvSpPr>
          <p:spPr>
            <a:xfrm>
              <a:off x="838080" y="1827360"/>
              <a:ext cx="10515600" cy="360"/>
            </a:xfrm>
            <a:prstGeom prst="line">
              <a:avLst/>
            </a:prstGeom>
            <a:ln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églalap 116"/>
            <p:cNvSpPr/>
            <p:nvPr/>
          </p:nvSpPr>
          <p:spPr>
            <a:xfrm>
              <a:off x="838080" y="1827720"/>
              <a:ext cx="10514880" cy="72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5640" tIns="125640" rIns="125640" bIns="125640" numCol="1" spcCol="1440" anchor="t">
              <a:noAutofit/>
            </a:bodyPr>
            <a:lstStyle/>
            <a:p>
              <a:pPr defTabSz="1467000">
                <a:lnSpc>
                  <a:spcPct val="90000"/>
                </a:lnSpc>
                <a:spcAft>
                  <a:spcPts val="1154"/>
                </a:spcAft>
                <a:tabLst>
                  <a:tab pos="0" algn="l"/>
                </a:tabLst>
              </a:pP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Kód, projekt verziókezelés</a:t>
              </a:r>
              <a:r>
                <a:rPr lang="en-DE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e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Egyenes összekötő 117"/>
            <p:cNvSpPr/>
            <p:nvPr/>
          </p:nvSpPr>
          <p:spPr>
            <a:xfrm>
              <a:off x="838080" y="2552040"/>
              <a:ext cx="10515600" cy="360"/>
            </a:xfrm>
            <a:prstGeom prst="line">
              <a:avLst/>
            </a:prstGeom>
            <a:ln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églalap 118"/>
            <p:cNvSpPr/>
            <p:nvPr/>
          </p:nvSpPr>
          <p:spPr>
            <a:xfrm>
              <a:off x="838080" y="2552040"/>
              <a:ext cx="10514880" cy="72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5640" tIns="125640" rIns="125640" bIns="125640" numCol="1" spcCol="1440" anchor="t">
              <a:noAutofit/>
            </a:bodyPr>
            <a:lstStyle/>
            <a:p>
              <a:pPr defTabSz="1467000">
                <a:lnSpc>
                  <a:spcPct val="90000"/>
                </a:lnSpc>
                <a:spcAft>
                  <a:spcPts val="1154"/>
                </a:spcAft>
                <a:tabLst>
                  <a:tab pos="0" algn="l"/>
                </a:tabLst>
              </a:pP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Hiba</a:t>
              </a:r>
              <a:r>
                <a:rPr lang="en-DE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 </a:t>
              </a: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visszajelzés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Egyenes összekötő 119"/>
            <p:cNvSpPr/>
            <p:nvPr/>
          </p:nvSpPr>
          <p:spPr>
            <a:xfrm>
              <a:off x="838080" y="3276360"/>
              <a:ext cx="10515600" cy="360"/>
            </a:xfrm>
            <a:prstGeom prst="line">
              <a:avLst/>
            </a:prstGeom>
            <a:ln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églalap 120"/>
            <p:cNvSpPr/>
            <p:nvPr/>
          </p:nvSpPr>
          <p:spPr>
            <a:xfrm>
              <a:off x="838080" y="3276720"/>
              <a:ext cx="10514880" cy="72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5640" tIns="125640" rIns="125640" bIns="125640" numCol="1" spcCol="1440" anchor="t">
              <a:noAutofit/>
            </a:bodyPr>
            <a:lstStyle/>
            <a:p>
              <a:pPr defTabSz="1467000">
                <a:lnSpc>
                  <a:spcPct val="90000"/>
                </a:lnSpc>
                <a:spcAft>
                  <a:spcPts val="1154"/>
                </a:spcAft>
                <a:tabLst>
                  <a:tab pos="0" algn="l"/>
                </a:tabLst>
              </a:pP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Csapatmunka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Egyenes összekötő 121"/>
            <p:cNvSpPr/>
            <p:nvPr/>
          </p:nvSpPr>
          <p:spPr>
            <a:xfrm>
              <a:off x="838080" y="4001040"/>
              <a:ext cx="10515600" cy="360"/>
            </a:xfrm>
            <a:prstGeom prst="line">
              <a:avLst/>
            </a:prstGeom>
            <a:ln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églalap 122"/>
            <p:cNvSpPr/>
            <p:nvPr/>
          </p:nvSpPr>
          <p:spPr>
            <a:xfrm>
              <a:off x="838080" y="4001400"/>
              <a:ext cx="10514880" cy="72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5640" tIns="125640" rIns="125640" bIns="125640" numCol="1" spcCol="1440" anchor="t">
              <a:noAutofit/>
            </a:bodyPr>
            <a:lstStyle/>
            <a:p>
              <a:pPr defTabSz="1467000">
                <a:lnSpc>
                  <a:spcPct val="90000"/>
                </a:lnSpc>
                <a:spcAft>
                  <a:spcPts val="1154"/>
                </a:spcAft>
                <a:tabLst>
                  <a:tab pos="0" algn="l"/>
                </a:tabLst>
              </a:pP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“Repository”</a:t>
              </a:r>
              <a:r>
                <a:rPr lang="en-DE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-k</a:t>
              </a: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 alapján kezelünk projekteket, fájlokat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Egyenes összekötő 123"/>
            <p:cNvSpPr/>
            <p:nvPr/>
          </p:nvSpPr>
          <p:spPr>
            <a:xfrm>
              <a:off x="838080" y="4725720"/>
              <a:ext cx="10515600" cy="360"/>
            </a:xfrm>
            <a:prstGeom prst="line">
              <a:avLst/>
            </a:prstGeom>
            <a:ln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Téglalap 124"/>
            <p:cNvSpPr/>
            <p:nvPr/>
          </p:nvSpPr>
          <p:spPr>
            <a:xfrm>
              <a:off x="838080" y="4725720"/>
              <a:ext cx="10514880" cy="72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5640" tIns="125640" rIns="125640" bIns="125640" numCol="1" spcCol="1440" anchor="t">
              <a:noAutofit/>
            </a:bodyPr>
            <a:lstStyle/>
            <a:p>
              <a:pPr defTabSz="1467000">
                <a:lnSpc>
                  <a:spcPct val="90000"/>
                </a:lnSpc>
                <a:spcAft>
                  <a:spcPts val="1154"/>
                </a:spcAft>
                <a:tabLst>
                  <a:tab pos="0" algn="l"/>
                </a:tabLst>
              </a:pP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</a:rPr>
                <a:t>Visual Studio (Code) integráció</a:t>
              </a:r>
              <a:r>
                <a:rPr lang="hu-HU" sz="3300" b="0" u="none" strike="noStrike">
                  <a:solidFill>
                    <a:srgbClr val="000000"/>
                  </a:solidFill>
                  <a:effectLst/>
                  <a:uFillTx/>
                  <a:latin typeface="Aptos"/>
                  <a:ea typeface="Noto Sans CJK SC"/>
                </a:rPr>
                <a:t> (</a:t>
              </a:r>
              <a:r>
                <a:rPr lang="en-DE" sz="2600" b="0" u="none" strike="noStrike">
                  <a:solidFill>
                    <a:schemeClr val="dk1"/>
                  </a:solidFill>
                  <a:effectLst/>
                  <a:uFillTx/>
                  <a:latin typeface="Aptos"/>
                  <a:ea typeface="Noto Sans CJK SC"/>
                </a:rPr>
                <a:t>Git letöltése kötelező</a:t>
              </a:r>
              <a:r>
                <a:rPr lang="en-DE" sz="2800" b="0" u="none" strike="noStrike">
                  <a:solidFill>
                    <a:schemeClr val="dk1"/>
                  </a:solidFill>
                  <a:effectLst/>
                  <a:uFillTx/>
                  <a:latin typeface="Aptos"/>
                  <a:ea typeface="Noto Sans CJK SC"/>
                </a:rPr>
                <a:t>)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Egyenes összekötő 125"/>
            <p:cNvSpPr/>
            <p:nvPr/>
          </p:nvSpPr>
          <p:spPr>
            <a:xfrm>
              <a:off x="838080" y="5450040"/>
              <a:ext cx="10515600" cy="360"/>
            </a:xfrm>
            <a:prstGeom prst="line">
              <a:avLst/>
            </a:prstGeom>
            <a:ln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églalap 126"/>
            <p:cNvSpPr/>
            <p:nvPr/>
          </p:nvSpPr>
          <p:spPr>
            <a:xfrm>
              <a:off x="838080" y="5450400"/>
              <a:ext cx="10514880" cy="72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5640" tIns="125640" rIns="125640" bIns="125640" numCol="1" spcCol="1440" anchor="t">
              <a:noAutofit/>
            </a:bodyPr>
            <a:lstStyle/>
            <a:p>
              <a:pPr defTabSz="1467000">
                <a:lnSpc>
                  <a:spcPct val="90000"/>
                </a:lnSpc>
                <a:spcAft>
                  <a:spcPts val="1154"/>
                </a:spcAft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8" name="Ábra 12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89560" y="569880"/>
            <a:ext cx="932400" cy="91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Ábra 12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633320" y="4725720"/>
            <a:ext cx="719280" cy="71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780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31" name="Kép 4"/>
          <p:cNvPicPr/>
          <p:nvPr/>
        </p:nvPicPr>
        <p:blipFill>
          <a:blip r:embed="rId3"/>
          <a:srcRect r="20688"/>
          <a:stretch/>
        </p:blipFill>
        <p:spPr>
          <a:xfrm>
            <a:off x="3286080" y="0"/>
            <a:ext cx="96685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89360" cy="685692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3821040" cy="189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Github Desktop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2434320"/>
            <a:ext cx="3821040" cy="374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Asztali alkalmazás a GitHubhoz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Könnyen használható felület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Origin = A GitHub szerverein lévő másolat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0" y="0"/>
            <a:ext cx="12191040" cy="6856920"/>
          </a:xfrm>
          <a:prstGeom prst="rect">
            <a:avLst/>
          </a:prstGeom>
          <a:gradFill rotWithShape="0">
            <a:gsLst>
              <a:gs pos="0">
                <a:srgbClr val="0B3041"/>
              </a:gs>
              <a:gs pos="100000">
                <a:srgbClr val="000000"/>
              </a:gs>
            </a:gsLst>
            <a:lin ang="18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7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80" y="0"/>
            <a:ext cx="12191040" cy="6401520"/>
          </a:xfrm>
          <a:prstGeom prst="rect">
            <a:avLst/>
          </a:prstGeom>
          <a:gradFill rotWithShape="0">
            <a:gsLst>
              <a:gs pos="1000">
                <a:srgbClr val="104862">
                  <a:alpha val="59000"/>
                </a:srgbClr>
              </a:gs>
              <a:gs pos="100000">
                <a:srgbClr val="000000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8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2660400" y="-2652840"/>
            <a:ext cx="6856920" cy="12164760"/>
          </a:xfrm>
          <a:prstGeom prst="rect">
            <a:avLst/>
          </a:prstGeom>
          <a:gradFill rotWithShape="0">
            <a:gsLst>
              <a:gs pos="13000">
                <a:srgbClr val="0B3041">
                  <a:alpha val="0"/>
                </a:srgbClr>
              </a:gs>
              <a:gs pos="99000">
                <a:srgbClr val="000000">
                  <a:alpha val="28000"/>
                </a:srgb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9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094080" y="0"/>
            <a:ext cx="6094800" cy="6856920"/>
          </a:xfrm>
          <a:prstGeom prst="rect">
            <a:avLst/>
          </a:prstGeom>
          <a:gradFill rotWithShape="0">
            <a:gsLst>
              <a:gs pos="13000">
                <a:srgbClr val="0B3041">
                  <a:alpha val="0"/>
                </a:srgbClr>
              </a:gs>
              <a:gs pos="99000">
                <a:srgbClr val="104862">
                  <a:alpha val="50000"/>
                </a:srgbClr>
              </a:gs>
            </a:gsLst>
            <a:lin ang="4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0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0" y="0"/>
            <a:ext cx="12181680" cy="6870960"/>
          </a:xfrm>
          <a:prstGeom prst="rect">
            <a:avLst/>
          </a:prstGeom>
          <a:gradFill rotWithShape="0">
            <a:gsLst>
              <a:gs pos="13000">
                <a:srgbClr val="000000">
                  <a:alpha val="35000"/>
                </a:srgbClr>
              </a:gs>
              <a:gs pos="99000">
                <a:srgbClr val="104862">
                  <a:alpha val="0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1" name="Freeform: 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840" y="3960"/>
            <a:ext cx="10215360" cy="4727880"/>
          </a:xfrm>
          <a:custGeom>
            <a:avLst/>
            <a:gdLst>
              <a:gd name="textAreaLeft" fmla="*/ 0 w 10215360"/>
              <a:gd name="textAreaRight" fmla="*/ 10216440 w 10215360"/>
              <a:gd name="textAreaTop" fmla="*/ 0 h 4727880"/>
              <a:gd name="textAreaBottom" fmla="*/ 4728960 h 4727880"/>
              <a:gd name="GluePoint1X" fmla="*/ 0 w 10216576"/>
              <a:gd name="GluePoint1Y" fmla="*/ 0 h 4729040"/>
              <a:gd name="GluePoint2X" fmla="*/ 10216576 w 10216576"/>
              <a:gd name="GluePoint2Y" fmla="*/ 0 h 4729040"/>
              <a:gd name="GluePoint3X" fmla="*/ 10210268 w 10216576"/>
              <a:gd name="GluePoint3Y" fmla="*/ 124944 h 4729040"/>
              <a:gd name="GluePoint4X" fmla="*/ 5108288 w 10216576"/>
              <a:gd name="GluePoint4Y" fmla="*/ 4729040 h 4729040"/>
              <a:gd name="GluePoint5X" fmla="*/ 6309 w 10216576"/>
              <a:gd name="GluePoint5Y" fmla="*/ 124944 h 47290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 rotWithShape="0">
            <a:gsLst>
              <a:gs pos="7000">
                <a:srgbClr val="0B3041">
                  <a:alpha val="4000"/>
                </a:srgbClr>
              </a:gs>
              <a:gs pos="99000">
                <a:srgbClr val="156082">
                  <a:alpha val="24000"/>
                </a:srgbClr>
              </a:gs>
            </a:gsLst>
            <a:lin ang="10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026800" y="1030320"/>
            <a:ext cx="8146800" cy="30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Gyakorlat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559880" y="4307760"/>
            <a:ext cx="9077400" cy="17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Ettől a ponttól GitHub gyakorlat van.</a:t>
            </a:r>
            <a:br>
              <a:rPr sz="2800"/>
            </a:b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Akinek van tárhely a gép</a:t>
            </a: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é</a:t>
            </a: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n, az követheti az előadást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 useBgFill="1">
        <p:nvSpPr>
          <p:cNvPr id="145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6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104862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7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600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8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156082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9" name="Freeform: 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>
              <a:gd name="textAreaLeft" fmla="*/ 0 w 3899160"/>
              <a:gd name="textAreaRight" fmla="*/ 3900240 w 3899160"/>
              <a:gd name="textAreaTop" fmla="*/ 0 h 4177800"/>
              <a:gd name="textAreaBottom" fmla="*/ 4178880 h 4177800"/>
              <a:gd name="GluePoint1X" fmla="*/ 2432225 w 3900357"/>
              <a:gd name="GluePoint1Y" fmla="*/ 93939 h 4178958"/>
              <a:gd name="GluePoint2X" fmla="*/ 3900357 w 3900357"/>
              <a:gd name="GluePoint2Y" fmla="*/ 2089479 h 4178958"/>
              <a:gd name="GluePoint3X" fmla="*/ 1810878 w 3900357"/>
              <a:gd name="GluePoint3Y" fmla="*/ 4178958 h 4178958"/>
              <a:gd name="GluePoint4X" fmla="*/ 78249 w 3900357"/>
              <a:gd name="GluePoint4Y" fmla="*/ 3257727 h 4178958"/>
              <a:gd name="GluePoint5X" fmla="*/ 0 w 3900357"/>
              <a:gd name="GluePoint5Y" fmla="*/ 3128923 h 4178958"/>
              <a:gd name="GluePoint6X" fmla="*/ 831324 w 3900357"/>
              <a:gd name="GluePoint6Y" fmla="*/ 244281 h 4178958"/>
              <a:gd name="GluePoint7X" fmla="*/ 997559 w 3900357"/>
              <a:gd name="GluePoint7Y" fmla="*/ 164202 h 4178958"/>
              <a:gd name="GluePoint8X" fmla="*/ 1810878 w 3900357"/>
              <a:gd name="GluePoint8Y" fmla="*/ 0 h 4178958"/>
              <a:gd name="GluePoint9X" fmla="*/ 2432225 w 3900357"/>
              <a:gd name="GluePoint9Y" fmla="*/ 93939 h 41789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156082">
                  <a:alpha val="43000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0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01120"/>
            <a:ext cx="6856920" cy="40366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46B1E1">
                  <a:alpha val="1100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0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Git letöltés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343400" y="649440"/>
            <a:ext cx="7580880" cy="554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Szükséges tárhely: ~400-500MB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MacOS, Linux vagy Windows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DE" sz="32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2"/>
              </a:rPr>
              <a:t>https://git-scm.com/install/windows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lIns="0" tIns="0" rIns="0" bIns="0" anchor="ctr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en-US" b="0" u="none" strike="noStrike">
                <a:solidFill>
                  <a:schemeClr val="dk1"/>
                </a:solidFill>
                <a:effectLst/>
                <a:uFillTx/>
              </a:rPr>
              <a:t>Fontos Git parancsok (lokális (helyi) repository)</a:t>
            </a:r>
          </a:p>
        </p:txBody>
      </p:sp>
      <p:graphicFrame>
        <p:nvGraphicFramePr>
          <p:cNvPr id="160" name="PlaceHolder 2">
            <a:extLst>
              <a:ext uri="{FF2B5EF4-FFF2-40B4-BE49-F238E27FC236}">
                <a16:creationId xmlns:a16="http://schemas.microsoft.com/office/drawing/2014/main" id="{81E9C7F9-B0F3-98DE-49D9-DF590730CF9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74258785"/>
              </p:ext>
            </p:extLst>
          </p:nvPr>
        </p:nvGraphicFramePr>
        <p:xfrm>
          <a:off x="841248" y="188214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lIns="0" tIns="0" rIns="0" bIns="0" anchor="ctr">
            <a:normAutofit/>
          </a:bodyPr>
          <a:lstStyle/>
          <a:p>
            <a:pPr indent="0">
              <a:buNone/>
              <a:tabLst>
                <a:tab pos="0" algn="l"/>
              </a:tabLst>
            </a:pPr>
            <a:r>
              <a:rPr lang="en-US" b="0" u="none" strike="noStrike">
                <a:solidFill>
                  <a:schemeClr val="dk1"/>
                </a:solidFill>
                <a:effectLst/>
                <a:uFillTx/>
              </a:rPr>
              <a:t>Fontos Git parancsok (Távoli repository)</a:t>
            </a:r>
          </a:p>
        </p:txBody>
      </p:sp>
      <p:graphicFrame>
        <p:nvGraphicFramePr>
          <p:cNvPr id="156" name="PlaceHolder 2">
            <a:extLst>
              <a:ext uri="{FF2B5EF4-FFF2-40B4-BE49-F238E27FC236}">
                <a16:creationId xmlns:a16="http://schemas.microsoft.com/office/drawing/2014/main" id="{507974C9-85D9-0B81-D41A-747C87B3753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17353159"/>
              </p:ext>
            </p:extLst>
          </p:nvPr>
        </p:nvGraphicFramePr>
        <p:xfrm>
          <a:off x="841248" y="188214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7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8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104862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9" name="Rectangl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600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0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156082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1" name="Freeform: Shap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>
              <a:gd name="textAreaLeft" fmla="*/ 0 w 3899160"/>
              <a:gd name="textAreaRight" fmla="*/ 3900240 w 3899160"/>
              <a:gd name="textAreaTop" fmla="*/ 0 h 4177800"/>
              <a:gd name="textAreaBottom" fmla="*/ 4178880 h 4177800"/>
              <a:gd name="GluePoint1X" fmla="*/ 2432225 w 3900357"/>
              <a:gd name="GluePoint1Y" fmla="*/ 93939 h 4178958"/>
              <a:gd name="GluePoint2X" fmla="*/ 3900357 w 3900357"/>
              <a:gd name="GluePoint2Y" fmla="*/ 2089479 h 4178958"/>
              <a:gd name="GluePoint3X" fmla="*/ 1810878 w 3900357"/>
              <a:gd name="GluePoint3Y" fmla="*/ 4178958 h 4178958"/>
              <a:gd name="GluePoint4X" fmla="*/ 78249 w 3900357"/>
              <a:gd name="GluePoint4Y" fmla="*/ 3257727 h 4178958"/>
              <a:gd name="GluePoint5X" fmla="*/ 0 w 3900357"/>
              <a:gd name="GluePoint5Y" fmla="*/ 3128923 h 4178958"/>
              <a:gd name="GluePoint6X" fmla="*/ 831324 w 3900357"/>
              <a:gd name="GluePoint6Y" fmla="*/ 244281 h 4178958"/>
              <a:gd name="GluePoint7X" fmla="*/ 997559 w 3900357"/>
              <a:gd name="GluePoint7Y" fmla="*/ 164202 h 4178958"/>
              <a:gd name="GluePoint8X" fmla="*/ 1810878 w 3900357"/>
              <a:gd name="GluePoint8Y" fmla="*/ 0 h 4178958"/>
              <a:gd name="GluePoint9X" fmla="*/ 2432225 w 3900357"/>
              <a:gd name="GluePoint9Y" fmla="*/ 93939 h 41789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156082">
                  <a:alpha val="43000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2" name="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2640" y="2229795"/>
            <a:ext cx="6856920" cy="40366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46B1E1">
                  <a:alpha val="1100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40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GitHub fiók létrehozás</a:t>
            </a:r>
            <a:r>
              <a:rPr lang="hu-HU" sz="40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a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383720" y="649440"/>
            <a:ext cx="3596760" cy="554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Csak akkor kell, ha még nincs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3"/>
              </a:rPr>
              <a:t>https://github.com/signup</a:t>
            </a: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Szükséges adatok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Email-cím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Jelszó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Felhasználó név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Ország/Régió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Kép 4"/>
          <p:cNvPicPr/>
          <p:nvPr/>
        </p:nvPicPr>
        <p:blipFill>
          <a:blip r:embed="rId4"/>
          <a:stretch/>
        </p:blipFill>
        <p:spPr>
          <a:xfrm>
            <a:off x="8118360" y="473760"/>
            <a:ext cx="3596760" cy="5921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 useBgFill="1">
        <p:nvSpPr>
          <p:cNvPr id="167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8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104862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9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600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0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156082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1" name="Freeform: 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>
              <a:gd name="textAreaLeft" fmla="*/ 0 w 3899160"/>
              <a:gd name="textAreaRight" fmla="*/ 3900240 w 3899160"/>
              <a:gd name="textAreaTop" fmla="*/ 0 h 4177800"/>
              <a:gd name="textAreaBottom" fmla="*/ 4178880 h 4177800"/>
              <a:gd name="GluePoint1X" fmla="*/ 2432225 w 3900357"/>
              <a:gd name="GluePoint1Y" fmla="*/ 93939 h 4178958"/>
              <a:gd name="GluePoint2X" fmla="*/ 3900357 w 3900357"/>
              <a:gd name="GluePoint2Y" fmla="*/ 2089479 h 4178958"/>
              <a:gd name="GluePoint3X" fmla="*/ 1810878 w 3900357"/>
              <a:gd name="GluePoint3Y" fmla="*/ 4178958 h 4178958"/>
              <a:gd name="GluePoint4X" fmla="*/ 78249 w 3900357"/>
              <a:gd name="GluePoint4Y" fmla="*/ 3257727 h 4178958"/>
              <a:gd name="GluePoint5X" fmla="*/ 0 w 3900357"/>
              <a:gd name="GluePoint5Y" fmla="*/ 3128923 h 4178958"/>
              <a:gd name="GluePoint6X" fmla="*/ 831324 w 3900357"/>
              <a:gd name="GluePoint6Y" fmla="*/ 244281 h 4178958"/>
              <a:gd name="GluePoint7X" fmla="*/ 997559 w 3900357"/>
              <a:gd name="GluePoint7Y" fmla="*/ 164202 h 4178958"/>
              <a:gd name="GluePoint8X" fmla="*/ 1810878 w 3900357"/>
              <a:gd name="GluePoint8Y" fmla="*/ 0 h 4178958"/>
              <a:gd name="GluePoint9X" fmla="*/ 2432225 w 3900357"/>
              <a:gd name="GluePoint9Y" fmla="*/ 93939 h 41789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156082">
                  <a:alpha val="43000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2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11560" y="1401120"/>
            <a:ext cx="6856920" cy="40366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46B1E1">
                  <a:alpha val="1100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0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GitHub Desktop letöltés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343400" y="649440"/>
            <a:ext cx="7580880" cy="554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Szükséges tárhely: ~600-700MB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macOS 12.0+ vagy Windows 10+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GitHub fiók használata </a:t>
            </a:r>
            <a:r>
              <a:rPr lang="hu-HU" sz="3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kötelező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3"/>
              </a:rPr>
              <a:t>https://desktop.github.com/download/</a:t>
            </a: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Források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38080" y="1600200"/>
            <a:ext cx="1051452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2"/>
              </a:rPr>
              <a:t>https://www.youtube.com/watch?v=cKv4iFvTg38</a:t>
            </a: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(Köszi, Béla)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DE" sz="2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3"/>
              </a:rPr>
              <a:t>https://notebooklm.google.com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E" sz="1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4"/>
              </a:rPr>
              <a:t>https://en.wikipedia.org/wiki/Git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E" sz="1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5"/>
              </a:rPr>
              <a:t>https://en.wikipedia.org/wiki/GitHub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E" sz="1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6"/>
              </a:rPr>
              <a:t>https://graphite.com/guides/git-monorepo-best-practices-for-scalability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E" sz="1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7"/>
              </a:rPr>
              <a:t>https://docs.github.com/en/pull-requests/collaborating-with-pull-requests/getting-started/helping-others-review-your-changes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E" sz="18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8"/>
              </a:rPr>
              <a:t>https://www.reddit.com/r/git/comments/1autxuy/what_are_some_best_practices_when_dealing_with/</a:t>
            </a:r>
            <a:r>
              <a:rPr lang="en-DE" sz="1800" b="0" u="sng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lang="en-DE" sz="2800" b="0" u="sng" strike="noStrike">
                <a:solidFill>
                  <a:schemeClr val="dk1"/>
                </a:solidFill>
                <a:effectLst/>
                <a:uFillTx/>
                <a:latin typeface="Aptos"/>
              </a:rPr>
              <a:t>https://chatgpt.com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Köszönöm a figyelmet!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5829</TotalTime>
  <Words>573</Words>
  <Application>Microsoft Office PowerPoint</Application>
  <PresentationFormat>Szélesvásznú</PresentationFormat>
  <Paragraphs>110</Paragraphs>
  <Slides>15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Symbol</vt:lpstr>
      <vt:lpstr>Times New Roman</vt:lpstr>
      <vt:lpstr>Wingdings</vt:lpstr>
      <vt:lpstr>Office-téma</vt:lpstr>
      <vt:lpstr>A Git, GitHub és a verziókezelés</vt:lpstr>
      <vt:lpstr>Verziókezelés</vt:lpstr>
      <vt:lpstr>A Git</vt:lpstr>
      <vt:lpstr>Fő Git funkciók</vt:lpstr>
      <vt:lpstr>Mit ad a GitHub a Git-hez?</vt:lpstr>
      <vt:lpstr>  Github</vt:lpstr>
      <vt:lpstr>Github Desktop</vt:lpstr>
      <vt:lpstr>Gyakorlat</vt:lpstr>
      <vt:lpstr>Git letöltés</vt:lpstr>
      <vt:lpstr>Fontos Git parancsok (lokális (helyi) repository)</vt:lpstr>
      <vt:lpstr>Fontos Git parancsok (Távoli repository)</vt:lpstr>
      <vt:lpstr>GitHub fiók létrehozása</vt:lpstr>
      <vt:lpstr>GitHub Desktop letöltés</vt:lpstr>
      <vt:lpstr>Források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O365 felhasználó</dc:creator>
  <dc:description/>
  <cp:lastModifiedBy>O365 felhasználó</cp:lastModifiedBy>
  <cp:revision>39</cp:revision>
  <cp:lastPrinted>2025-12-03T20:37:42Z</cp:lastPrinted>
  <dcterms:created xsi:type="dcterms:W3CDTF">2025-11-18T08:58:50Z</dcterms:created>
  <dcterms:modified xsi:type="dcterms:W3CDTF">2025-12-10T12:40:45Z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Szélesvásznú</vt:lpwstr>
  </property>
  <property fmtid="{D5CDD505-2E9C-101B-9397-08002B2CF9AE}" pid="3" name="Slides">
    <vt:i4>12</vt:i4>
  </property>
</Properties>
</file>