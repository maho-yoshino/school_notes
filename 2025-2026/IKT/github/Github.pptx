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58" r:id="rId5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84" d="100"/>
          <a:sy n="84" d="100"/>
        </p:scale>
        <p:origin x="65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sv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FE432FD-2826-41FE-BCFB-86F54B838979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623C114-C4BD-43DE-A668-58CEF82881E9}">
      <dgm:prSet/>
      <dgm:spPr/>
      <dgm:t>
        <a:bodyPr/>
        <a:lstStyle/>
        <a:p>
          <a:pPr>
            <a:lnSpc>
              <a:spcPct val="100000"/>
            </a:lnSpc>
          </a:pPr>
          <a:r>
            <a:rPr lang="hu-HU" noProof="0"/>
            <a:t>“Distributed Version Control” szoftver</a:t>
          </a:r>
          <a:endParaRPr lang="hu-HU" noProof="0" dirty="0"/>
        </a:p>
      </dgm:t>
    </dgm:pt>
    <dgm:pt modelId="{79A46060-BAA8-404A-A282-5E0D2370881D}" type="parTrans" cxnId="{0D86EAB7-14B8-434A-BA68-99E684AE265E}">
      <dgm:prSet/>
      <dgm:spPr/>
      <dgm:t>
        <a:bodyPr/>
        <a:lstStyle/>
        <a:p>
          <a:endParaRPr lang="en-US"/>
        </a:p>
      </dgm:t>
    </dgm:pt>
    <dgm:pt modelId="{457CFC27-C935-4088-963D-B1967C2FAEE6}" type="sibTrans" cxnId="{0D86EAB7-14B8-434A-BA68-99E684AE265E}">
      <dgm:prSet/>
      <dgm:spPr/>
      <dgm:t>
        <a:bodyPr/>
        <a:lstStyle/>
        <a:p>
          <a:endParaRPr lang="en-US"/>
        </a:p>
      </dgm:t>
    </dgm:pt>
    <dgm:pt modelId="{BA46DA5D-3C34-465D-BBBD-E9CBCD82E467}">
      <dgm:prSet/>
      <dgm:spPr/>
      <dgm:t>
        <a:bodyPr/>
        <a:lstStyle/>
        <a:p>
          <a:pPr>
            <a:lnSpc>
              <a:spcPct val="100000"/>
            </a:lnSpc>
          </a:pPr>
          <a:r>
            <a:rPr lang="hu-HU" noProof="0"/>
            <a:t>CLI alkalmazás</a:t>
          </a:r>
          <a:endParaRPr lang="hu-HU" noProof="0" dirty="0"/>
        </a:p>
      </dgm:t>
    </dgm:pt>
    <dgm:pt modelId="{7A5D49A2-E94D-4D77-B8CE-E189FBF761EF}" type="parTrans" cxnId="{86B19DCA-6C00-4B9A-8045-6EE42F9D1D99}">
      <dgm:prSet/>
      <dgm:spPr/>
      <dgm:t>
        <a:bodyPr/>
        <a:lstStyle/>
        <a:p>
          <a:endParaRPr lang="en-US"/>
        </a:p>
      </dgm:t>
    </dgm:pt>
    <dgm:pt modelId="{0A76B5C8-D3EA-400E-86B8-C0750F06CD24}" type="sibTrans" cxnId="{86B19DCA-6C00-4B9A-8045-6EE42F9D1D99}">
      <dgm:prSet/>
      <dgm:spPr/>
      <dgm:t>
        <a:bodyPr/>
        <a:lstStyle/>
        <a:p>
          <a:endParaRPr lang="en-US"/>
        </a:p>
      </dgm:t>
    </dgm:pt>
    <dgm:pt modelId="{12C60F0C-8E74-4BC9-AF77-578FBDE6A837}">
      <dgm:prSet/>
      <dgm:spPr/>
      <dgm:t>
        <a:bodyPr/>
        <a:lstStyle/>
        <a:p>
          <a:pPr>
            <a:lnSpc>
              <a:spcPct val="100000"/>
            </a:lnSpc>
          </a:pPr>
          <a:r>
            <a:rPr lang="hu-HU" noProof="0" dirty="0"/>
            <a:t>A </a:t>
          </a:r>
          <a:r>
            <a:rPr lang="hu-HU" noProof="0" dirty="0" err="1"/>
            <a:t>Github</a:t>
          </a:r>
          <a:r>
            <a:rPr lang="hu-HU" noProof="0" dirty="0"/>
            <a:t> </a:t>
          </a:r>
          <a:r>
            <a:rPr lang="hu-HU" noProof="0" dirty="0" err="1"/>
            <a:t>Desktop</a:t>
          </a:r>
          <a:r>
            <a:rPr lang="hu-HU" noProof="0" dirty="0"/>
            <a:t> alapja</a:t>
          </a:r>
        </a:p>
      </dgm:t>
    </dgm:pt>
    <dgm:pt modelId="{D084446E-256D-4E8A-A600-2A43528843A8}" type="parTrans" cxnId="{8EDF5945-2493-4B8C-BB59-516E406CA69B}">
      <dgm:prSet/>
      <dgm:spPr/>
      <dgm:t>
        <a:bodyPr/>
        <a:lstStyle/>
        <a:p>
          <a:endParaRPr lang="en-US"/>
        </a:p>
      </dgm:t>
    </dgm:pt>
    <dgm:pt modelId="{7ECF11B3-4B74-4842-A806-F8BA4FF27C3C}" type="sibTrans" cxnId="{8EDF5945-2493-4B8C-BB59-516E406CA69B}">
      <dgm:prSet/>
      <dgm:spPr/>
      <dgm:t>
        <a:bodyPr/>
        <a:lstStyle/>
        <a:p>
          <a:endParaRPr lang="en-US"/>
        </a:p>
      </dgm:t>
    </dgm:pt>
    <dgm:pt modelId="{61D60918-B677-465C-8D98-B803171B6020}">
      <dgm:prSet/>
      <dgm:spPr/>
      <dgm:t>
        <a:bodyPr/>
        <a:lstStyle/>
        <a:p>
          <a:pPr>
            <a:lnSpc>
              <a:spcPct val="100000"/>
            </a:lnSpc>
          </a:pPr>
          <a:r>
            <a:rPr lang="en-DE" noProof="0" dirty="0" err="1"/>
            <a:t>Engedélyezi</a:t>
          </a:r>
          <a:r>
            <a:rPr lang="en-DE" noProof="0" dirty="0"/>
            <a:t> a </a:t>
          </a:r>
          <a:r>
            <a:rPr lang="en-DE" dirty="0"/>
            <a:t>k</a:t>
          </a:r>
          <a:r>
            <a:rPr lang="en-DE" noProof="0" dirty="0" err="1"/>
            <a:t>ódnak</a:t>
          </a:r>
          <a:r>
            <a:rPr lang="en-DE" noProof="0" dirty="0"/>
            <a:t> </a:t>
          </a:r>
          <a:r>
            <a:rPr lang="en-DE" noProof="0" dirty="0" err="1"/>
            <a:t>létrehozását</a:t>
          </a:r>
          <a:r>
            <a:rPr lang="en-DE" noProof="0" dirty="0"/>
            <a:t>, </a:t>
          </a:r>
          <a:r>
            <a:rPr lang="en-DE" noProof="0" dirty="0" err="1"/>
            <a:t>tárolását</a:t>
          </a:r>
          <a:r>
            <a:rPr lang="en-DE" noProof="0" dirty="0"/>
            <a:t>, </a:t>
          </a:r>
          <a:r>
            <a:rPr lang="en-DE" noProof="0" dirty="0" err="1"/>
            <a:t>felügyelését</a:t>
          </a:r>
          <a:r>
            <a:rPr lang="en-DE" noProof="0" dirty="0"/>
            <a:t>, </a:t>
          </a:r>
          <a:r>
            <a:rPr lang="en-DE" noProof="0" dirty="0" err="1"/>
            <a:t>megosztását</a:t>
          </a:r>
          <a:endParaRPr lang="hu-HU" noProof="0" dirty="0"/>
        </a:p>
      </dgm:t>
    </dgm:pt>
    <dgm:pt modelId="{1E2E2E2A-1380-484C-AA13-D811E795055F}" type="parTrans" cxnId="{1EEE3F55-3AE6-4F73-B890-13643130D6DC}">
      <dgm:prSet/>
      <dgm:spPr/>
      <dgm:t>
        <a:bodyPr/>
        <a:lstStyle/>
        <a:p>
          <a:endParaRPr lang="hu-HU"/>
        </a:p>
      </dgm:t>
    </dgm:pt>
    <dgm:pt modelId="{20DAC1B1-9FD6-420D-9DC4-4A66D2CEAEBC}" type="sibTrans" cxnId="{1EEE3F55-3AE6-4F73-B890-13643130D6DC}">
      <dgm:prSet/>
      <dgm:spPr/>
      <dgm:t>
        <a:bodyPr/>
        <a:lstStyle/>
        <a:p>
          <a:endParaRPr lang="hu-HU"/>
        </a:p>
      </dgm:t>
    </dgm:pt>
    <dgm:pt modelId="{3B411D1E-FBE2-450C-BFC3-74A0A8C4A537}" type="pres">
      <dgm:prSet presAssocID="{5FE432FD-2826-41FE-BCFB-86F54B838979}" presName="root" presStyleCnt="0">
        <dgm:presLayoutVars>
          <dgm:dir/>
          <dgm:resizeHandles val="exact"/>
        </dgm:presLayoutVars>
      </dgm:prSet>
      <dgm:spPr/>
    </dgm:pt>
    <dgm:pt modelId="{A4E051C0-5506-4AD9-ABB1-BD732A577C49}" type="pres">
      <dgm:prSet presAssocID="{0623C114-C4BD-43DE-A668-58CEF82881E9}" presName="compNode" presStyleCnt="0"/>
      <dgm:spPr/>
    </dgm:pt>
    <dgm:pt modelId="{3C03ABDF-1706-43EB-9C23-C63CCF69702A}" type="pres">
      <dgm:prSet presAssocID="{0623C114-C4BD-43DE-A668-58CEF82881E9}" presName="bgRect" presStyleLbl="bgShp" presStyleIdx="0" presStyleCnt="4"/>
      <dgm:spPr/>
    </dgm:pt>
    <dgm:pt modelId="{421B56CD-4EE3-426E-9FA4-5E0AB947D164}" type="pres">
      <dgm:prSet presAssocID="{0623C114-C4BD-43DE-A668-58CEF82881E9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Kiszolgáló"/>
        </a:ext>
      </dgm:extLst>
    </dgm:pt>
    <dgm:pt modelId="{8B395725-F151-42E7-BA14-2ED73BD42712}" type="pres">
      <dgm:prSet presAssocID="{0623C114-C4BD-43DE-A668-58CEF82881E9}" presName="spaceRect" presStyleCnt="0"/>
      <dgm:spPr/>
    </dgm:pt>
    <dgm:pt modelId="{D78D05BD-3716-41BB-94F1-3B2093681288}" type="pres">
      <dgm:prSet presAssocID="{0623C114-C4BD-43DE-A668-58CEF82881E9}" presName="parTx" presStyleLbl="revTx" presStyleIdx="0" presStyleCnt="4">
        <dgm:presLayoutVars>
          <dgm:chMax val="0"/>
          <dgm:chPref val="0"/>
        </dgm:presLayoutVars>
      </dgm:prSet>
      <dgm:spPr/>
    </dgm:pt>
    <dgm:pt modelId="{6497B39B-7CEE-4CC0-B537-44A098535634}" type="pres">
      <dgm:prSet presAssocID="{457CFC27-C935-4088-963D-B1967C2FAEE6}" presName="sibTrans" presStyleCnt="0"/>
      <dgm:spPr/>
    </dgm:pt>
    <dgm:pt modelId="{A6AFE997-F4B1-4989-8CEF-7C2B488F8092}" type="pres">
      <dgm:prSet presAssocID="{BA46DA5D-3C34-465D-BBBD-E9CBCD82E467}" presName="compNode" presStyleCnt="0"/>
      <dgm:spPr/>
    </dgm:pt>
    <dgm:pt modelId="{9BFE5E32-6512-4CA1-889D-7CA16A4F7BFF}" type="pres">
      <dgm:prSet presAssocID="{BA46DA5D-3C34-465D-BBBD-E9CBCD82E467}" presName="bgRect" presStyleLbl="bgShp" presStyleIdx="1" presStyleCnt="4"/>
      <dgm:spPr/>
    </dgm:pt>
    <dgm:pt modelId="{44F3F960-B586-4E7E-A760-99A00809AC1D}" type="pres">
      <dgm:prSet presAssocID="{BA46DA5D-3C34-465D-BBBD-E9CBCD82E467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Pipa"/>
        </a:ext>
      </dgm:extLst>
    </dgm:pt>
    <dgm:pt modelId="{455FBE06-B526-4247-997F-F53EB2B611BB}" type="pres">
      <dgm:prSet presAssocID="{BA46DA5D-3C34-465D-BBBD-E9CBCD82E467}" presName="spaceRect" presStyleCnt="0"/>
      <dgm:spPr/>
    </dgm:pt>
    <dgm:pt modelId="{DFF523CC-9DDD-4CC2-98C8-D2E1480883C3}" type="pres">
      <dgm:prSet presAssocID="{BA46DA5D-3C34-465D-BBBD-E9CBCD82E467}" presName="parTx" presStyleLbl="revTx" presStyleIdx="1" presStyleCnt="4">
        <dgm:presLayoutVars>
          <dgm:chMax val="0"/>
          <dgm:chPref val="0"/>
        </dgm:presLayoutVars>
      </dgm:prSet>
      <dgm:spPr/>
    </dgm:pt>
    <dgm:pt modelId="{FB93F32B-2630-4D8D-8380-F6C1EEF50D9E}" type="pres">
      <dgm:prSet presAssocID="{0A76B5C8-D3EA-400E-86B8-C0750F06CD24}" presName="sibTrans" presStyleCnt="0"/>
      <dgm:spPr/>
    </dgm:pt>
    <dgm:pt modelId="{BFBF69DF-0E2C-467D-9289-D4433CBBA12C}" type="pres">
      <dgm:prSet presAssocID="{12C60F0C-8E74-4BC9-AF77-578FBDE6A837}" presName="compNode" presStyleCnt="0"/>
      <dgm:spPr/>
    </dgm:pt>
    <dgm:pt modelId="{C7265219-35A7-46B7-A8E2-9CC513D5EE82}" type="pres">
      <dgm:prSet presAssocID="{12C60F0C-8E74-4BC9-AF77-578FBDE6A837}" presName="bgRect" presStyleLbl="bgShp" presStyleIdx="2" presStyleCnt="4"/>
      <dgm:spPr/>
    </dgm:pt>
    <dgm:pt modelId="{5455B9C2-0150-4859-943C-493CFA632515}" type="pres">
      <dgm:prSet presAssocID="{12C60F0C-8E74-4BC9-AF77-578FBDE6A837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Laptop"/>
        </a:ext>
      </dgm:extLst>
    </dgm:pt>
    <dgm:pt modelId="{31F4E9D4-D2C6-4F1F-B5DD-134FF0628349}" type="pres">
      <dgm:prSet presAssocID="{12C60F0C-8E74-4BC9-AF77-578FBDE6A837}" presName="spaceRect" presStyleCnt="0"/>
      <dgm:spPr/>
    </dgm:pt>
    <dgm:pt modelId="{C51A4A79-71DE-4F17-A509-D258FBA740B1}" type="pres">
      <dgm:prSet presAssocID="{12C60F0C-8E74-4BC9-AF77-578FBDE6A837}" presName="parTx" presStyleLbl="revTx" presStyleIdx="2" presStyleCnt="4">
        <dgm:presLayoutVars>
          <dgm:chMax val="0"/>
          <dgm:chPref val="0"/>
        </dgm:presLayoutVars>
      </dgm:prSet>
      <dgm:spPr/>
    </dgm:pt>
    <dgm:pt modelId="{868C0C2D-C98C-44A2-86CA-BD81F24B84B2}" type="pres">
      <dgm:prSet presAssocID="{7ECF11B3-4B74-4842-A806-F8BA4FF27C3C}" presName="sibTrans" presStyleCnt="0"/>
      <dgm:spPr/>
    </dgm:pt>
    <dgm:pt modelId="{2E7DD2AE-FEE3-4A5F-8D02-B35755F497E0}" type="pres">
      <dgm:prSet presAssocID="{61D60918-B677-465C-8D98-B803171B6020}" presName="compNode" presStyleCnt="0"/>
      <dgm:spPr/>
    </dgm:pt>
    <dgm:pt modelId="{4045AE1B-E564-446F-8BD0-E108340A0D92}" type="pres">
      <dgm:prSet presAssocID="{61D60918-B677-465C-8D98-B803171B6020}" presName="bgRect" presStyleLbl="bgShp" presStyleIdx="3" presStyleCnt="4"/>
      <dgm:spPr/>
    </dgm:pt>
    <dgm:pt modelId="{52753B02-5B31-464F-9610-E28EDE085EDF}" type="pres">
      <dgm:prSet presAssocID="{61D60918-B677-465C-8D98-B803171B6020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Hozzáadás egyszínű kitöltéssel"/>
        </a:ext>
      </dgm:extLst>
    </dgm:pt>
    <dgm:pt modelId="{4482F3FC-3B63-4E75-8586-78D7AE1B5083}" type="pres">
      <dgm:prSet presAssocID="{61D60918-B677-465C-8D98-B803171B6020}" presName="spaceRect" presStyleCnt="0"/>
      <dgm:spPr/>
    </dgm:pt>
    <dgm:pt modelId="{ED0BDCC4-91FE-4E66-9A48-738C11274A57}" type="pres">
      <dgm:prSet presAssocID="{61D60918-B677-465C-8D98-B803171B6020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C4D00312-20C0-4E2A-B7A1-AFE19C85F5B2}" type="presOf" srcId="{0623C114-C4BD-43DE-A668-58CEF82881E9}" destId="{D78D05BD-3716-41BB-94F1-3B2093681288}" srcOrd="0" destOrd="0" presId="urn:microsoft.com/office/officeart/2018/2/layout/IconVerticalSolidList"/>
    <dgm:cxn modelId="{5A34411A-4FC0-4688-BC83-8C550206318F}" type="presOf" srcId="{12C60F0C-8E74-4BC9-AF77-578FBDE6A837}" destId="{C51A4A79-71DE-4F17-A509-D258FBA740B1}" srcOrd="0" destOrd="0" presId="urn:microsoft.com/office/officeart/2018/2/layout/IconVerticalSolidList"/>
    <dgm:cxn modelId="{53DF705C-A4D5-44F0-BAEA-72837E826A03}" type="presOf" srcId="{61D60918-B677-465C-8D98-B803171B6020}" destId="{ED0BDCC4-91FE-4E66-9A48-738C11274A57}" srcOrd="0" destOrd="0" presId="urn:microsoft.com/office/officeart/2018/2/layout/IconVerticalSolidList"/>
    <dgm:cxn modelId="{8EDF5945-2493-4B8C-BB59-516E406CA69B}" srcId="{5FE432FD-2826-41FE-BCFB-86F54B838979}" destId="{12C60F0C-8E74-4BC9-AF77-578FBDE6A837}" srcOrd="2" destOrd="0" parTransId="{D084446E-256D-4E8A-A600-2A43528843A8}" sibTransId="{7ECF11B3-4B74-4842-A806-F8BA4FF27C3C}"/>
    <dgm:cxn modelId="{52DD5868-9505-4168-92A2-2D261F613BB6}" type="presOf" srcId="{BA46DA5D-3C34-465D-BBBD-E9CBCD82E467}" destId="{DFF523CC-9DDD-4CC2-98C8-D2E1480883C3}" srcOrd="0" destOrd="0" presId="urn:microsoft.com/office/officeart/2018/2/layout/IconVerticalSolidList"/>
    <dgm:cxn modelId="{6AC8764C-FE42-40B2-AC01-F6B98DFAFCAB}" type="presOf" srcId="{5FE432FD-2826-41FE-BCFB-86F54B838979}" destId="{3B411D1E-FBE2-450C-BFC3-74A0A8C4A537}" srcOrd="0" destOrd="0" presId="urn:microsoft.com/office/officeart/2018/2/layout/IconVerticalSolidList"/>
    <dgm:cxn modelId="{1EEE3F55-3AE6-4F73-B890-13643130D6DC}" srcId="{5FE432FD-2826-41FE-BCFB-86F54B838979}" destId="{61D60918-B677-465C-8D98-B803171B6020}" srcOrd="3" destOrd="0" parTransId="{1E2E2E2A-1380-484C-AA13-D811E795055F}" sibTransId="{20DAC1B1-9FD6-420D-9DC4-4A66D2CEAEBC}"/>
    <dgm:cxn modelId="{0D86EAB7-14B8-434A-BA68-99E684AE265E}" srcId="{5FE432FD-2826-41FE-BCFB-86F54B838979}" destId="{0623C114-C4BD-43DE-A668-58CEF82881E9}" srcOrd="0" destOrd="0" parTransId="{79A46060-BAA8-404A-A282-5E0D2370881D}" sibTransId="{457CFC27-C935-4088-963D-B1967C2FAEE6}"/>
    <dgm:cxn modelId="{86B19DCA-6C00-4B9A-8045-6EE42F9D1D99}" srcId="{5FE432FD-2826-41FE-BCFB-86F54B838979}" destId="{BA46DA5D-3C34-465D-BBBD-E9CBCD82E467}" srcOrd="1" destOrd="0" parTransId="{7A5D49A2-E94D-4D77-B8CE-E189FBF761EF}" sibTransId="{0A76B5C8-D3EA-400E-86B8-C0750F06CD24}"/>
    <dgm:cxn modelId="{63B877CA-815E-4D08-A162-4DDA8CF04E5E}" type="presParOf" srcId="{3B411D1E-FBE2-450C-BFC3-74A0A8C4A537}" destId="{A4E051C0-5506-4AD9-ABB1-BD732A577C49}" srcOrd="0" destOrd="0" presId="urn:microsoft.com/office/officeart/2018/2/layout/IconVerticalSolidList"/>
    <dgm:cxn modelId="{01CC74B4-D03E-46E8-9095-B3057725C63C}" type="presParOf" srcId="{A4E051C0-5506-4AD9-ABB1-BD732A577C49}" destId="{3C03ABDF-1706-43EB-9C23-C63CCF69702A}" srcOrd="0" destOrd="0" presId="urn:microsoft.com/office/officeart/2018/2/layout/IconVerticalSolidList"/>
    <dgm:cxn modelId="{9383F774-CAB0-4E05-9872-055E0F929D45}" type="presParOf" srcId="{A4E051C0-5506-4AD9-ABB1-BD732A577C49}" destId="{421B56CD-4EE3-426E-9FA4-5E0AB947D164}" srcOrd="1" destOrd="0" presId="urn:microsoft.com/office/officeart/2018/2/layout/IconVerticalSolidList"/>
    <dgm:cxn modelId="{7FA3DE68-FC0E-4B0C-80D9-D1465273B866}" type="presParOf" srcId="{A4E051C0-5506-4AD9-ABB1-BD732A577C49}" destId="{8B395725-F151-42E7-BA14-2ED73BD42712}" srcOrd="2" destOrd="0" presId="urn:microsoft.com/office/officeart/2018/2/layout/IconVerticalSolidList"/>
    <dgm:cxn modelId="{5B8D0208-FC0F-48F2-9615-60FAEC182FA3}" type="presParOf" srcId="{A4E051C0-5506-4AD9-ABB1-BD732A577C49}" destId="{D78D05BD-3716-41BB-94F1-3B2093681288}" srcOrd="3" destOrd="0" presId="urn:microsoft.com/office/officeart/2018/2/layout/IconVerticalSolidList"/>
    <dgm:cxn modelId="{5515717C-1125-4262-8BF6-564BC9CC02CB}" type="presParOf" srcId="{3B411D1E-FBE2-450C-BFC3-74A0A8C4A537}" destId="{6497B39B-7CEE-4CC0-B537-44A098535634}" srcOrd="1" destOrd="0" presId="urn:microsoft.com/office/officeart/2018/2/layout/IconVerticalSolidList"/>
    <dgm:cxn modelId="{C84F0E65-325C-4184-8404-AFCB41AFFC2F}" type="presParOf" srcId="{3B411D1E-FBE2-450C-BFC3-74A0A8C4A537}" destId="{A6AFE997-F4B1-4989-8CEF-7C2B488F8092}" srcOrd="2" destOrd="0" presId="urn:microsoft.com/office/officeart/2018/2/layout/IconVerticalSolidList"/>
    <dgm:cxn modelId="{AE4D1937-1D1D-45CA-AFDE-6F224F7DB374}" type="presParOf" srcId="{A6AFE997-F4B1-4989-8CEF-7C2B488F8092}" destId="{9BFE5E32-6512-4CA1-889D-7CA16A4F7BFF}" srcOrd="0" destOrd="0" presId="urn:microsoft.com/office/officeart/2018/2/layout/IconVerticalSolidList"/>
    <dgm:cxn modelId="{56A3EFF5-49F3-4669-8EEB-2FB74B9F417F}" type="presParOf" srcId="{A6AFE997-F4B1-4989-8CEF-7C2B488F8092}" destId="{44F3F960-B586-4E7E-A760-99A00809AC1D}" srcOrd="1" destOrd="0" presId="urn:microsoft.com/office/officeart/2018/2/layout/IconVerticalSolidList"/>
    <dgm:cxn modelId="{241021F3-5B54-4EE9-A3F1-ABBE2420FDB3}" type="presParOf" srcId="{A6AFE997-F4B1-4989-8CEF-7C2B488F8092}" destId="{455FBE06-B526-4247-997F-F53EB2B611BB}" srcOrd="2" destOrd="0" presId="urn:microsoft.com/office/officeart/2018/2/layout/IconVerticalSolidList"/>
    <dgm:cxn modelId="{6B39BF48-6054-4BE3-A1FF-F30587C231DC}" type="presParOf" srcId="{A6AFE997-F4B1-4989-8CEF-7C2B488F8092}" destId="{DFF523CC-9DDD-4CC2-98C8-D2E1480883C3}" srcOrd="3" destOrd="0" presId="urn:microsoft.com/office/officeart/2018/2/layout/IconVerticalSolidList"/>
    <dgm:cxn modelId="{7FE16C84-E5B3-4294-99A4-F859D9C44E71}" type="presParOf" srcId="{3B411D1E-FBE2-450C-BFC3-74A0A8C4A537}" destId="{FB93F32B-2630-4D8D-8380-F6C1EEF50D9E}" srcOrd="3" destOrd="0" presId="urn:microsoft.com/office/officeart/2018/2/layout/IconVerticalSolidList"/>
    <dgm:cxn modelId="{777DA900-D580-44A7-9171-B9D810D65158}" type="presParOf" srcId="{3B411D1E-FBE2-450C-BFC3-74A0A8C4A537}" destId="{BFBF69DF-0E2C-467D-9289-D4433CBBA12C}" srcOrd="4" destOrd="0" presId="urn:microsoft.com/office/officeart/2018/2/layout/IconVerticalSolidList"/>
    <dgm:cxn modelId="{0FE49BEC-7586-4851-909C-4BD4827E4ECC}" type="presParOf" srcId="{BFBF69DF-0E2C-467D-9289-D4433CBBA12C}" destId="{C7265219-35A7-46B7-A8E2-9CC513D5EE82}" srcOrd="0" destOrd="0" presId="urn:microsoft.com/office/officeart/2018/2/layout/IconVerticalSolidList"/>
    <dgm:cxn modelId="{4688CD92-4C76-4BD5-9A2F-A472FB1A02A4}" type="presParOf" srcId="{BFBF69DF-0E2C-467D-9289-D4433CBBA12C}" destId="{5455B9C2-0150-4859-943C-493CFA632515}" srcOrd="1" destOrd="0" presId="urn:microsoft.com/office/officeart/2018/2/layout/IconVerticalSolidList"/>
    <dgm:cxn modelId="{B8C6E4BC-7892-4276-B6E0-36B354ACF7F0}" type="presParOf" srcId="{BFBF69DF-0E2C-467D-9289-D4433CBBA12C}" destId="{31F4E9D4-D2C6-4F1F-B5DD-134FF0628349}" srcOrd="2" destOrd="0" presId="urn:microsoft.com/office/officeart/2018/2/layout/IconVerticalSolidList"/>
    <dgm:cxn modelId="{336CDAED-ED7F-4089-9EBA-9BCCE00104E6}" type="presParOf" srcId="{BFBF69DF-0E2C-467D-9289-D4433CBBA12C}" destId="{C51A4A79-71DE-4F17-A509-D258FBA740B1}" srcOrd="3" destOrd="0" presId="urn:microsoft.com/office/officeart/2018/2/layout/IconVerticalSolidList"/>
    <dgm:cxn modelId="{7CD21745-9645-4ABC-8AE2-44A75F6C4A43}" type="presParOf" srcId="{3B411D1E-FBE2-450C-BFC3-74A0A8C4A537}" destId="{868C0C2D-C98C-44A2-86CA-BD81F24B84B2}" srcOrd="5" destOrd="0" presId="urn:microsoft.com/office/officeart/2018/2/layout/IconVerticalSolidList"/>
    <dgm:cxn modelId="{AA62852C-83B1-4AFA-B6F3-9A9BB9906020}" type="presParOf" srcId="{3B411D1E-FBE2-450C-BFC3-74A0A8C4A537}" destId="{2E7DD2AE-FEE3-4A5F-8D02-B35755F497E0}" srcOrd="6" destOrd="0" presId="urn:microsoft.com/office/officeart/2018/2/layout/IconVerticalSolidList"/>
    <dgm:cxn modelId="{3BE6B1D3-9890-4AF7-8CC5-EF0105E6D18B}" type="presParOf" srcId="{2E7DD2AE-FEE3-4A5F-8D02-B35755F497E0}" destId="{4045AE1B-E564-446F-8BD0-E108340A0D92}" srcOrd="0" destOrd="0" presId="urn:microsoft.com/office/officeart/2018/2/layout/IconVerticalSolidList"/>
    <dgm:cxn modelId="{4F52C21F-73ED-4965-95CA-09B999BE9D21}" type="presParOf" srcId="{2E7DD2AE-FEE3-4A5F-8D02-B35755F497E0}" destId="{52753B02-5B31-464F-9610-E28EDE085EDF}" srcOrd="1" destOrd="0" presId="urn:microsoft.com/office/officeart/2018/2/layout/IconVerticalSolidList"/>
    <dgm:cxn modelId="{838AD43D-6B26-43A5-8101-FB7B6F2C2B3D}" type="presParOf" srcId="{2E7DD2AE-FEE3-4A5F-8D02-B35755F497E0}" destId="{4482F3FC-3B63-4E75-8586-78D7AE1B5083}" srcOrd="2" destOrd="0" presId="urn:microsoft.com/office/officeart/2018/2/layout/IconVerticalSolidList"/>
    <dgm:cxn modelId="{C75D0DEF-E85D-420A-BA68-A6AA5DE1AEC7}" type="presParOf" srcId="{2E7DD2AE-FEE3-4A5F-8D02-B35755F497E0}" destId="{ED0BDCC4-91FE-4E66-9A48-738C11274A57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C03ABDF-1706-43EB-9C23-C63CCF69702A}">
      <dsp:nvSpPr>
        <dsp:cNvPr id="0" name=""/>
        <dsp:cNvSpPr/>
      </dsp:nvSpPr>
      <dsp:spPr>
        <a:xfrm>
          <a:off x="0" y="1528"/>
          <a:ext cx="9724031" cy="774800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21B56CD-4EE3-426E-9FA4-5E0AB947D164}">
      <dsp:nvSpPr>
        <dsp:cNvPr id="0" name=""/>
        <dsp:cNvSpPr/>
      </dsp:nvSpPr>
      <dsp:spPr>
        <a:xfrm>
          <a:off x="234377" y="175858"/>
          <a:ext cx="426140" cy="42614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78D05BD-3716-41BB-94F1-3B2093681288}">
      <dsp:nvSpPr>
        <dsp:cNvPr id="0" name=""/>
        <dsp:cNvSpPr/>
      </dsp:nvSpPr>
      <dsp:spPr>
        <a:xfrm>
          <a:off x="894894" y="1528"/>
          <a:ext cx="8829136" cy="7748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000" tIns="82000" rIns="82000" bIns="82000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2200" kern="1200" noProof="0"/>
            <a:t>“Distributed Version Control” szoftver</a:t>
          </a:r>
          <a:endParaRPr lang="hu-HU" sz="2200" kern="1200" noProof="0" dirty="0"/>
        </a:p>
      </dsp:txBody>
      <dsp:txXfrm>
        <a:off x="894894" y="1528"/>
        <a:ext cx="8829136" cy="774800"/>
      </dsp:txXfrm>
    </dsp:sp>
    <dsp:sp modelId="{9BFE5E32-6512-4CA1-889D-7CA16A4F7BFF}">
      <dsp:nvSpPr>
        <dsp:cNvPr id="0" name=""/>
        <dsp:cNvSpPr/>
      </dsp:nvSpPr>
      <dsp:spPr>
        <a:xfrm>
          <a:off x="0" y="970028"/>
          <a:ext cx="9724031" cy="774800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4F3F960-B586-4E7E-A760-99A00809AC1D}">
      <dsp:nvSpPr>
        <dsp:cNvPr id="0" name=""/>
        <dsp:cNvSpPr/>
      </dsp:nvSpPr>
      <dsp:spPr>
        <a:xfrm>
          <a:off x="234377" y="1144358"/>
          <a:ext cx="426140" cy="42614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FF523CC-9DDD-4CC2-98C8-D2E1480883C3}">
      <dsp:nvSpPr>
        <dsp:cNvPr id="0" name=""/>
        <dsp:cNvSpPr/>
      </dsp:nvSpPr>
      <dsp:spPr>
        <a:xfrm>
          <a:off x="894894" y="970028"/>
          <a:ext cx="8829136" cy="7748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000" tIns="82000" rIns="82000" bIns="82000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2200" kern="1200" noProof="0"/>
            <a:t>CLI alkalmazás</a:t>
          </a:r>
          <a:endParaRPr lang="hu-HU" sz="2200" kern="1200" noProof="0" dirty="0"/>
        </a:p>
      </dsp:txBody>
      <dsp:txXfrm>
        <a:off x="894894" y="970028"/>
        <a:ext cx="8829136" cy="774800"/>
      </dsp:txXfrm>
    </dsp:sp>
    <dsp:sp modelId="{C7265219-35A7-46B7-A8E2-9CC513D5EE82}">
      <dsp:nvSpPr>
        <dsp:cNvPr id="0" name=""/>
        <dsp:cNvSpPr/>
      </dsp:nvSpPr>
      <dsp:spPr>
        <a:xfrm>
          <a:off x="0" y="1938529"/>
          <a:ext cx="9724031" cy="774800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455B9C2-0150-4859-943C-493CFA632515}">
      <dsp:nvSpPr>
        <dsp:cNvPr id="0" name=""/>
        <dsp:cNvSpPr/>
      </dsp:nvSpPr>
      <dsp:spPr>
        <a:xfrm>
          <a:off x="234377" y="2112859"/>
          <a:ext cx="426140" cy="42614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51A4A79-71DE-4F17-A509-D258FBA740B1}">
      <dsp:nvSpPr>
        <dsp:cNvPr id="0" name=""/>
        <dsp:cNvSpPr/>
      </dsp:nvSpPr>
      <dsp:spPr>
        <a:xfrm>
          <a:off x="894894" y="1938529"/>
          <a:ext cx="8829136" cy="7748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000" tIns="82000" rIns="82000" bIns="82000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2200" kern="1200" noProof="0" dirty="0"/>
            <a:t>A </a:t>
          </a:r>
          <a:r>
            <a:rPr lang="hu-HU" sz="2200" kern="1200" noProof="0" dirty="0" err="1"/>
            <a:t>Github</a:t>
          </a:r>
          <a:r>
            <a:rPr lang="hu-HU" sz="2200" kern="1200" noProof="0" dirty="0"/>
            <a:t> </a:t>
          </a:r>
          <a:r>
            <a:rPr lang="hu-HU" sz="2200" kern="1200" noProof="0" dirty="0" err="1"/>
            <a:t>Desktop</a:t>
          </a:r>
          <a:r>
            <a:rPr lang="hu-HU" sz="2200" kern="1200" noProof="0" dirty="0"/>
            <a:t> alapja</a:t>
          </a:r>
        </a:p>
      </dsp:txBody>
      <dsp:txXfrm>
        <a:off x="894894" y="1938529"/>
        <a:ext cx="8829136" cy="774800"/>
      </dsp:txXfrm>
    </dsp:sp>
    <dsp:sp modelId="{4045AE1B-E564-446F-8BD0-E108340A0D92}">
      <dsp:nvSpPr>
        <dsp:cNvPr id="0" name=""/>
        <dsp:cNvSpPr/>
      </dsp:nvSpPr>
      <dsp:spPr>
        <a:xfrm>
          <a:off x="0" y="2907029"/>
          <a:ext cx="9724031" cy="774800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2753B02-5B31-464F-9610-E28EDE085EDF}">
      <dsp:nvSpPr>
        <dsp:cNvPr id="0" name=""/>
        <dsp:cNvSpPr/>
      </dsp:nvSpPr>
      <dsp:spPr>
        <a:xfrm>
          <a:off x="234377" y="3081359"/>
          <a:ext cx="426140" cy="426140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D0BDCC4-91FE-4E66-9A48-738C11274A57}">
      <dsp:nvSpPr>
        <dsp:cNvPr id="0" name=""/>
        <dsp:cNvSpPr/>
      </dsp:nvSpPr>
      <dsp:spPr>
        <a:xfrm>
          <a:off x="894894" y="2907029"/>
          <a:ext cx="8829136" cy="7748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000" tIns="82000" rIns="82000" bIns="82000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DE" sz="2200" kern="1200" noProof="0" dirty="0" err="1"/>
            <a:t>Engedélyezi</a:t>
          </a:r>
          <a:r>
            <a:rPr lang="en-DE" sz="2200" kern="1200" noProof="0" dirty="0"/>
            <a:t> a </a:t>
          </a:r>
          <a:r>
            <a:rPr lang="en-DE" sz="2200" kern="1200" dirty="0"/>
            <a:t>k</a:t>
          </a:r>
          <a:r>
            <a:rPr lang="en-DE" sz="2200" kern="1200" noProof="0" dirty="0" err="1"/>
            <a:t>ódnak</a:t>
          </a:r>
          <a:r>
            <a:rPr lang="en-DE" sz="2200" kern="1200" noProof="0" dirty="0"/>
            <a:t> </a:t>
          </a:r>
          <a:r>
            <a:rPr lang="en-DE" sz="2200" kern="1200" noProof="0" dirty="0" err="1"/>
            <a:t>létrehozását</a:t>
          </a:r>
          <a:r>
            <a:rPr lang="en-DE" sz="2200" kern="1200" noProof="0" dirty="0"/>
            <a:t>, </a:t>
          </a:r>
          <a:r>
            <a:rPr lang="en-DE" sz="2200" kern="1200" noProof="0" dirty="0" err="1"/>
            <a:t>tárolását</a:t>
          </a:r>
          <a:r>
            <a:rPr lang="en-DE" sz="2200" kern="1200" noProof="0" dirty="0"/>
            <a:t>, </a:t>
          </a:r>
          <a:r>
            <a:rPr lang="en-DE" sz="2200" kern="1200" noProof="0" dirty="0" err="1"/>
            <a:t>felügyelését</a:t>
          </a:r>
          <a:r>
            <a:rPr lang="en-DE" sz="2200" kern="1200" noProof="0" dirty="0"/>
            <a:t>, </a:t>
          </a:r>
          <a:r>
            <a:rPr lang="en-DE" sz="2200" kern="1200" noProof="0" dirty="0" err="1"/>
            <a:t>megosztását</a:t>
          </a:r>
          <a:endParaRPr lang="hu-HU" sz="2200" kern="1200" noProof="0" dirty="0"/>
        </a:p>
      </dsp:txBody>
      <dsp:txXfrm>
        <a:off x="894894" y="2907029"/>
        <a:ext cx="8829136" cy="7748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3139C50-D054-7D99-C802-5CD4E2D9AE0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BBC024C7-831C-5757-F031-3D455E6478D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8B326F12-6536-246C-A9EC-5E7B6FFB55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2BF4AC-D484-450D-AD48-6898BBA5306B}" type="datetimeFigureOut">
              <a:rPr lang="hu-HU" smtClean="0"/>
              <a:t>2025. 11. 19.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3B3E8804-A46A-E4CA-E1C5-54D59FD72B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70DC95F7-0A4C-FCEB-4C65-CDEB17FB3D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B251AC-97B3-4847-B752-0A9EF8BAFA6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635914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65B505D-4314-8810-61FB-A6458671C9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59F94790-16FC-C06D-326D-B8DA83A3F0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9EA4534E-388F-4822-81DF-5601C3FC87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2BF4AC-D484-450D-AD48-6898BBA5306B}" type="datetimeFigureOut">
              <a:rPr lang="hu-HU" smtClean="0"/>
              <a:t>2025. 11. 19.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23846392-004D-B524-71D4-6DB4C7F17D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204B8338-80E4-3E39-CA5A-B9A59DE28E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B251AC-97B3-4847-B752-0A9EF8BAFA6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647740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D4DB387-9313-22A2-EB52-075629957E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52E53653-95C9-0F2D-210D-630F3CFB59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DDCD9A5E-CC49-44ED-3D3A-FE78B1FA7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2BF4AC-D484-450D-AD48-6898BBA5306B}" type="datetimeFigureOut">
              <a:rPr lang="hu-HU" smtClean="0"/>
              <a:t>2025. 11. 19.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2C69C7BE-8A7F-EC90-9735-FF6F15165A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3BEF62E6-6D74-04C6-7AAA-F4DDEEC8E4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B251AC-97B3-4847-B752-0A9EF8BAFA6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1731761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E5E92D5-2C9E-ECA3-B4A2-08DD4FFA4C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A7DF6705-075C-9CC9-BDCC-B24BD58DA05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A46C6A82-3FCA-3A06-B720-3E9FAF8332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5DE08B1C-DB38-3103-010D-1AEEBF9308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2BF4AC-D484-450D-AD48-6898BBA5306B}" type="datetimeFigureOut">
              <a:rPr lang="hu-HU" smtClean="0"/>
              <a:t>2025. 11. 19.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D67198EA-3E24-127B-A38F-0067E7639B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4090BCB9-B3DC-AD7B-3C2A-1D9A043685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B251AC-97B3-4847-B752-0A9EF8BAFA6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847229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E179B4A-1954-FF46-14D3-FA37C1B4A7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AB0E05FA-2B21-557F-51A6-9786E914E2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E9222097-2541-332A-2A6B-E823C448857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EBA33B45-D2D4-A951-4164-8FDCB2F517D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5D0C680A-F110-38C5-84E9-51AAEB4C877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5DA177A2-038A-2C32-C8DA-02F3A0943D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2BF4AC-D484-450D-AD48-6898BBA5306B}" type="datetimeFigureOut">
              <a:rPr lang="hu-HU" smtClean="0"/>
              <a:t>2025. 11. 19.</a:t>
            </a:fld>
            <a:endParaRPr lang="hu-HU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33740963-1190-FCA7-AAAB-D6F0FBD30E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CE38B10D-8FC7-40E1-A143-BDE76DB936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B251AC-97B3-4847-B752-0A9EF8BAFA6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13331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BD09420-A381-8687-72DD-26B4EA69D7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53D84275-03E8-5F96-9BC8-4F82B572D2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2BF4AC-D484-450D-AD48-6898BBA5306B}" type="datetimeFigureOut">
              <a:rPr lang="hu-HU" smtClean="0"/>
              <a:t>2025. 11. 19.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07CC1C48-E957-F856-48A6-016B2C49A6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BABDC1E1-3064-C3F6-5F25-321BD67555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B251AC-97B3-4847-B752-0A9EF8BAFA6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7160962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F41F35F9-07AF-17AA-0EEA-CEA1B09FB1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2BF4AC-D484-450D-AD48-6898BBA5306B}" type="datetimeFigureOut">
              <a:rPr lang="hu-HU" smtClean="0"/>
              <a:t>2025. 11. 19.</a:t>
            </a:fld>
            <a:endParaRPr lang="hu-HU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9C4A9957-241B-FD48-111E-6603EC2D1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8CE0EC9D-C7EA-8441-368C-ACD67014E8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B251AC-97B3-4847-B752-0A9EF8BAFA6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7077928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B8E5F9B-797C-84BF-2DF4-6D20C313F9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D6C48BB8-1693-37A7-4784-E0651224AE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D2E6C96F-1160-9D2A-2178-CCDA783159F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D1F58D48-0554-688B-E3D7-9BE15F3244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2BF4AC-D484-450D-AD48-6898BBA5306B}" type="datetimeFigureOut">
              <a:rPr lang="hu-HU" smtClean="0"/>
              <a:t>2025. 11. 19.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DD296AFE-D07A-8D2C-4977-7B413755BA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53760451-01BA-B0C5-BFB0-01E9C39A3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B251AC-97B3-4847-B752-0A9EF8BAFA6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9854413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0AB362C-76BE-5A46-9A04-B72B1638D6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280DA450-44C1-56F8-7F63-E577112118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E57F099E-D5C2-FF67-391F-40FFCC62B1C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24217D20-8343-784F-3E89-E44122D14B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2BF4AC-D484-450D-AD48-6898BBA5306B}" type="datetimeFigureOut">
              <a:rPr lang="hu-HU" smtClean="0"/>
              <a:t>2025. 11. 19.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8B385BFC-A2B8-CF09-407C-CA4C7B15BE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F14A8756-5D13-9661-DE31-098D5C1FA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B251AC-97B3-4847-B752-0A9EF8BAFA6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1673821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BCADE6C-0AC1-EFE3-8BB8-04E9D2FC5F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25FF156B-6C17-8276-0BA0-5EF8530DC1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1EC74AEB-9812-F28D-3A9D-36EF2B0E8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2BF4AC-D484-450D-AD48-6898BBA5306B}" type="datetimeFigureOut">
              <a:rPr lang="hu-HU" smtClean="0"/>
              <a:t>2025. 11. 19.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C60C632B-6EC1-5CAF-637A-767CF9BC82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94577082-7E99-93DC-6D29-503940349F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B251AC-97B3-4847-B752-0A9EF8BAFA6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182920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F2BD6F43-944F-B134-6296-67886FF6EF6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CE4B77D5-7EC0-48B6-FAB2-6FB798527C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42AA8C39-1272-CF37-50E9-F48C02B4D0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2BF4AC-D484-450D-AD48-6898BBA5306B}" type="datetimeFigureOut">
              <a:rPr lang="hu-HU" smtClean="0"/>
              <a:t>2025. 11. 19.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449A844D-7DA3-8343-24B2-FE3EF70581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0C1AD2D1-4EF4-46F2-D6D0-78BCAF84EC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B251AC-97B3-4847-B752-0A9EF8BAFA6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5114375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592EF00E-7878-3E2F-3797-131F2535F7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01C6D7CB-7FCA-9BB9-A8BF-0C0B1338A4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EF14531C-5989-3462-ADBF-A32D4898C6B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32BF4AC-D484-450D-AD48-6898BBA5306B}" type="datetimeFigureOut">
              <a:rPr lang="hu-HU" smtClean="0"/>
              <a:t>2025. 11. 19.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7D51270A-CF56-C358-682D-74DCE968F67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21ACD9CA-BA22-5F1B-B0F6-2D842866F78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3B251AC-97B3-4847-B752-0A9EF8BAFA6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4437048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GitHub" TargetMode="External"/><Relationship Id="rId2" Type="http://schemas.openxmlformats.org/officeDocument/2006/relationships/hyperlink" Target="https://en.wikipedia.org/wiki/Git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7">
            <a:extLst>
              <a:ext uri="{FF2B5EF4-FFF2-40B4-BE49-F238E27FC236}">
                <a16:creationId xmlns:a16="http://schemas.microsoft.com/office/drawing/2014/main" id="{8C790BE2-4E4F-4AAF-81A2-4A6F4885EB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noProof="0" dirty="0"/>
          </a:p>
        </p:txBody>
      </p:sp>
      <p:sp>
        <p:nvSpPr>
          <p:cNvPr id="22" name="Rectangle 9">
            <a:extLst>
              <a:ext uri="{FF2B5EF4-FFF2-40B4-BE49-F238E27FC236}">
                <a16:creationId xmlns:a16="http://schemas.microsoft.com/office/drawing/2014/main" id="{D28B54C3-B57B-472A-B96E-1FCB67093D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0"/>
            <a:ext cx="12191999" cy="6858000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rgbClr val="000000"/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noProof="0" dirty="0"/>
          </a:p>
        </p:txBody>
      </p:sp>
      <p:sp>
        <p:nvSpPr>
          <p:cNvPr id="23" name="Rectangle 11">
            <a:extLst>
              <a:ext uri="{FF2B5EF4-FFF2-40B4-BE49-F238E27FC236}">
                <a16:creationId xmlns:a16="http://schemas.microsoft.com/office/drawing/2014/main" id="{7DB3C429-F8DA-49B9-AF84-21996FCF78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-4"/>
            <a:ext cx="12192000" cy="6402581"/>
          </a:xfrm>
          <a:prstGeom prst="rect">
            <a:avLst/>
          </a:prstGeom>
          <a:gradFill>
            <a:gsLst>
              <a:gs pos="1000">
                <a:schemeClr val="accent1">
                  <a:lumMod val="75000"/>
                  <a:alpha val="59000"/>
                </a:schemeClr>
              </a:gs>
              <a:gs pos="100000">
                <a:srgbClr val="000000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noProof="0" dirty="0"/>
          </a:p>
        </p:txBody>
      </p:sp>
      <p:sp>
        <p:nvSpPr>
          <p:cNvPr id="24" name="Rectangle 13">
            <a:extLst>
              <a:ext uri="{FF2B5EF4-FFF2-40B4-BE49-F238E27FC236}">
                <a16:creationId xmlns:a16="http://schemas.microsoft.com/office/drawing/2014/main" id="{E12088DD-B1AD-40E0-8B86-1D87A2CCD9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2663054" y="-2653923"/>
            <a:ext cx="6858001" cy="12165846"/>
          </a:xfrm>
          <a:prstGeom prst="rect">
            <a:avLst/>
          </a:prstGeom>
          <a:gradFill>
            <a:gsLst>
              <a:gs pos="13000">
                <a:schemeClr val="accent1">
                  <a:lumMod val="50000"/>
                  <a:alpha val="0"/>
                </a:schemeClr>
              </a:gs>
              <a:gs pos="99000">
                <a:srgbClr val="000000">
                  <a:alpha val="2800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noProof="0" dirty="0"/>
          </a:p>
        </p:txBody>
      </p:sp>
      <p:sp>
        <p:nvSpPr>
          <p:cNvPr id="25" name="Rectangle 15">
            <a:extLst>
              <a:ext uri="{FF2B5EF4-FFF2-40B4-BE49-F238E27FC236}">
                <a16:creationId xmlns:a16="http://schemas.microsoft.com/office/drawing/2014/main" id="{C4C9F2B0-1044-46EB-8AEB-C3BFFDE6C2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094763" y="0"/>
            <a:ext cx="6096001" cy="6858000"/>
          </a:xfrm>
          <a:prstGeom prst="rect">
            <a:avLst/>
          </a:prstGeom>
          <a:gradFill>
            <a:gsLst>
              <a:gs pos="13000">
                <a:schemeClr val="accent1">
                  <a:lumMod val="50000"/>
                  <a:alpha val="0"/>
                </a:schemeClr>
              </a:gs>
              <a:gs pos="99000">
                <a:schemeClr val="accent1">
                  <a:lumMod val="75000"/>
                  <a:alpha val="50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noProof="0" dirty="0"/>
          </a:p>
        </p:txBody>
      </p:sp>
      <p:sp>
        <p:nvSpPr>
          <p:cNvPr id="26" name="Rectangle 17">
            <a:extLst>
              <a:ext uri="{FF2B5EF4-FFF2-40B4-BE49-F238E27FC236}">
                <a16:creationId xmlns:a16="http://schemas.microsoft.com/office/drawing/2014/main" id="{0C395952-4E26-45A2-8756-2ADFD6E53C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4" y="-3"/>
            <a:ext cx="12182871" cy="6871922"/>
          </a:xfrm>
          <a:prstGeom prst="rect">
            <a:avLst/>
          </a:prstGeom>
          <a:gradFill>
            <a:gsLst>
              <a:gs pos="13000">
                <a:srgbClr val="000000">
                  <a:alpha val="35000"/>
                </a:srgbClr>
              </a:gs>
              <a:gs pos="99000">
                <a:schemeClr val="accent1">
                  <a:lumMod val="75000"/>
                  <a:alpha val="0"/>
                </a:schemeClr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noProof="0" dirty="0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4734BADF-9461-4621-B112-2D7BABEA7D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87713" y="4049"/>
            <a:ext cx="10216576" cy="4729040"/>
          </a:xfrm>
          <a:custGeom>
            <a:avLst/>
            <a:gdLst>
              <a:gd name="connsiteX0" fmla="*/ 0 w 10216576"/>
              <a:gd name="connsiteY0" fmla="*/ 0 h 4729040"/>
              <a:gd name="connsiteX1" fmla="*/ 10216576 w 10216576"/>
              <a:gd name="connsiteY1" fmla="*/ 0 h 4729040"/>
              <a:gd name="connsiteX2" fmla="*/ 10210268 w 10216576"/>
              <a:gd name="connsiteY2" fmla="*/ 124944 h 4729040"/>
              <a:gd name="connsiteX3" fmla="*/ 5108288 w 10216576"/>
              <a:gd name="connsiteY3" fmla="*/ 4729040 h 4729040"/>
              <a:gd name="connsiteX4" fmla="*/ 6309 w 10216576"/>
              <a:gd name="connsiteY4" fmla="*/ 124944 h 4729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216576" h="4729040">
                <a:moveTo>
                  <a:pt x="0" y="0"/>
                </a:moveTo>
                <a:lnTo>
                  <a:pt x="10216576" y="0"/>
                </a:lnTo>
                <a:lnTo>
                  <a:pt x="10210268" y="124944"/>
                </a:lnTo>
                <a:cubicBezTo>
                  <a:pt x="9947637" y="2710997"/>
                  <a:pt x="7763635" y="4729040"/>
                  <a:pt x="5108288" y="4729040"/>
                </a:cubicBezTo>
                <a:cubicBezTo>
                  <a:pt x="2452942" y="4729040"/>
                  <a:pt x="268937" y="2710997"/>
                  <a:pt x="6309" y="124944"/>
                </a:cubicBezTo>
                <a:close/>
              </a:path>
            </a:pathLst>
          </a:custGeom>
          <a:gradFill>
            <a:gsLst>
              <a:gs pos="7000">
                <a:schemeClr val="accent1">
                  <a:lumMod val="50000"/>
                  <a:alpha val="4000"/>
                </a:schemeClr>
              </a:gs>
              <a:gs pos="99000">
                <a:schemeClr val="accent1">
                  <a:alpha val="24000"/>
                </a:schemeClr>
              </a:gs>
            </a:gsLst>
            <a:lin ang="10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hu-HU" noProof="0" dirty="0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37146AC3-42B6-8BD8-9473-FFD5C994DE5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26693" y="1030406"/>
            <a:ext cx="8147713" cy="3081242"/>
          </a:xfrm>
        </p:spPr>
        <p:txBody>
          <a:bodyPr anchor="ctr">
            <a:normAutofit/>
          </a:bodyPr>
          <a:lstStyle/>
          <a:p>
            <a:r>
              <a:rPr lang="hu-HU" sz="8800" noProof="0" dirty="0">
                <a:solidFill>
                  <a:srgbClr val="FFFFFF"/>
                </a:solidFill>
              </a:rPr>
              <a:t>A </a:t>
            </a:r>
            <a:r>
              <a:rPr lang="hu-HU" sz="8800" noProof="0" dirty="0" err="1">
                <a:solidFill>
                  <a:srgbClr val="FFFFFF"/>
                </a:solidFill>
              </a:rPr>
              <a:t>Git</a:t>
            </a:r>
            <a:r>
              <a:rPr lang="hu-HU" sz="8800" noProof="0" dirty="0">
                <a:solidFill>
                  <a:srgbClr val="FFFFFF"/>
                </a:solidFill>
              </a:rPr>
              <a:t> és </a:t>
            </a:r>
            <a:r>
              <a:rPr lang="hu-HU" sz="8800" noProof="0" dirty="0" err="1">
                <a:solidFill>
                  <a:srgbClr val="FFFFFF"/>
                </a:solidFill>
              </a:rPr>
              <a:t>Github</a:t>
            </a:r>
            <a:endParaRPr lang="hu-HU" sz="8800" noProof="0" dirty="0">
              <a:solidFill>
                <a:srgbClr val="FFFFFF"/>
              </a:solidFill>
            </a:endParaRP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A6DD56AF-C14E-3E47-F1B2-FBB910651B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59943" y="5171093"/>
            <a:ext cx="9078628" cy="860620"/>
          </a:xfrm>
        </p:spPr>
        <p:txBody>
          <a:bodyPr anchor="ctr">
            <a:normAutofit/>
          </a:bodyPr>
          <a:lstStyle/>
          <a:p>
            <a:r>
              <a:rPr lang="hu-HU" sz="2200" noProof="0" dirty="0">
                <a:solidFill>
                  <a:srgbClr val="FFFFFF"/>
                </a:solidFill>
              </a:rPr>
              <a:t>Molek Tamás Sándor</a:t>
            </a:r>
          </a:p>
          <a:p>
            <a:r>
              <a:rPr lang="hu-HU" sz="2200" noProof="0" dirty="0">
                <a:solidFill>
                  <a:srgbClr val="FFFFFF"/>
                </a:solidFill>
              </a:rPr>
              <a:t>12.E</a:t>
            </a:r>
          </a:p>
        </p:txBody>
      </p:sp>
    </p:spTree>
    <p:extLst>
      <p:ext uri="{BB962C8B-B14F-4D97-AF65-F5344CB8AC3E}">
        <p14:creationId xmlns:p14="http://schemas.microsoft.com/office/powerpoint/2010/main" val="769995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10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noProof="0" dirty="0"/>
          </a:p>
        </p:txBody>
      </p:sp>
      <p:sp>
        <p:nvSpPr>
          <p:cNvPr id="23" name="Rectangle 9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noProof="0" dirty="0"/>
          </a:p>
        </p:txBody>
      </p:sp>
      <p:sp>
        <p:nvSpPr>
          <p:cNvPr id="24" name="Rectangle 1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noProof="0" dirty="0"/>
          </a:p>
        </p:txBody>
      </p:sp>
      <p:sp>
        <p:nvSpPr>
          <p:cNvPr id="25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noProof="0" dirty="0"/>
          </a:p>
        </p:txBody>
      </p:sp>
      <p:sp>
        <p:nvSpPr>
          <p:cNvPr id="26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noProof="0" dirty="0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9DAC7466-6294-DF53-D3E2-F32C75BA20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hu-HU" sz="4000" noProof="0">
                <a:solidFill>
                  <a:srgbClr val="FFFFFF"/>
                </a:solidFill>
              </a:rPr>
              <a:t>Mi az a Git?</a:t>
            </a:r>
            <a:endParaRPr lang="hu-HU" sz="4000" noProof="0" dirty="0">
              <a:solidFill>
                <a:srgbClr val="FFFFFF"/>
              </a:solidFill>
            </a:endParaRPr>
          </a:p>
        </p:txBody>
      </p:sp>
      <p:graphicFrame>
        <p:nvGraphicFramePr>
          <p:cNvPr id="28" name="Tartalom helye 2">
            <a:extLst>
              <a:ext uri="{FF2B5EF4-FFF2-40B4-BE49-F238E27FC236}">
                <a16:creationId xmlns:a16="http://schemas.microsoft.com/office/drawing/2014/main" id="{15FF02B5-84C9-03C0-5F25-0721B5DC58D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52310228"/>
              </p:ext>
            </p:extLst>
          </p:nvPr>
        </p:nvGraphicFramePr>
        <p:xfrm>
          <a:off x="1371599" y="2318197"/>
          <a:ext cx="9724031" cy="368335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05589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9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1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599B2B19-F255-4EA0-635B-B3DE96044B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hu-HU" sz="4000" noProof="0">
                <a:solidFill>
                  <a:srgbClr val="FFFFFF"/>
                </a:solidFill>
              </a:rPr>
              <a:t>Mi az a Github?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136E728-587B-BF79-B876-AB0CC8FBEA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/>
          </a:bodyPr>
          <a:lstStyle/>
          <a:p>
            <a:r>
              <a:rPr lang="hu-HU" sz="2000" noProof="0" dirty="0" err="1"/>
              <a:t>Git</a:t>
            </a:r>
            <a:r>
              <a:rPr lang="en-DE" sz="2000" noProof="0" dirty="0"/>
              <a:t> </a:t>
            </a:r>
            <a:r>
              <a:rPr lang="en-DE" sz="2000" noProof="0" dirty="0" err="1"/>
              <a:t>alapú</a:t>
            </a:r>
            <a:endParaRPr lang="en-DE" sz="2000" noProof="0" dirty="0"/>
          </a:p>
          <a:p>
            <a:endParaRPr lang="en-DE" sz="2000" noProof="0" dirty="0"/>
          </a:p>
        </p:txBody>
      </p:sp>
    </p:spTree>
    <p:extLst>
      <p:ext uri="{BB962C8B-B14F-4D97-AF65-F5344CB8AC3E}">
        <p14:creationId xmlns:p14="http://schemas.microsoft.com/office/powerpoint/2010/main" val="17364721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11E38FB-3E29-059E-0318-BEF108569F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noProof="0" dirty="0"/>
              <a:t>Források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8228840-CC46-D5E7-1C42-8CC8DF7D69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noProof="0" dirty="0">
                <a:hlinkClick r:id="rId2"/>
              </a:rPr>
              <a:t>https://en.wikipedia.org/wiki/Git</a:t>
            </a:r>
            <a:endParaRPr lang="en-DE" noProof="0" dirty="0"/>
          </a:p>
          <a:p>
            <a:r>
              <a:rPr lang="hu-HU" dirty="0">
                <a:hlinkClick r:id="rId3"/>
              </a:rPr>
              <a:t>https://en.wikipedia.org/wiki/GitHub</a:t>
            </a:r>
            <a:r>
              <a:rPr lang="en-DE" dirty="0"/>
              <a:t> </a:t>
            </a:r>
            <a:r>
              <a:rPr lang="hu-HU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972784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544</TotalTime>
  <Words>67</Words>
  <Application>Microsoft Office PowerPoint</Application>
  <PresentationFormat>Szélesvásznú</PresentationFormat>
  <Paragraphs>13</Paragraphs>
  <Slides>4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Office-téma</vt:lpstr>
      <vt:lpstr>A Git és Github</vt:lpstr>
      <vt:lpstr>Mi az a Git?</vt:lpstr>
      <vt:lpstr>Mi az a Github?</vt:lpstr>
      <vt:lpstr>Források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O365 felhasználó</dc:creator>
  <cp:lastModifiedBy>O365 felhasználó</cp:lastModifiedBy>
  <cp:revision>6</cp:revision>
  <dcterms:created xsi:type="dcterms:W3CDTF">2025-11-18T08:58:50Z</dcterms:created>
  <dcterms:modified xsi:type="dcterms:W3CDTF">2025-11-19T19:14:44Z</dcterms:modified>
</cp:coreProperties>
</file>