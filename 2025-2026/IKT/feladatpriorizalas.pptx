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1E507B-7DBE-4182-98CD-3027AFF2BAF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6FA3C77-1E91-422C-9417-D69AE8888E47}">
      <dgm:prSet/>
      <dgm:spPr/>
      <dgm:t>
        <a:bodyPr/>
        <a:lstStyle/>
        <a:p>
          <a:r>
            <a:rPr lang="hu-HU"/>
            <a:t>Feladatok fontosság szerinti rendezése</a:t>
          </a:r>
          <a:endParaRPr lang="en-US"/>
        </a:p>
      </dgm:t>
    </dgm:pt>
    <dgm:pt modelId="{60E3DD21-C90F-43FF-B43F-109D06730F9E}" type="parTrans" cxnId="{A8099F8C-24FF-470C-A885-B0F6993478CC}">
      <dgm:prSet/>
      <dgm:spPr/>
      <dgm:t>
        <a:bodyPr/>
        <a:lstStyle/>
        <a:p>
          <a:endParaRPr lang="en-US"/>
        </a:p>
      </dgm:t>
    </dgm:pt>
    <dgm:pt modelId="{7452F699-2FFF-4ABB-BCD0-6B4563D1AED0}" type="sibTrans" cxnId="{A8099F8C-24FF-470C-A885-B0F6993478CC}">
      <dgm:prSet/>
      <dgm:spPr/>
      <dgm:t>
        <a:bodyPr/>
        <a:lstStyle/>
        <a:p>
          <a:endParaRPr lang="en-US"/>
        </a:p>
      </dgm:t>
    </dgm:pt>
    <dgm:pt modelId="{5EC82D3B-531F-4B6A-95E6-609F8D520D09}">
      <dgm:prSet/>
      <dgm:spPr/>
      <dgm:t>
        <a:bodyPr/>
        <a:lstStyle/>
        <a:p>
          <a:r>
            <a:rPr lang="hu-HU"/>
            <a:t>Annak eldöntése, mi a legfontosabb</a:t>
          </a:r>
          <a:endParaRPr lang="en-US"/>
        </a:p>
      </dgm:t>
    </dgm:pt>
    <dgm:pt modelId="{96AE4965-9BB9-4E1B-A2A1-B6D46F7A438D}" type="parTrans" cxnId="{B4E010F6-FC05-4F3B-88FD-CA28B18C6B95}">
      <dgm:prSet/>
      <dgm:spPr/>
      <dgm:t>
        <a:bodyPr/>
        <a:lstStyle/>
        <a:p>
          <a:endParaRPr lang="en-US"/>
        </a:p>
      </dgm:t>
    </dgm:pt>
    <dgm:pt modelId="{DF9BAA26-32B0-4468-BE9F-C96BCEFE3CF5}" type="sibTrans" cxnId="{B4E010F6-FC05-4F3B-88FD-CA28B18C6B95}">
      <dgm:prSet/>
      <dgm:spPr/>
      <dgm:t>
        <a:bodyPr/>
        <a:lstStyle/>
        <a:p>
          <a:endParaRPr lang="en-US"/>
        </a:p>
      </dgm:t>
    </dgm:pt>
    <dgm:pt modelId="{65010727-56B4-43F9-AE97-700E31FA9C32}">
      <dgm:prSet/>
      <dgm:spPr/>
      <dgm:t>
        <a:bodyPr/>
        <a:lstStyle/>
        <a:p>
          <a:r>
            <a:rPr lang="hu-HU"/>
            <a:t>Tudatos döntéshozatal a teendőkről</a:t>
          </a:r>
          <a:endParaRPr lang="en-US"/>
        </a:p>
      </dgm:t>
    </dgm:pt>
    <dgm:pt modelId="{10AF3C61-9FA5-4A0F-9C4F-1AE785EEBF29}" type="parTrans" cxnId="{C39075A1-08D7-453B-A74F-375979BCC70F}">
      <dgm:prSet/>
      <dgm:spPr/>
      <dgm:t>
        <a:bodyPr/>
        <a:lstStyle/>
        <a:p>
          <a:endParaRPr lang="en-US"/>
        </a:p>
      </dgm:t>
    </dgm:pt>
    <dgm:pt modelId="{98AAD05D-FD98-4DF9-B0D1-B5ACC4EF2638}" type="sibTrans" cxnId="{C39075A1-08D7-453B-A74F-375979BCC70F}">
      <dgm:prSet/>
      <dgm:spPr/>
      <dgm:t>
        <a:bodyPr/>
        <a:lstStyle/>
        <a:p>
          <a:endParaRPr lang="en-US"/>
        </a:p>
      </dgm:t>
    </dgm:pt>
    <dgm:pt modelId="{E80202EC-2233-4B66-9399-AF03C0BF88B1}">
      <dgm:prSet/>
      <dgm:spPr/>
      <dgm:t>
        <a:bodyPr/>
        <a:lstStyle/>
        <a:p>
          <a:r>
            <a:rPr lang="hu-HU"/>
            <a:t>Hatékonyabb tanulás és munkavégzés</a:t>
          </a:r>
          <a:endParaRPr lang="en-US"/>
        </a:p>
      </dgm:t>
    </dgm:pt>
    <dgm:pt modelId="{FD14BFE6-D369-4520-AA91-DED4A38D68F2}" type="parTrans" cxnId="{904B0ABC-59E9-412D-9704-B35CEE1D0C3A}">
      <dgm:prSet/>
      <dgm:spPr/>
      <dgm:t>
        <a:bodyPr/>
        <a:lstStyle/>
        <a:p>
          <a:endParaRPr lang="en-US"/>
        </a:p>
      </dgm:t>
    </dgm:pt>
    <dgm:pt modelId="{F1DC247F-0AF8-45A9-AF61-05F28077E2EC}" type="sibTrans" cxnId="{904B0ABC-59E9-412D-9704-B35CEE1D0C3A}">
      <dgm:prSet/>
      <dgm:spPr/>
      <dgm:t>
        <a:bodyPr/>
        <a:lstStyle/>
        <a:p>
          <a:endParaRPr lang="en-US"/>
        </a:p>
      </dgm:t>
    </dgm:pt>
    <dgm:pt modelId="{CDE9F593-4C1E-4896-9068-A35CF63A2175}" type="pres">
      <dgm:prSet presAssocID="{FC1E507B-7DBE-4182-98CD-3027AFF2BAF1}" presName="linear" presStyleCnt="0">
        <dgm:presLayoutVars>
          <dgm:animLvl val="lvl"/>
          <dgm:resizeHandles val="exact"/>
        </dgm:presLayoutVars>
      </dgm:prSet>
      <dgm:spPr/>
    </dgm:pt>
    <dgm:pt modelId="{49E6BFD6-7DC6-4606-9BB2-40C7D84252D4}" type="pres">
      <dgm:prSet presAssocID="{76FA3C77-1E91-422C-9417-D69AE8888E4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986ECB8-244A-49EF-9EED-99F4FB7C3B35}" type="pres">
      <dgm:prSet presAssocID="{7452F699-2FFF-4ABB-BCD0-6B4563D1AED0}" presName="spacer" presStyleCnt="0"/>
      <dgm:spPr/>
    </dgm:pt>
    <dgm:pt modelId="{8FB551C7-5629-4CB6-AA9B-B130F905B213}" type="pres">
      <dgm:prSet presAssocID="{5EC82D3B-531F-4B6A-95E6-609F8D520D0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2E1D3A3-13C1-4DBE-B358-6A81ABD6CD03}" type="pres">
      <dgm:prSet presAssocID="{DF9BAA26-32B0-4468-BE9F-C96BCEFE3CF5}" presName="spacer" presStyleCnt="0"/>
      <dgm:spPr/>
    </dgm:pt>
    <dgm:pt modelId="{065A6E25-40FD-49A2-9EFE-FC80A26B7245}" type="pres">
      <dgm:prSet presAssocID="{65010727-56B4-43F9-AE97-700E31FA9C3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72CA814-D9A2-4BD0-A1A9-5E2C85436C88}" type="pres">
      <dgm:prSet presAssocID="{98AAD05D-FD98-4DF9-B0D1-B5ACC4EF2638}" presName="spacer" presStyleCnt="0"/>
      <dgm:spPr/>
    </dgm:pt>
    <dgm:pt modelId="{D3384EC5-93CC-4D51-8861-5FC6F3744743}" type="pres">
      <dgm:prSet presAssocID="{E80202EC-2233-4B66-9399-AF03C0BF88B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B328213-9DB1-4551-864E-D4E16639503E}" type="presOf" srcId="{E80202EC-2233-4B66-9399-AF03C0BF88B1}" destId="{D3384EC5-93CC-4D51-8861-5FC6F3744743}" srcOrd="0" destOrd="0" presId="urn:microsoft.com/office/officeart/2005/8/layout/vList2"/>
    <dgm:cxn modelId="{19298B6F-4147-4DC1-B86C-925906FDAF9C}" type="presOf" srcId="{65010727-56B4-43F9-AE97-700E31FA9C32}" destId="{065A6E25-40FD-49A2-9EFE-FC80A26B7245}" srcOrd="0" destOrd="0" presId="urn:microsoft.com/office/officeart/2005/8/layout/vList2"/>
    <dgm:cxn modelId="{610C8C59-B3AA-474D-AC95-4344688D0C61}" type="presOf" srcId="{76FA3C77-1E91-422C-9417-D69AE8888E47}" destId="{49E6BFD6-7DC6-4606-9BB2-40C7D84252D4}" srcOrd="0" destOrd="0" presId="urn:microsoft.com/office/officeart/2005/8/layout/vList2"/>
    <dgm:cxn modelId="{A8099F8C-24FF-470C-A885-B0F6993478CC}" srcId="{FC1E507B-7DBE-4182-98CD-3027AFF2BAF1}" destId="{76FA3C77-1E91-422C-9417-D69AE8888E47}" srcOrd="0" destOrd="0" parTransId="{60E3DD21-C90F-43FF-B43F-109D06730F9E}" sibTransId="{7452F699-2FFF-4ABB-BCD0-6B4563D1AED0}"/>
    <dgm:cxn modelId="{7CB98C95-EE64-4828-B96E-C7B0B911CDFF}" type="presOf" srcId="{FC1E507B-7DBE-4182-98CD-3027AFF2BAF1}" destId="{CDE9F593-4C1E-4896-9068-A35CF63A2175}" srcOrd="0" destOrd="0" presId="urn:microsoft.com/office/officeart/2005/8/layout/vList2"/>
    <dgm:cxn modelId="{C39075A1-08D7-453B-A74F-375979BCC70F}" srcId="{FC1E507B-7DBE-4182-98CD-3027AFF2BAF1}" destId="{65010727-56B4-43F9-AE97-700E31FA9C32}" srcOrd="2" destOrd="0" parTransId="{10AF3C61-9FA5-4A0F-9C4F-1AE785EEBF29}" sibTransId="{98AAD05D-FD98-4DF9-B0D1-B5ACC4EF2638}"/>
    <dgm:cxn modelId="{562232AD-6638-430D-AB6D-D65A10676A16}" type="presOf" srcId="{5EC82D3B-531F-4B6A-95E6-609F8D520D09}" destId="{8FB551C7-5629-4CB6-AA9B-B130F905B213}" srcOrd="0" destOrd="0" presId="urn:microsoft.com/office/officeart/2005/8/layout/vList2"/>
    <dgm:cxn modelId="{904B0ABC-59E9-412D-9704-B35CEE1D0C3A}" srcId="{FC1E507B-7DBE-4182-98CD-3027AFF2BAF1}" destId="{E80202EC-2233-4B66-9399-AF03C0BF88B1}" srcOrd="3" destOrd="0" parTransId="{FD14BFE6-D369-4520-AA91-DED4A38D68F2}" sibTransId="{F1DC247F-0AF8-45A9-AF61-05F28077E2EC}"/>
    <dgm:cxn modelId="{B4E010F6-FC05-4F3B-88FD-CA28B18C6B95}" srcId="{FC1E507B-7DBE-4182-98CD-3027AFF2BAF1}" destId="{5EC82D3B-531F-4B6A-95E6-609F8D520D09}" srcOrd="1" destOrd="0" parTransId="{96AE4965-9BB9-4E1B-A2A1-B6D46F7A438D}" sibTransId="{DF9BAA26-32B0-4468-BE9F-C96BCEFE3CF5}"/>
    <dgm:cxn modelId="{AB1E8B3F-2644-437C-863B-DFC1F1AEE7D5}" type="presParOf" srcId="{CDE9F593-4C1E-4896-9068-A35CF63A2175}" destId="{49E6BFD6-7DC6-4606-9BB2-40C7D84252D4}" srcOrd="0" destOrd="0" presId="urn:microsoft.com/office/officeart/2005/8/layout/vList2"/>
    <dgm:cxn modelId="{C1521572-5FF1-4C06-A4AD-BE4583EC1592}" type="presParOf" srcId="{CDE9F593-4C1E-4896-9068-A35CF63A2175}" destId="{F986ECB8-244A-49EF-9EED-99F4FB7C3B35}" srcOrd="1" destOrd="0" presId="urn:microsoft.com/office/officeart/2005/8/layout/vList2"/>
    <dgm:cxn modelId="{4C64988A-72D1-400E-93A9-409BC613F98C}" type="presParOf" srcId="{CDE9F593-4C1E-4896-9068-A35CF63A2175}" destId="{8FB551C7-5629-4CB6-AA9B-B130F905B213}" srcOrd="2" destOrd="0" presId="urn:microsoft.com/office/officeart/2005/8/layout/vList2"/>
    <dgm:cxn modelId="{F1F9ADEC-6709-4CA7-B584-BDF1A22D967E}" type="presParOf" srcId="{CDE9F593-4C1E-4896-9068-A35CF63A2175}" destId="{E2E1D3A3-13C1-4DBE-B358-6A81ABD6CD03}" srcOrd="3" destOrd="0" presId="urn:microsoft.com/office/officeart/2005/8/layout/vList2"/>
    <dgm:cxn modelId="{7EC52F82-4341-4515-80D7-1471D4A51B0B}" type="presParOf" srcId="{CDE9F593-4C1E-4896-9068-A35CF63A2175}" destId="{065A6E25-40FD-49A2-9EFE-FC80A26B7245}" srcOrd="4" destOrd="0" presId="urn:microsoft.com/office/officeart/2005/8/layout/vList2"/>
    <dgm:cxn modelId="{1E81D8C7-A2E9-4A62-B1DF-7908B3DC7DA0}" type="presParOf" srcId="{CDE9F593-4C1E-4896-9068-A35CF63A2175}" destId="{072CA814-D9A2-4BD0-A1A9-5E2C85436C88}" srcOrd="5" destOrd="0" presId="urn:microsoft.com/office/officeart/2005/8/layout/vList2"/>
    <dgm:cxn modelId="{C5AE730C-D401-439C-B872-FD154CBEEE18}" type="presParOf" srcId="{CDE9F593-4C1E-4896-9068-A35CF63A2175}" destId="{D3384EC5-93CC-4D51-8861-5FC6F374474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432478-FD22-4396-9E2C-124F7CA47F1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B29DB01-43A2-4DA1-AB87-CA2E85FF2BBA}">
      <dgm:prSet/>
      <dgm:spPr/>
      <dgm:t>
        <a:bodyPr/>
        <a:lstStyle/>
        <a:p>
          <a:r>
            <a:rPr lang="hu-HU"/>
            <a:t>Elkerülhető a túlterheltség</a:t>
          </a:r>
          <a:endParaRPr lang="en-US"/>
        </a:p>
      </dgm:t>
    </dgm:pt>
    <dgm:pt modelId="{C263D84B-0569-478D-91CD-B6C4EE7A8DC5}" type="parTrans" cxnId="{62A12A0F-C63D-452C-868B-ADC4B0D9F512}">
      <dgm:prSet/>
      <dgm:spPr/>
      <dgm:t>
        <a:bodyPr/>
        <a:lstStyle/>
        <a:p>
          <a:endParaRPr lang="en-US"/>
        </a:p>
      </dgm:t>
    </dgm:pt>
    <dgm:pt modelId="{18EE787C-B723-4BEA-97F9-40964A8F5271}" type="sibTrans" cxnId="{62A12A0F-C63D-452C-868B-ADC4B0D9F512}">
      <dgm:prSet/>
      <dgm:spPr/>
      <dgm:t>
        <a:bodyPr/>
        <a:lstStyle/>
        <a:p>
          <a:endParaRPr lang="en-US"/>
        </a:p>
      </dgm:t>
    </dgm:pt>
    <dgm:pt modelId="{AB7B1336-0AEB-4177-9A3D-6E3427C87184}">
      <dgm:prSet/>
      <dgm:spPr/>
      <dgm:t>
        <a:bodyPr/>
        <a:lstStyle/>
        <a:p>
          <a:r>
            <a:rPr lang="hu-HU"/>
            <a:t>Csökken a stressz</a:t>
          </a:r>
          <a:endParaRPr lang="en-US"/>
        </a:p>
      </dgm:t>
    </dgm:pt>
    <dgm:pt modelId="{1D39AB2F-D5A5-431B-8AF4-5C4581C339AD}" type="parTrans" cxnId="{3B065626-7D33-490F-A448-09B754FF7249}">
      <dgm:prSet/>
      <dgm:spPr/>
      <dgm:t>
        <a:bodyPr/>
        <a:lstStyle/>
        <a:p>
          <a:endParaRPr lang="en-US"/>
        </a:p>
      </dgm:t>
    </dgm:pt>
    <dgm:pt modelId="{DE0D3A2F-84A8-445A-9096-A6A371D303F7}" type="sibTrans" cxnId="{3B065626-7D33-490F-A448-09B754FF7249}">
      <dgm:prSet/>
      <dgm:spPr/>
      <dgm:t>
        <a:bodyPr/>
        <a:lstStyle/>
        <a:p>
          <a:endParaRPr lang="en-US"/>
        </a:p>
      </dgm:t>
    </dgm:pt>
    <dgm:pt modelId="{B6345DBE-4E9C-4762-8B7A-4C26F85D005C}">
      <dgm:prSet/>
      <dgm:spPr/>
      <dgm:t>
        <a:bodyPr/>
        <a:lstStyle/>
        <a:p>
          <a:r>
            <a:rPr lang="hu-HU"/>
            <a:t>Jobban tarthatók a határidők</a:t>
          </a:r>
          <a:endParaRPr lang="en-US"/>
        </a:p>
      </dgm:t>
    </dgm:pt>
    <dgm:pt modelId="{DEBE1462-CDA1-4340-AE63-ED4EAE8584BD}" type="parTrans" cxnId="{307167FD-932D-49CB-8DB5-A167873BD873}">
      <dgm:prSet/>
      <dgm:spPr/>
      <dgm:t>
        <a:bodyPr/>
        <a:lstStyle/>
        <a:p>
          <a:endParaRPr lang="en-US"/>
        </a:p>
      </dgm:t>
    </dgm:pt>
    <dgm:pt modelId="{0F1544C0-E946-444F-9C6A-BA78EC3150B9}" type="sibTrans" cxnId="{307167FD-932D-49CB-8DB5-A167873BD873}">
      <dgm:prSet/>
      <dgm:spPr/>
      <dgm:t>
        <a:bodyPr/>
        <a:lstStyle/>
        <a:p>
          <a:endParaRPr lang="en-US"/>
        </a:p>
      </dgm:t>
    </dgm:pt>
    <dgm:pt modelId="{34666026-59B6-49FA-834C-95171EB195E1}">
      <dgm:prSet/>
      <dgm:spPr/>
      <dgm:t>
        <a:bodyPr/>
        <a:lstStyle/>
        <a:p>
          <a:r>
            <a:rPr lang="hu-HU"/>
            <a:t>Javul az időkihasználás</a:t>
          </a:r>
          <a:endParaRPr lang="en-US"/>
        </a:p>
      </dgm:t>
    </dgm:pt>
    <dgm:pt modelId="{A7693F6F-1173-4A21-A650-34026DFFD486}" type="parTrans" cxnId="{F811F480-143D-4C46-BFD1-C3F366F6C06F}">
      <dgm:prSet/>
      <dgm:spPr/>
      <dgm:t>
        <a:bodyPr/>
        <a:lstStyle/>
        <a:p>
          <a:endParaRPr lang="en-US"/>
        </a:p>
      </dgm:t>
    </dgm:pt>
    <dgm:pt modelId="{92B277C0-457A-4881-B8E5-D6DB0B35DF5A}" type="sibTrans" cxnId="{F811F480-143D-4C46-BFD1-C3F366F6C06F}">
      <dgm:prSet/>
      <dgm:spPr/>
      <dgm:t>
        <a:bodyPr/>
        <a:lstStyle/>
        <a:p>
          <a:endParaRPr lang="en-US"/>
        </a:p>
      </dgm:t>
    </dgm:pt>
    <dgm:pt modelId="{DBA506F9-C73A-4C89-901E-827A8E60EEF1}" type="pres">
      <dgm:prSet presAssocID="{F9432478-FD22-4396-9E2C-124F7CA47F1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87F6CA5-4936-43E0-9804-AC77B446ADB6}" type="pres">
      <dgm:prSet presAssocID="{BB29DB01-43A2-4DA1-AB87-CA2E85FF2BBA}" presName="hierRoot1" presStyleCnt="0"/>
      <dgm:spPr/>
    </dgm:pt>
    <dgm:pt modelId="{D55BB9CF-17B9-4972-923E-EDE2C5F2F877}" type="pres">
      <dgm:prSet presAssocID="{BB29DB01-43A2-4DA1-AB87-CA2E85FF2BBA}" presName="composite" presStyleCnt="0"/>
      <dgm:spPr/>
    </dgm:pt>
    <dgm:pt modelId="{730C60ED-F45E-4710-9FC3-2076733F3F95}" type="pres">
      <dgm:prSet presAssocID="{BB29DB01-43A2-4DA1-AB87-CA2E85FF2BBA}" presName="background" presStyleLbl="node0" presStyleIdx="0" presStyleCnt="4"/>
      <dgm:spPr/>
    </dgm:pt>
    <dgm:pt modelId="{0E71CE0C-6A98-488A-A9E8-259D228BB42D}" type="pres">
      <dgm:prSet presAssocID="{BB29DB01-43A2-4DA1-AB87-CA2E85FF2BBA}" presName="text" presStyleLbl="fgAcc0" presStyleIdx="0" presStyleCnt="4">
        <dgm:presLayoutVars>
          <dgm:chPref val="3"/>
        </dgm:presLayoutVars>
      </dgm:prSet>
      <dgm:spPr/>
    </dgm:pt>
    <dgm:pt modelId="{A4F08C89-7189-4805-9F6A-7578F558AC39}" type="pres">
      <dgm:prSet presAssocID="{BB29DB01-43A2-4DA1-AB87-CA2E85FF2BBA}" presName="hierChild2" presStyleCnt="0"/>
      <dgm:spPr/>
    </dgm:pt>
    <dgm:pt modelId="{3C23975E-F8F1-4349-9293-65AAD2FA720D}" type="pres">
      <dgm:prSet presAssocID="{AB7B1336-0AEB-4177-9A3D-6E3427C87184}" presName="hierRoot1" presStyleCnt="0"/>
      <dgm:spPr/>
    </dgm:pt>
    <dgm:pt modelId="{54D05CE2-4AC0-48C7-B16F-D0A2917FB00C}" type="pres">
      <dgm:prSet presAssocID="{AB7B1336-0AEB-4177-9A3D-6E3427C87184}" presName="composite" presStyleCnt="0"/>
      <dgm:spPr/>
    </dgm:pt>
    <dgm:pt modelId="{8E3EFE5E-B838-47E0-BEFA-0B62BACC1647}" type="pres">
      <dgm:prSet presAssocID="{AB7B1336-0AEB-4177-9A3D-6E3427C87184}" presName="background" presStyleLbl="node0" presStyleIdx="1" presStyleCnt="4"/>
      <dgm:spPr/>
    </dgm:pt>
    <dgm:pt modelId="{C648C25A-17BB-445C-BABC-1CDA45C6C782}" type="pres">
      <dgm:prSet presAssocID="{AB7B1336-0AEB-4177-9A3D-6E3427C87184}" presName="text" presStyleLbl="fgAcc0" presStyleIdx="1" presStyleCnt="4">
        <dgm:presLayoutVars>
          <dgm:chPref val="3"/>
        </dgm:presLayoutVars>
      </dgm:prSet>
      <dgm:spPr/>
    </dgm:pt>
    <dgm:pt modelId="{DB52CA22-F516-4AB6-8EE4-0E0531E75D94}" type="pres">
      <dgm:prSet presAssocID="{AB7B1336-0AEB-4177-9A3D-6E3427C87184}" presName="hierChild2" presStyleCnt="0"/>
      <dgm:spPr/>
    </dgm:pt>
    <dgm:pt modelId="{D9BA0DE2-FAFF-473D-B9AB-8598BB4B3808}" type="pres">
      <dgm:prSet presAssocID="{B6345DBE-4E9C-4762-8B7A-4C26F85D005C}" presName="hierRoot1" presStyleCnt="0"/>
      <dgm:spPr/>
    </dgm:pt>
    <dgm:pt modelId="{75267DE4-D530-4D58-8A46-5C57B67348B8}" type="pres">
      <dgm:prSet presAssocID="{B6345DBE-4E9C-4762-8B7A-4C26F85D005C}" presName="composite" presStyleCnt="0"/>
      <dgm:spPr/>
    </dgm:pt>
    <dgm:pt modelId="{B54B51A3-078B-4CC6-8E9F-1141DB874341}" type="pres">
      <dgm:prSet presAssocID="{B6345DBE-4E9C-4762-8B7A-4C26F85D005C}" presName="background" presStyleLbl="node0" presStyleIdx="2" presStyleCnt="4"/>
      <dgm:spPr/>
    </dgm:pt>
    <dgm:pt modelId="{0EE460F8-A3E5-49EB-914D-D7B45C1D17F4}" type="pres">
      <dgm:prSet presAssocID="{B6345DBE-4E9C-4762-8B7A-4C26F85D005C}" presName="text" presStyleLbl="fgAcc0" presStyleIdx="2" presStyleCnt="4">
        <dgm:presLayoutVars>
          <dgm:chPref val="3"/>
        </dgm:presLayoutVars>
      </dgm:prSet>
      <dgm:spPr/>
    </dgm:pt>
    <dgm:pt modelId="{90942AAD-2B46-437E-BE78-6B204E387E19}" type="pres">
      <dgm:prSet presAssocID="{B6345DBE-4E9C-4762-8B7A-4C26F85D005C}" presName="hierChild2" presStyleCnt="0"/>
      <dgm:spPr/>
    </dgm:pt>
    <dgm:pt modelId="{B8A4151C-D241-4ADA-912B-80CB7C84FCA8}" type="pres">
      <dgm:prSet presAssocID="{34666026-59B6-49FA-834C-95171EB195E1}" presName="hierRoot1" presStyleCnt="0"/>
      <dgm:spPr/>
    </dgm:pt>
    <dgm:pt modelId="{960FA60C-3B63-497E-9F4D-1DDC37E9151E}" type="pres">
      <dgm:prSet presAssocID="{34666026-59B6-49FA-834C-95171EB195E1}" presName="composite" presStyleCnt="0"/>
      <dgm:spPr/>
    </dgm:pt>
    <dgm:pt modelId="{BA94C407-65BA-4A28-A84E-205D6ED650AB}" type="pres">
      <dgm:prSet presAssocID="{34666026-59B6-49FA-834C-95171EB195E1}" presName="background" presStyleLbl="node0" presStyleIdx="3" presStyleCnt="4"/>
      <dgm:spPr/>
    </dgm:pt>
    <dgm:pt modelId="{D2D92000-9528-4535-BC2D-4422467ABA4E}" type="pres">
      <dgm:prSet presAssocID="{34666026-59B6-49FA-834C-95171EB195E1}" presName="text" presStyleLbl="fgAcc0" presStyleIdx="3" presStyleCnt="4">
        <dgm:presLayoutVars>
          <dgm:chPref val="3"/>
        </dgm:presLayoutVars>
      </dgm:prSet>
      <dgm:spPr/>
    </dgm:pt>
    <dgm:pt modelId="{99447F9B-B962-4B19-AE6C-CA4C8BAF196C}" type="pres">
      <dgm:prSet presAssocID="{34666026-59B6-49FA-834C-95171EB195E1}" presName="hierChild2" presStyleCnt="0"/>
      <dgm:spPr/>
    </dgm:pt>
  </dgm:ptLst>
  <dgm:cxnLst>
    <dgm:cxn modelId="{8CE47704-5D66-4B76-B9B4-6114D8934529}" type="presOf" srcId="{B6345DBE-4E9C-4762-8B7A-4C26F85D005C}" destId="{0EE460F8-A3E5-49EB-914D-D7B45C1D17F4}" srcOrd="0" destOrd="0" presId="urn:microsoft.com/office/officeart/2005/8/layout/hierarchy1"/>
    <dgm:cxn modelId="{62A12A0F-C63D-452C-868B-ADC4B0D9F512}" srcId="{F9432478-FD22-4396-9E2C-124F7CA47F1F}" destId="{BB29DB01-43A2-4DA1-AB87-CA2E85FF2BBA}" srcOrd="0" destOrd="0" parTransId="{C263D84B-0569-478D-91CD-B6C4EE7A8DC5}" sibTransId="{18EE787C-B723-4BEA-97F9-40964A8F5271}"/>
    <dgm:cxn modelId="{3B065626-7D33-490F-A448-09B754FF7249}" srcId="{F9432478-FD22-4396-9E2C-124F7CA47F1F}" destId="{AB7B1336-0AEB-4177-9A3D-6E3427C87184}" srcOrd="1" destOrd="0" parTransId="{1D39AB2F-D5A5-431B-8AF4-5C4581C339AD}" sibTransId="{DE0D3A2F-84A8-445A-9096-A6A371D303F7}"/>
    <dgm:cxn modelId="{4637F654-532F-4727-BE39-EE836BE439A7}" type="presOf" srcId="{F9432478-FD22-4396-9E2C-124F7CA47F1F}" destId="{DBA506F9-C73A-4C89-901E-827A8E60EEF1}" srcOrd="0" destOrd="0" presId="urn:microsoft.com/office/officeart/2005/8/layout/hierarchy1"/>
    <dgm:cxn modelId="{F811F480-143D-4C46-BFD1-C3F366F6C06F}" srcId="{F9432478-FD22-4396-9E2C-124F7CA47F1F}" destId="{34666026-59B6-49FA-834C-95171EB195E1}" srcOrd="3" destOrd="0" parTransId="{A7693F6F-1173-4A21-A650-34026DFFD486}" sibTransId="{92B277C0-457A-4881-B8E5-D6DB0B35DF5A}"/>
    <dgm:cxn modelId="{4EC0629A-8FB2-4C33-837D-E50B28F2BAD6}" type="presOf" srcId="{34666026-59B6-49FA-834C-95171EB195E1}" destId="{D2D92000-9528-4535-BC2D-4422467ABA4E}" srcOrd="0" destOrd="0" presId="urn:microsoft.com/office/officeart/2005/8/layout/hierarchy1"/>
    <dgm:cxn modelId="{28872BBA-9F31-4DA7-A643-76FAEF610F85}" type="presOf" srcId="{AB7B1336-0AEB-4177-9A3D-6E3427C87184}" destId="{C648C25A-17BB-445C-BABC-1CDA45C6C782}" srcOrd="0" destOrd="0" presId="urn:microsoft.com/office/officeart/2005/8/layout/hierarchy1"/>
    <dgm:cxn modelId="{D5F563BF-0764-4658-B0E0-FCA19E26E3E6}" type="presOf" srcId="{BB29DB01-43A2-4DA1-AB87-CA2E85FF2BBA}" destId="{0E71CE0C-6A98-488A-A9E8-259D228BB42D}" srcOrd="0" destOrd="0" presId="urn:microsoft.com/office/officeart/2005/8/layout/hierarchy1"/>
    <dgm:cxn modelId="{307167FD-932D-49CB-8DB5-A167873BD873}" srcId="{F9432478-FD22-4396-9E2C-124F7CA47F1F}" destId="{B6345DBE-4E9C-4762-8B7A-4C26F85D005C}" srcOrd="2" destOrd="0" parTransId="{DEBE1462-CDA1-4340-AE63-ED4EAE8584BD}" sibTransId="{0F1544C0-E946-444F-9C6A-BA78EC3150B9}"/>
    <dgm:cxn modelId="{CBF73037-00EB-4928-BD75-935C582467B8}" type="presParOf" srcId="{DBA506F9-C73A-4C89-901E-827A8E60EEF1}" destId="{987F6CA5-4936-43E0-9804-AC77B446ADB6}" srcOrd="0" destOrd="0" presId="urn:microsoft.com/office/officeart/2005/8/layout/hierarchy1"/>
    <dgm:cxn modelId="{040D6989-DBF1-47E7-BF5D-94FB6919547F}" type="presParOf" srcId="{987F6CA5-4936-43E0-9804-AC77B446ADB6}" destId="{D55BB9CF-17B9-4972-923E-EDE2C5F2F877}" srcOrd="0" destOrd="0" presId="urn:microsoft.com/office/officeart/2005/8/layout/hierarchy1"/>
    <dgm:cxn modelId="{D52C078D-2A3F-41DB-9CB4-410AEED6BA16}" type="presParOf" srcId="{D55BB9CF-17B9-4972-923E-EDE2C5F2F877}" destId="{730C60ED-F45E-4710-9FC3-2076733F3F95}" srcOrd="0" destOrd="0" presId="urn:microsoft.com/office/officeart/2005/8/layout/hierarchy1"/>
    <dgm:cxn modelId="{0C634B14-BBD2-413C-AB20-CE9BD1C74974}" type="presParOf" srcId="{D55BB9CF-17B9-4972-923E-EDE2C5F2F877}" destId="{0E71CE0C-6A98-488A-A9E8-259D228BB42D}" srcOrd="1" destOrd="0" presId="urn:microsoft.com/office/officeart/2005/8/layout/hierarchy1"/>
    <dgm:cxn modelId="{E3FEC284-1178-46F2-87E7-95C2AFD528CC}" type="presParOf" srcId="{987F6CA5-4936-43E0-9804-AC77B446ADB6}" destId="{A4F08C89-7189-4805-9F6A-7578F558AC39}" srcOrd="1" destOrd="0" presId="urn:microsoft.com/office/officeart/2005/8/layout/hierarchy1"/>
    <dgm:cxn modelId="{B2F2BF74-37EC-4293-B516-C8D5ACD9E6F9}" type="presParOf" srcId="{DBA506F9-C73A-4C89-901E-827A8E60EEF1}" destId="{3C23975E-F8F1-4349-9293-65AAD2FA720D}" srcOrd="1" destOrd="0" presId="urn:microsoft.com/office/officeart/2005/8/layout/hierarchy1"/>
    <dgm:cxn modelId="{B48BB568-1599-4338-A70D-1EEEB2A3E5AC}" type="presParOf" srcId="{3C23975E-F8F1-4349-9293-65AAD2FA720D}" destId="{54D05CE2-4AC0-48C7-B16F-D0A2917FB00C}" srcOrd="0" destOrd="0" presId="urn:microsoft.com/office/officeart/2005/8/layout/hierarchy1"/>
    <dgm:cxn modelId="{45F9ABCF-A7A6-44B6-9485-1BA542797885}" type="presParOf" srcId="{54D05CE2-4AC0-48C7-B16F-D0A2917FB00C}" destId="{8E3EFE5E-B838-47E0-BEFA-0B62BACC1647}" srcOrd="0" destOrd="0" presId="urn:microsoft.com/office/officeart/2005/8/layout/hierarchy1"/>
    <dgm:cxn modelId="{12675B52-65BE-4C4F-802F-A133A3C88421}" type="presParOf" srcId="{54D05CE2-4AC0-48C7-B16F-D0A2917FB00C}" destId="{C648C25A-17BB-445C-BABC-1CDA45C6C782}" srcOrd="1" destOrd="0" presId="urn:microsoft.com/office/officeart/2005/8/layout/hierarchy1"/>
    <dgm:cxn modelId="{25F0AF24-89CC-47B8-BD6F-F1924118803D}" type="presParOf" srcId="{3C23975E-F8F1-4349-9293-65AAD2FA720D}" destId="{DB52CA22-F516-4AB6-8EE4-0E0531E75D94}" srcOrd="1" destOrd="0" presId="urn:microsoft.com/office/officeart/2005/8/layout/hierarchy1"/>
    <dgm:cxn modelId="{BBA86498-8972-4C15-9C25-5A5FB4E6DFEE}" type="presParOf" srcId="{DBA506F9-C73A-4C89-901E-827A8E60EEF1}" destId="{D9BA0DE2-FAFF-473D-B9AB-8598BB4B3808}" srcOrd="2" destOrd="0" presId="urn:microsoft.com/office/officeart/2005/8/layout/hierarchy1"/>
    <dgm:cxn modelId="{0342E042-B853-4AB7-AEA2-376ADFB8CD36}" type="presParOf" srcId="{D9BA0DE2-FAFF-473D-B9AB-8598BB4B3808}" destId="{75267DE4-D530-4D58-8A46-5C57B67348B8}" srcOrd="0" destOrd="0" presId="urn:microsoft.com/office/officeart/2005/8/layout/hierarchy1"/>
    <dgm:cxn modelId="{B7A8632A-441B-44E6-B67A-16EBAE818ACB}" type="presParOf" srcId="{75267DE4-D530-4D58-8A46-5C57B67348B8}" destId="{B54B51A3-078B-4CC6-8E9F-1141DB874341}" srcOrd="0" destOrd="0" presId="urn:microsoft.com/office/officeart/2005/8/layout/hierarchy1"/>
    <dgm:cxn modelId="{C084D7F7-B7BE-46FC-84FD-69B72355B33E}" type="presParOf" srcId="{75267DE4-D530-4D58-8A46-5C57B67348B8}" destId="{0EE460F8-A3E5-49EB-914D-D7B45C1D17F4}" srcOrd="1" destOrd="0" presId="urn:microsoft.com/office/officeart/2005/8/layout/hierarchy1"/>
    <dgm:cxn modelId="{D9FD4717-E697-49B7-9955-B0FB1EE517D9}" type="presParOf" srcId="{D9BA0DE2-FAFF-473D-B9AB-8598BB4B3808}" destId="{90942AAD-2B46-437E-BE78-6B204E387E19}" srcOrd="1" destOrd="0" presId="urn:microsoft.com/office/officeart/2005/8/layout/hierarchy1"/>
    <dgm:cxn modelId="{946774D4-F220-4410-A7AD-4D73DD545148}" type="presParOf" srcId="{DBA506F9-C73A-4C89-901E-827A8E60EEF1}" destId="{B8A4151C-D241-4ADA-912B-80CB7C84FCA8}" srcOrd="3" destOrd="0" presId="urn:microsoft.com/office/officeart/2005/8/layout/hierarchy1"/>
    <dgm:cxn modelId="{D806E5EA-477A-45A1-B866-9659ADEF633F}" type="presParOf" srcId="{B8A4151C-D241-4ADA-912B-80CB7C84FCA8}" destId="{960FA60C-3B63-497E-9F4D-1DDC37E9151E}" srcOrd="0" destOrd="0" presId="urn:microsoft.com/office/officeart/2005/8/layout/hierarchy1"/>
    <dgm:cxn modelId="{3F87D6E4-B602-4566-B58B-335439611C93}" type="presParOf" srcId="{960FA60C-3B63-497E-9F4D-1DDC37E9151E}" destId="{BA94C407-65BA-4A28-A84E-205D6ED650AB}" srcOrd="0" destOrd="0" presId="urn:microsoft.com/office/officeart/2005/8/layout/hierarchy1"/>
    <dgm:cxn modelId="{110AAF53-D2D8-45C7-AE2B-DAF66A4F7114}" type="presParOf" srcId="{960FA60C-3B63-497E-9F4D-1DDC37E9151E}" destId="{D2D92000-9528-4535-BC2D-4422467ABA4E}" srcOrd="1" destOrd="0" presId="urn:microsoft.com/office/officeart/2005/8/layout/hierarchy1"/>
    <dgm:cxn modelId="{3B8F1099-2061-4076-9531-D55ED474993F}" type="presParOf" srcId="{B8A4151C-D241-4ADA-912B-80CB7C84FCA8}" destId="{99447F9B-B962-4B19-AE6C-CA4C8BAF196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F794E8-B053-4D14-9ACB-D7309A30DD4C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E9D8B85-7D6F-4C13-A3A5-3218B05F8891}">
      <dgm:prSet/>
      <dgm:spPr/>
      <dgm:t>
        <a:bodyPr/>
        <a:lstStyle/>
        <a:p>
          <a:r>
            <a:rPr lang="hu-HU"/>
            <a:t>Sürgős: közeli határidő</a:t>
          </a:r>
          <a:endParaRPr lang="en-US"/>
        </a:p>
      </dgm:t>
    </dgm:pt>
    <dgm:pt modelId="{48D3DAC3-BEE3-4BD0-96DD-06EE33AB8044}" type="parTrans" cxnId="{1AC9EB82-320E-495F-BEC3-D2112C45D1C2}">
      <dgm:prSet/>
      <dgm:spPr/>
      <dgm:t>
        <a:bodyPr/>
        <a:lstStyle/>
        <a:p>
          <a:endParaRPr lang="en-US"/>
        </a:p>
      </dgm:t>
    </dgm:pt>
    <dgm:pt modelId="{6722B516-9134-4A0B-8191-9444C7C996B3}" type="sibTrans" cxnId="{1AC9EB82-320E-495F-BEC3-D2112C45D1C2}">
      <dgm:prSet/>
      <dgm:spPr/>
      <dgm:t>
        <a:bodyPr/>
        <a:lstStyle/>
        <a:p>
          <a:endParaRPr lang="en-US"/>
        </a:p>
      </dgm:t>
    </dgm:pt>
    <dgm:pt modelId="{8427844C-18D5-43A2-BB43-987DF33A114D}">
      <dgm:prSet/>
      <dgm:spPr/>
      <dgm:t>
        <a:bodyPr/>
        <a:lstStyle/>
        <a:p>
          <a:r>
            <a:rPr lang="hu-HU"/>
            <a:t>Fontos: hosszú távú célhoz kötődik</a:t>
          </a:r>
          <a:endParaRPr lang="en-US"/>
        </a:p>
      </dgm:t>
    </dgm:pt>
    <dgm:pt modelId="{8CC09D9E-BE64-4EEC-A79A-AA64FEEB9DAA}" type="parTrans" cxnId="{850AA3A2-BA5E-40E0-A458-40DDFA230F70}">
      <dgm:prSet/>
      <dgm:spPr/>
      <dgm:t>
        <a:bodyPr/>
        <a:lstStyle/>
        <a:p>
          <a:endParaRPr lang="en-US"/>
        </a:p>
      </dgm:t>
    </dgm:pt>
    <dgm:pt modelId="{8ADC5552-91A2-40F2-B9F0-0685B54C3223}" type="sibTrans" cxnId="{850AA3A2-BA5E-40E0-A458-40DDFA230F70}">
      <dgm:prSet/>
      <dgm:spPr/>
      <dgm:t>
        <a:bodyPr/>
        <a:lstStyle/>
        <a:p>
          <a:endParaRPr lang="en-US"/>
        </a:p>
      </dgm:t>
    </dgm:pt>
    <dgm:pt modelId="{38988573-7825-4338-865A-3A3A9ADA3646}">
      <dgm:prSet/>
      <dgm:spPr/>
      <dgm:t>
        <a:bodyPr/>
        <a:lstStyle/>
        <a:p>
          <a:r>
            <a:rPr lang="hu-HU"/>
            <a:t>Nem minden sürgős feladat fontos</a:t>
          </a:r>
          <a:endParaRPr lang="en-US"/>
        </a:p>
      </dgm:t>
    </dgm:pt>
    <dgm:pt modelId="{BB80688D-6AD1-4034-B2D1-BC4E2F5FBC16}" type="parTrans" cxnId="{14395D38-0A4E-4714-889E-A27B092F5F53}">
      <dgm:prSet/>
      <dgm:spPr/>
      <dgm:t>
        <a:bodyPr/>
        <a:lstStyle/>
        <a:p>
          <a:endParaRPr lang="en-US"/>
        </a:p>
      </dgm:t>
    </dgm:pt>
    <dgm:pt modelId="{C46ECF57-24F1-4B76-8CBE-AC51493CA541}" type="sibTrans" cxnId="{14395D38-0A4E-4714-889E-A27B092F5F53}">
      <dgm:prSet/>
      <dgm:spPr/>
      <dgm:t>
        <a:bodyPr/>
        <a:lstStyle/>
        <a:p>
          <a:endParaRPr lang="en-US"/>
        </a:p>
      </dgm:t>
    </dgm:pt>
    <dgm:pt modelId="{8A18B5A0-63B5-47B0-BEB0-2A9600D19A2A}">
      <dgm:prSet/>
      <dgm:spPr/>
      <dgm:t>
        <a:bodyPr/>
        <a:lstStyle/>
        <a:p>
          <a:r>
            <a:rPr lang="hu-HU"/>
            <a:t>A fontos feladatokat előre kell tervezni</a:t>
          </a:r>
          <a:endParaRPr lang="en-US"/>
        </a:p>
      </dgm:t>
    </dgm:pt>
    <dgm:pt modelId="{3C79C357-A00E-4902-8D3B-12A774F25A32}" type="parTrans" cxnId="{79C8D8EA-8E0C-49B9-8B25-429F9BE9C3C5}">
      <dgm:prSet/>
      <dgm:spPr/>
      <dgm:t>
        <a:bodyPr/>
        <a:lstStyle/>
        <a:p>
          <a:endParaRPr lang="en-US"/>
        </a:p>
      </dgm:t>
    </dgm:pt>
    <dgm:pt modelId="{5BBB1924-C241-4E0D-9C01-C44ABAE3E724}" type="sibTrans" cxnId="{79C8D8EA-8E0C-49B9-8B25-429F9BE9C3C5}">
      <dgm:prSet/>
      <dgm:spPr/>
      <dgm:t>
        <a:bodyPr/>
        <a:lstStyle/>
        <a:p>
          <a:endParaRPr lang="en-US"/>
        </a:p>
      </dgm:t>
    </dgm:pt>
    <dgm:pt modelId="{20F883AB-4D2F-4688-89B4-9E5DA88CF38E}" type="pres">
      <dgm:prSet presAssocID="{4BF794E8-B053-4D14-9ACB-D7309A30DD4C}" presName="matrix" presStyleCnt="0">
        <dgm:presLayoutVars>
          <dgm:chMax val="1"/>
          <dgm:dir/>
          <dgm:resizeHandles val="exact"/>
        </dgm:presLayoutVars>
      </dgm:prSet>
      <dgm:spPr/>
    </dgm:pt>
    <dgm:pt modelId="{17D58190-9ADE-4A76-A8C9-0C648F88EACC}" type="pres">
      <dgm:prSet presAssocID="{4BF794E8-B053-4D14-9ACB-D7309A30DD4C}" presName="diamond" presStyleLbl="bgShp" presStyleIdx="0" presStyleCnt="1"/>
      <dgm:spPr/>
    </dgm:pt>
    <dgm:pt modelId="{B7E17715-2ECC-4F3D-B337-8E5A5A9A0917}" type="pres">
      <dgm:prSet presAssocID="{4BF794E8-B053-4D14-9ACB-D7309A30DD4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C60F710-319C-42FE-B5D2-092E6015982D}" type="pres">
      <dgm:prSet presAssocID="{4BF794E8-B053-4D14-9ACB-D7309A30DD4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B602EB3-C8BC-44E7-B9DE-8BDA12C830D1}" type="pres">
      <dgm:prSet presAssocID="{4BF794E8-B053-4D14-9ACB-D7309A30DD4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2D47648-3852-4A37-81F3-3071754515C6}" type="pres">
      <dgm:prSet presAssocID="{4BF794E8-B053-4D14-9ACB-D7309A30DD4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4395D38-0A4E-4714-889E-A27B092F5F53}" srcId="{4BF794E8-B053-4D14-9ACB-D7309A30DD4C}" destId="{38988573-7825-4338-865A-3A3A9ADA3646}" srcOrd="2" destOrd="0" parTransId="{BB80688D-6AD1-4034-B2D1-BC4E2F5FBC16}" sibTransId="{C46ECF57-24F1-4B76-8CBE-AC51493CA541}"/>
    <dgm:cxn modelId="{49645A4F-C8D2-45B4-A5E9-90B6BC23C432}" type="presOf" srcId="{4BF794E8-B053-4D14-9ACB-D7309A30DD4C}" destId="{20F883AB-4D2F-4688-89B4-9E5DA88CF38E}" srcOrd="0" destOrd="0" presId="urn:microsoft.com/office/officeart/2005/8/layout/matrix3"/>
    <dgm:cxn modelId="{44AA8650-E1D2-4197-8711-D10EA6E33A2F}" type="presOf" srcId="{EE9D8B85-7D6F-4C13-A3A5-3218B05F8891}" destId="{B7E17715-2ECC-4F3D-B337-8E5A5A9A0917}" srcOrd="0" destOrd="0" presId="urn:microsoft.com/office/officeart/2005/8/layout/matrix3"/>
    <dgm:cxn modelId="{A085CB77-BFC7-44D6-AFF5-BAECFAE5DE32}" type="presOf" srcId="{8A18B5A0-63B5-47B0-BEB0-2A9600D19A2A}" destId="{A2D47648-3852-4A37-81F3-3071754515C6}" srcOrd="0" destOrd="0" presId="urn:microsoft.com/office/officeart/2005/8/layout/matrix3"/>
    <dgm:cxn modelId="{1AC9EB82-320E-495F-BEC3-D2112C45D1C2}" srcId="{4BF794E8-B053-4D14-9ACB-D7309A30DD4C}" destId="{EE9D8B85-7D6F-4C13-A3A5-3218B05F8891}" srcOrd="0" destOrd="0" parTransId="{48D3DAC3-BEE3-4BD0-96DD-06EE33AB8044}" sibTransId="{6722B516-9134-4A0B-8191-9444C7C996B3}"/>
    <dgm:cxn modelId="{850AA3A2-BA5E-40E0-A458-40DDFA230F70}" srcId="{4BF794E8-B053-4D14-9ACB-D7309A30DD4C}" destId="{8427844C-18D5-43A2-BB43-987DF33A114D}" srcOrd="1" destOrd="0" parTransId="{8CC09D9E-BE64-4EEC-A79A-AA64FEEB9DAA}" sibTransId="{8ADC5552-91A2-40F2-B9F0-0685B54C3223}"/>
    <dgm:cxn modelId="{B6A043AF-0049-4F8B-98A5-E3ECF11E6EE8}" type="presOf" srcId="{38988573-7825-4338-865A-3A3A9ADA3646}" destId="{9B602EB3-C8BC-44E7-B9DE-8BDA12C830D1}" srcOrd="0" destOrd="0" presId="urn:microsoft.com/office/officeart/2005/8/layout/matrix3"/>
    <dgm:cxn modelId="{93EA01CF-3258-4E21-A522-B9BC359313A8}" type="presOf" srcId="{8427844C-18D5-43A2-BB43-987DF33A114D}" destId="{BC60F710-319C-42FE-B5D2-092E6015982D}" srcOrd="0" destOrd="0" presId="urn:microsoft.com/office/officeart/2005/8/layout/matrix3"/>
    <dgm:cxn modelId="{79C8D8EA-8E0C-49B9-8B25-429F9BE9C3C5}" srcId="{4BF794E8-B053-4D14-9ACB-D7309A30DD4C}" destId="{8A18B5A0-63B5-47B0-BEB0-2A9600D19A2A}" srcOrd="3" destOrd="0" parTransId="{3C79C357-A00E-4902-8D3B-12A774F25A32}" sibTransId="{5BBB1924-C241-4E0D-9C01-C44ABAE3E724}"/>
    <dgm:cxn modelId="{C50BC388-890F-45CE-8EAB-04CD6CF54671}" type="presParOf" srcId="{20F883AB-4D2F-4688-89B4-9E5DA88CF38E}" destId="{17D58190-9ADE-4A76-A8C9-0C648F88EACC}" srcOrd="0" destOrd="0" presId="urn:microsoft.com/office/officeart/2005/8/layout/matrix3"/>
    <dgm:cxn modelId="{0DD1811B-4A59-4E4D-B2BB-5851C9F31975}" type="presParOf" srcId="{20F883AB-4D2F-4688-89B4-9E5DA88CF38E}" destId="{B7E17715-2ECC-4F3D-B337-8E5A5A9A0917}" srcOrd="1" destOrd="0" presId="urn:microsoft.com/office/officeart/2005/8/layout/matrix3"/>
    <dgm:cxn modelId="{239BEA33-D41F-488F-94C2-80EB7059998B}" type="presParOf" srcId="{20F883AB-4D2F-4688-89B4-9E5DA88CF38E}" destId="{BC60F710-319C-42FE-B5D2-092E6015982D}" srcOrd="2" destOrd="0" presId="urn:microsoft.com/office/officeart/2005/8/layout/matrix3"/>
    <dgm:cxn modelId="{154ED11E-6103-42D5-828E-F89A444A8B35}" type="presParOf" srcId="{20F883AB-4D2F-4688-89B4-9E5DA88CF38E}" destId="{9B602EB3-C8BC-44E7-B9DE-8BDA12C830D1}" srcOrd="3" destOrd="0" presId="urn:microsoft.com/office/officeart/2005/8/layout/matrix3"/>
    <dgm:cxn modelId="{D39DC177-B3F8-494E-A0F4-6624150CB040}" type="presParOf" srcId="{20F883AB-4D2F-4688-89B4-9E5DA88CF38E}" destId="{A2D47648-3852-4A37-81F3-3071754515C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EFBF7E7-BF49-4C44-9653-3150CEFD3D3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A6DDD82-336D-4697-AD71-D72470C388FA}">
      <dgm:prSet/>
      <dgm:spPr/>
      <dgm:t>
        <a:bodyPr/>
        <a:lstStyle/>
        <a:p>
          <a:r>
            <a:rPr lang="hu-HU"/>
            <a:t>Teendők listázása</a:t>
          </a:r>
          <a:endParaRPr lang="en-US"/>
        </a:p>
      </dgm:t>
    </dgm:pt>
    <dgm:pt modelId="{922AACE4-33A5-4CE6-A0BF-309AA23FF679}" type="parTrans" cxnId="{B8AAEC2E-6997-4EE7-AB03-51E2F54BC9CC}">
      <dgm:prSet/>
      <dgm:spPr/>
      <dgm:t>
        <a:bodyPr/>
        <a:lstStyle/>
        <a:p>
          <a:endParaRPr lang="en-US"/>
        </a:p>
      </dgm:t>
    </dgm:pt>
    <dgm:pt modelId="{9D0B11A0-6992-42ED-A9B5-D6F115A6F847}" type="sibTrans" cxnId="{B8AAEC2E-6997-4EE7-AB03-51E2F54BC9CC}">
      <dgm:prSet/>
      <dgm:spPr/>
      <dgm:t>
        <a:bodyPr/>
        <a:lstStyle/>
        <a:p>
          <a:endParaRPr lang="en-US"/>
        </a:p>
      </dgm:t>
    </dgm:pt>
    <dgm:pt modelId="{876AAD65-FAD5-4FA8-955E-6ED9E23683C3}">
      <dgm:prSet/>
      <dgm:spPr/>
      <dgm:t>
        <a:bodyPr/>
        <a:lstStyle/>
        <a:p>
          <a:r>
            <a:rPr lang="hu-HU"/>
            <a:t>Feladatok rangsorolása</a:t>
          </a:r>
          <a:endParaRPr lang="en-US"/>
        </a:p>
      </dgm:t>
    </dgm:pt>
    <dgm:pt modelId="{D6BDF59A-6AC3-42EF-9467-713621042423}" type="parTrans" cxnId="{89CE59CA-A085-4FE1-9FC4-E79ECD97890E}">
      <dgm:prSet/>
      <dgm:spPr/>
      <dgm:t>
        <a:bodyPr/>
        <a:lstStyle/>
        <a:p>
          <a:endParaRPr lang="en-US"/>
        </a:p>
      </dgm:t>
    </dgm:pt>
    <dgm:pt modelId="{85A17027-393E-465C-B5CC-BF7D1E7089F0}" type="sibTrans" cxnId="{89CE59CA-A085-4FE1-9FC4-E79ECD97890E}">
      <dgm:prSet/>
      <dgm:spPr/>
      <dgm:t>
        <a:bodyPr/>
        <a:lstStyle/>
        <a:p>
          <a:endParaRPr lang="en-US"/>
        </a:p>
      </dgm:t>
    </dgm:pt>
    <dgm:pt modelId="{6C4915F7-0BEB-4C80-9B84-B6687AED31C7}">
      <dgm:prSet/>
      <dgm:spPr/>
      <dgm:t>
        <a:bodyPr/>
        <a:lstStyle/>
        <a:p>
          <a:r>
            <a:rPr lang="hu-HU"/>
            <a:t>Nagy feladatok kisebb részekre bontása</a:t>
          </a:r>
          <a:endParaRPr lang="en-US"/>
        </a:p>
      </dgm:t>
    </dgm:pt>
    <dgm:pt modelId="{928F430F-C9FF-474F-80C5-B6E1F8897344}" type="parTrans" cxnId="{3AB36E53-085C-4BE0-AEFA-B798EFEF2B33}">
      <dgm:prSet/>
      <dgm:spPr/>
      <dgm:t>
        <a:bodyPr/>
        <a:lstStyle/>
        <a:p>
          <a:endParaRPr lang="en-US"/>
        </a:p>
      </dgm:t>
    </dgm:pt>
    <dgm:pt modelId="{533894F3-D190-465C-BD9B-88AA7665E6D9}" type="sibTrans" cxnId="{3AB36E53-085C-4BE0-AEFA-B798EFEF2B33}">
      <dgm:prSet/>
      <dgm:spPr/>
      <dgm:t>
        <a:bodyPr/>
        <a:lstStyle/>
        <a:p>
          <a:endParaRPr lang="en-US"/>
        </a:p>
      </dgm:t>
    </dgm:pt>
    <dgm:pt modelId="{3FB3851F-B1B5-411A-9179-3C64F8AFC255}">
      <dgm:prSet/>
      <dgm:spPr/>
      <dgm:t>
        <a:bodyPr/>
        <a:lstStyle/>
        <a:p>
          <a:r>
            <a:rPr lang="hu-HU"/>
            <a:t>Reális időkeretek meghatározása</a:t>
          </a:r>
          <a:endParaRPr lang="en-US"/>
        </a:p>
      </dgm:t>
    </dgm:pt>
    <dgm:pt modelId="{1095B5DF-D868-4B4E-911E-95A3237B1E36}" type="parTrans" cxnId="{7482F222-705E-46EB-BA3C-8B7AD5D9D9F7}">
      <dgm:prSet/>
      <dgm:spPr/>
      <dgm:t>
        <a:bodyPr/>
        <a:lstStyle/>
        <a:p>
          <a:endParaRPr lang="en-US"/>
        </a:p>
      </dgm:t>
    </dgm:pt>
    <dgm:pt modelId="{209F1211-26DD-43AD-A76B-4E6151D69E78}" type="sibTrans" cxnId="{7482F222-705E-46EB-BA3C-8B7AD5D9D9F7}">
      <dgm:prSet/>
      <dgm:spPr/>
      <dgm:t>
        <a:bodyPr/>
        <a:lstStyle/>
        <a:p>
          <a:endParaRPr lang="en-US"/>
        </a:p>
      </dgm:t>
    </dgm:pt>
    <dgm:pt modelId="{19268873-0BB3-4859-94EA-0533A96ADACB}" type="pres">
      <dgm:prSet presAssocID="{8EFBF7E7-BF49-4C44-9653-3150CEFD3D3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DD9FF57-D88D-4462-8B7D-46ED734B297C}" type="pres">
      <dgm:prSet presAssocID="{BA6DDD82-336D-4697-AD71-D72470C388FA}" presName="hierRoot1" presStyleCnt="0"/>
      <dgm:spPr/>
    </dgm:pt>
    <dgm:pt modelId="{11921DA4-D786-4012-9423-9EA227A0F15A}" type="pres">
      <dgm:prSet presAssocID="{BA6DDD82-336D-4697-AD71-D72470C388FA}" presName="composite" presStyleCnt="0"/>
      <dgm:spPr/>
    </dgm:pt>
    <dgm:pt modelId="{A1DEBB17-44F5-4A36-8631-365076C91145}" type="pres">
      <dgm:prSet presAssocID="{BA6DDD82-336D-4697-AD71-D72470C388FA}" presName="background" presStyleLbl="node0" presStyleIdx="0" presStyleCnt="4"/>
      <dgm:spPr/>
    </dgm:pt>
    <dgm:pt modelId="{AB82BDC3-7DF4-4CB8-B8B8-2A221CFEF371}" type="pres">
      <dgm:prSet presAssocID="{BA6DDD82-336D-4697-AD71-D72470C388FA}" presName="text" presStyleLbl="fgAcc0" presStyleIdx="0" presStyleCnt="4">
        <dgm:presLayoutVars>
          <dgm:chPref val="3"/>
        </dgm:presLayoutVars>
      </dgm:prSet>
      <dgm:spPr/>
    </dgm:pt>
    <dgm:pt modelId="{26AE5D75-2F35-42B9-B32D-02E2F8C4837C}" type="pres">
      <dgm:prSet presAssocID="{BA6DDD82-336D-4697-AD71-D72470C388FA}" presName="hierChild2" presStyleCnt="0"/>
      <dgm:spPr/>
    </dgm:pt>
    <dgm:pt modelId="{8F1B47D0-546E-45AB-9E1D-3575C42C1798}" type="pres">
      <dgm:prSet presAssocID="{876AAD65-FAD5-4FA8-955E-6ED9E23683C3}" presName="hierRoot1" presStyleCnt="0"/>
      <dgm:spPr/>
    </dgm:pt>
    <dgm:pt modelId="{7AE58280-8CC4-4D31-9144-6328A08806EC}" type="pres">
      <dgm:prSet presAssocID="{876AAD65-FAD5-4FA8-955E-6ED9E23683C3}" presName="composite" presStyleCnt="0"/>
      <dgm:spPr/>
    </dgm:pt>
    <dgm:pt modelId="{7767DE22-4ED7-4688-8883-EE9CF9CD8DEA}" type="pres">
      <dgm:prSet presAssocID="{876AAD65-FAD5-4FA8-955E-6ED9E23683C3}" presName="background" presStyleLbl="node0" presStyleIdx="1" presStyleCnt="4"/>
      <dgm:spPr/>
    </dgm:pt>
    <dgm:pt modelId="{F173E6CE-D33F-480E-B955-F90C573332BC}" type="pres">
      <dgm:prSet presAssocID="{876AAD65-FAD5-4FA8-955E-6ED9E23683C3}" presName="text" presStyleLbl="fgAcc0" presStyleIdx="1" presStyleCnt="4">
        <dgm:presLayoutVars>
          <dgm:chPref val="3"/>
        </dgm:presLayoutVars>
      </dgm:prSet>
      <dgm:spPr/>
    </dgm:pt>
    <dgm:pt modelId="{8057D59D-2CBD-4359-90ED-65D1E7948670}" type="pres">
      <dgm:prSet presAssocID="{876AAD65-FAD5-4FA8-955E-6ED9E23683C3}" presName="hierChild2" presStyleCnt="0"/>
      <dgm:spPr/>
    </dgm:pt>
    <dgm:pt modelId="{8A64BF08-4336-44F5-8B80-DF906C7410AE}" type="pres">
      <dgm:prSet presAssocID="{6C4915F7-0BEB-4C80-9B84-B6687AED31C7}" presName="hierRoot1" presStyleCnt="0"/>
      <dgm:spPr/>
    </dgm:pt>
    <dgm:pt modelId="{66325F76-2225-4CE2-9CF3-3B8F6D09D187}" type="pres">
      <dgm:prSet presAssocID="{6C4915F7-0BEB-4C80-9B84-B6687AED31C7}" presName="composite" presStyleCnt="0"/>
      <dgm:spPr/>
    </dgm:pt>
    <dgm:pt modelId="{1ADC0850-E1FF-4F16-8742-67A16DFFC2D9}" type="pres">
      <dgm:prSet presAssocID="{6C4915F7-0BEB-4C80-9B84-B6687AED31C7}" presName="background" presStyleLbl="node0" presStyleIdx="2" presStyleCnt="4"/>
      <dgm:spPr/>
    </dgm:pt>
    <dgm:pt modelId="{DDFE36D4-F58A-413F-AC20-E56B89EC730C}" type="pres">
      <dgm:prSet presAssocID="{6C4915F7-0BEB-4C80-9B84-B6687AED31C7}" presName="text" presStyleLbl="fgAcc0" presStyleIdx="2" presStyleCnt="4">
        <dgm:presLayoutVars>
          <dgm:chPref val="3"/>
        </dgm:presLayoutVars>
      </dgm:prSet>
      <dgm:spPr/>
    </dgm:pt>
    <dgm:pt modelId="{7FAF9268-FDD2-4C14-8D2E-14812998D185}" type="pres">
      <dgm:prSet presAssocID="{6C4915F7-0BEB-4C80-9B84-B6687AED31C7}" presName="hierChild2" presStyleCnt="0"/>
      <dgm:spPr/>
    </dgm:pt>
    <dgm:pt modelId="{15ABE4E7-403F-44F5-8CD3-20959272EB87}" type="pres">
      <dgm:prSet presAssocID="{3FB3851F-B1B5-411A-9179-3C64F8AFC255}" presName="hierRoot1" presStyleCnt="0"/>
      <dgm:spPr/>
    </dgm:pt>
    <dgm:pt modelId="{454CB2E6-333E-4CBA-80FC-E46D598529D0}" type="pres">
      <dgm:prSet presAssocID="{3FB3851F-B1B5-411A-9179-3C64F8AFC255}" presName="composite" presStyleCnt="0"/>
      <dgm:spPr/>
    </dgm:pt>
    <dgm:pt modelId="{4BE6F3A4-9873-435D-9E5B-24F8DD3010C1}" type="pres">
      <dgm:prSet presAssocID="{3FB3851F-B1B5-411A-9179-3C64F8AFC255}" presName="background" presStyleLbl="node0" presStyleIdx="3" presStyleCnt="4"/>
      <dgm:spPr/>
    </dgm:pt>
    <dgm:pt modelId="{C8BC83D0-3D5D-409D-B0DD-EB95E4C2BB27}" type="pres">
      <dgm:prSet presAssocID="{3FB3851F-B1B5-411A-9179-3C64F8AFC255}" presName="text" presStyleLbl="fgAcc0" presStyleIdx="3" presStyleCnt="4">
        <dgm:presLayoutVars>
          <dgm:chPref val="3"/>
        </dgm:presLayoutVars>
      </dgm:prSet>
      <dgm:spPr/>
    </dgm:pt>
    <dgm:pt modelId="{2CB62342-3208-4F0D-909E-86188F3C8BEA}" type="pres">
      <dgm:prSet presAssocID="{3FB3851F-B1B5-411A-9179-3C64F8AFC255}" presName="hierChild2" presStyleCnt="0"/>
      <dgm:spPr/>
    </dgm:pt>
  </dgm:ptLst>
  <dgm:cxnLst>
    <dgm:cxn modelId="{7482F222-705E-46EB-BA3C-8B7AD5D9D9F7}" srcId="{8EFBF7E7-BF49-4C44-9653-3150CEFD3D3C}" destId="{3FB3851F-B1B5-411A-9179-3C64F8AFC255}" srcOrd="3" destOrd="0" parTransId="{1095B5DF-D868-4B4E-911E-95A3237B1E36}" sibTransId="{209F1211-26DD-43AD-A76B-4E6151D69E78}"/>
    <dgm:cxn modelId="{B8AAEC2E-6997-4EE7-AB03-51E2F54BC9CC}" srcId="{8EFBF7E7-BF49-4C44-9653-3150CEFD3D3C}" destId="{BA6DDD82-336D-4697-AD71-D72470C388FA}" srcOrd="0" destOrd="0" parTransId="{922AACE4-33A5-4CE6-A0BF-309AA23FF679}" sibTransId="{9D0B11A0-6992-42ED-A9B5-D6F115A6F847}"/>
    <dgm:cxn modelId="{A19F345B-0C95-484C-8D73-1B1C0E69E760}" type="presOf" srcId="{8EFBF7E7-BF49-4C44-9653-3150CEFD3D3C}" destId="{19268873-0BB3-4859-94EA-0533A96ADACB}" srcOrd="0" destOrd="0" presId="urn:microsoft.com/office/officeart/2005/8/layout/hierarchy1"/>
    <dgm:cxn modelId="{2007C06A-B918-4684-84AB-E944D9783AC4}" type="presOf" srcId="{876AAD65-FAD5-4FA8-955E-6ED9E23683C3}" destId="{F173E6CE-D33F-480E-B955-F90C573332BC}" srcOrd="0" destOrd="0" presId="urn:microsoft.com/office/officeart/2005/8/layout/hierarchy1"/>
    <dgm:cxn modelId="{3AB36E53-085C-4BE0-AEFA-B798EFEF2B33}" srcId="{8EFBF7E7-BF49-4C44-9653-3150CEFD3D3C}" destId="{6C4915F7-0BEB-4C80-9B84-B6687AED31C7}" srcOrd="2" destOrd="0" parTransId="{928F430F-C9FF-474F-80C5-B6E1F8897344}" sibTransId="{533894F3-D190-465C-BD9B-88AA7665E6D9}"/>
    <dgm:cxn modelId="{C3A49D9E-0A3D-4095-BEBA-57A03A30FA64}" type="presOf" srcId="{6C4915F7-0BEB-4C80-9B84-B6687AED31C7}" destId="{DDFE36D4-F58A-413F-AC20-E56B89EC730C}" srcOrd="0" destOrd="0" presId="urn:microsoft.com/office/officeart/2005/8/layout/hierarchy1"/>
    <dgm:cxn modelId="{89CE59CA-A085-4FE1-9FC4-E79ECD97890E}" srcId="{8EFBF7E7-BF49-4C44-9653-3150CEFD3D3C}" destId="{876AAD65-FAD5-4FA8-955E-6ED9E23683C3}" srcOrd="1" destOrd="0" parTransId="{D6BDF59A-6AC3-42EF-9467-713621042423}" sibTransId="{85A17027-393E-465C-B5CC-BF7D1E7089F0}"/>
    <dgm:cxn modelId="{F08654D8-5353-4850-90BE-A86FC65F658B}" type="presOf" srcId="{BA6DDD82-336D-4697-AD71-D72470C388FA}" destId="{AB82BDC3-7DF4-4CB8-B8B8-2A221CFEF371}" srcOrd="0" destOrd="0" presId="urn:microsoft.com/office/officeart/2005/8/layout/hierarchy1"/>
    <dgm:cxn modelId="{E2D425E1-6D8E-4921-B7FF-5C058D6C21D0}" type="presOf" srcId="{3FB3851F-B1B5-411A-9179-3C64F8AFC255}" destId="{C8BC83D0-3D5D-409D-B0DD-EB95E4C2BB27}" srcOrd="0" destOrd="0" presId="urn:microsoft.com/office/officeart/2005/8/layout/hierarchy1"/>
    <dgm:cxn modelId="{2ADDA866-6C79-4EA0-8489-FCB64D7F8F35}" type="presParOf" srcId="{19268873-0BB3-4859-94EA-0533A96ADACB}" destId="{EDD9FF57-D88D-4462-8B7D-46ED734B297C}" srcOrd="0" destOrd="0" presId="urn:microsoft.com/office/officeart/2005/8/layout/hierarchy1"/>
    <dgm:cxn modelId="{6E7EE8E2-FC6D-49F4-9D16-ED91A649BE2D}" type="presParOf" srcId="{EDD9FF57-D88D-4462-8B7D-46ED734B297C}" destId="{11921DA4-D786-4012-9423-9EA227A0F15A}" srcOrd="0" destOrd="0" presId="urn:microsoft.com/office/officeart/2005/8/layout/hierarchy1"/>
    <dgm:cxn modelId="{1C328ED4-3863-403B-9BF9-10222C26967B}" type="presParOf" srcId="{11921DA4-D786-4012-9423-9EA227A0F15A}" destId="{A1DEBB17-44F5-4A36-8631-365076C91145}" srcOrd="0" destOrd="0" presId="urn:microsoft.com/office/officeart/2005/8/layout/hierarchy1"/>
    <dgm:cxn modelId="{12296A04-B9A3-454A-B8B3-8C5B95DFF482}" type="presParOf" srcId="{11921DA4-D786-4012-9423-9EA227A0F15A}" destId="{AB82BDC3-7DF4-4CB8-B8B8-2A221CFEF371}" srcOrd="1" destOrd="0" presId="urn:microsoft.com/office/officeart/2005/8/layout/hierarchy1"/>
    <dgm:cxn modelId="{A50BA3E6-7C03-4AEF-97A8-3B9B51EE3FAD}" type="presParOf" srcId="{EDD9FF57-D88D-4462-8B7D-46ED734B297C}" destId="{26AE5D75-2F35-42B9-B32D-02E2F8C4837C}" srcOrd="1" destOrd="0" presId="urn:microsoft.com/office/officeart/2005/8/layout/hierarchy1"/>
    <dgm:cxn modelId="{BE7198C6-CF80-49AA-A0BD-01B94FD4ABA0}" type="presParOf" srcId="{19268873-0BB3-4859-94EA-0533A96ADACB}" destId="{8F1B47D0-546E-45AB-9E1D-3575C42C1798}" srcOrd="1" destOrd="0" presId="urn:microsoft.com/office/officeart/2005/8/layout/hierarchy1"/>
    <dgm:cxn modelId="{23B72C18-C118-4876-84BB-E69D0947B585}" type="presParOf" srcId="{8F1B47D0-546E-45AB-9E1D-3575C42C1798}" destId="{7AE58280-8CC4-4D31-9144-6328A08806EC}" srcOrd="0" destOrd="0" presId="urn:microsoft.com/office/officeart/2005/8/layout/hierarchy1"/>
    <dgm:cxn modelId="{9A1A22EB-24D0-421F-8D68-886FCD848E3E}" type="presParOf" srcId="{7AE58280-8CC4-4D31-9144-6328A08806EC}" destId="{7767DE22-4ED7-4688-8883-EE9CF9CD8DEA}" srcOrd="0" destOrd="0" presId="urn:microsoft.com/office/officeart/2005/8/layout/hierarchy1"/>
    <dgm:cxn modelId="{E8741C41-019D-4C37-AEC5-A6FF973D7A59}" type="presParOf" srcId="{7AE58280-8CC4-4D31-9144-6328A08806EC}" destId="{F173E6CE-D33F-480E-B955-F90C573332BC}" srcOrd="1" destOrd="0" presId="urn:microsoft.com/office/officeart/2005/8/layout/hierarchy1"/>
    <dgm:cxn modelId="{16EE09D4-DD7A-4FB8-817E-F58041EB31A1}" type="presParOf" srcId="{8F1B47D0-546E-45AB-9E1D-3575C42C1798}" destId="{8057D59D-2CBD-4359-90ED-65D1E7948670}" srcOrd="1" destOrd="0" presId="urn:microsoft.com/office/officeart/2005/8/layout/hierarchy1"/>
    <dgm:cxn modelId="{97665CFE-D082-4835-BCD4-69AEAE1177B9}" type="presParOf" srcId="{19268873-0BB3-4859-94EA-0533A96ADACB}" destId="{8A64BF08-4336-44F5-8B80-DF906C7410AE}" srcOrd="2" destOrd="0" presId="urn:microsoft.com/office/officeart/2005/8/layout/hierarchy1"/>
    <dgm:cxn modelId="{23793B0F-FDA4-4D42-8E91-D2E5B25C6B6D}" type="presParOf" srcId="{8A64BF08-4336-44F5-8B80-DF906C7410AE}" destId="{66325F76-2225-4CE2-9CF3-3B8F6D09D187}" srcOrd="0" destOrd="0" presId="urn:microsoft.com/office/officeart/2005/8/layout/hierarchy1"/>
    <dgm:cxn modelId="{7E544ADA-ACE0-435E-A2F5-344A83266909}" type="presParOf" srcId="{66325F76-2225-4CE2-9CF3-3B8F6D09D187}" destId="{1ADC0850-E1FF-4F16-8742-67A16DFFC2D9}" srcOrd="0" destOrd="0" presId="urn:microsoft.com/office/officeart/2005/8/layout/hierarchy1"/>
    <dgm:cxn modelId="{A540A892-A598-4D30-BEA5-C651B755B050}" type="presParOf" srcId="{66325F76-2225-4CE2-9CF3-3B8F6D09D187}" destId="{DDFE36D4-F58A-413F-AC20-E56B89EC730C}" srcOrd="1" destOrd="0" presId="urn:microsoft.com/office/officeart/2005/8/layout/hierarchy1"/>
    <dgm:cxn modelId="{C196FDAF-B2D1-42A8-AE8F-D1CADBE1205F}" type="presParOf" srcId="{8A64BF08-4336-44F5-8B80-DF906C7410AE}" destId="{7FAF9268-FDD2-4C14-8D2E-14812998D185}" srcOrd="1" destOrd="0" presId="urn:microsoft.com/office/officeart/2005/8/layout/hierarchy1"/>
    <dgm:cxn modelId="{A5BDF139-6365-4661-A62D-6CAF3911A6DE}" type="presParOf" srcId="{19268873-0BB3-4859-94EA-0533A96ADACB}" destId="{15ABE4E7-403F-44F5-8CD3-20959272EB87}" srcOrd="3" destOrd="0" presId="urn:microsoft.com/office/officeart/2005/8/layout/hierarchy1"/>
    <dgm:cxn modelId="{2368809A-AA16-45E4-BF7B-CD2783DB3C41}" type="presParOf" srcId="{15ABE4E7-403F-44F5-8CD3-20959272EB87}" destId="{454CB2E6-333E-4CBA-80FC-E46D598529D0}" srcOrd="0" destOrd="0" presId="urn:microsoft.com/office/officeart/2005/8/layout/hierarchy1"/>
    <dgm:cxn modelId="{E5516A08-DF94-43FE-BAE7-BCEBBC293862}" type="presParOf" srcId="{454CB2E6-333E-4CBA-80FC-E46D598529D0}" destId="{4BE6F3A4-9873-435D-9E5B-24F8DD3010C1}" srcOrd="0" destOrd="0" presId="urn:microsoft.com/office/officeart/2005/8/layout/hierarchy1"/>
    <dgm:cxn modelId="{6C16ED07-4CCD-40BE-ACD1-15AC6DC0876B}" type="presParOf" srcId="{454CB2E6-333E-4CBA-80FC-E46D598529D0}" destId="{C8BC83D0-3D5D-409D-B0DD-EB95E4C2BB27}" srcOrd="1" destOrd="0" presId="urn:microsoft.com/office/officeart/2005/8/layout/hierarchy1"/>
    <dgm:cxn modelId="{E94DE3D3-5A6A-47EA-B8F9-B8AF2ADCDDA6}" type="presParOf" srcId="{15ABE4E7-403F-44F5-8CD3-20959272EB87}" destId="{2CB62342-3208-4F0D-909E-86188F3C8BE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3577333-CDFC-4712-A625-DE69BB9D8F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A2AD67D-1D77-445C-AA66-D37D849CE736}">
      <dgm:prSet/>
      <dgm:spPr/>
      <dgm:t>
        <a:bodyPr/>
        <a:lstStyle/>
        <a:p>
          <a:r>
            <a:rPr lang="hu-HU"/>
            <a:t>Napi 3 legfontosabb feladat kijelölése</a:t>
          </a:r>
          <a:endParaRPr lang="en-US"/>
        </a:p>
      </dgm:t>
    </dgm:pt>
    <dgm:pt modelId="{ED725912-E2D4-462A-81DC-E70EC5F2EA6B}" type="parTrans" cxnId="{60256F7C-400B-4A84-96DA-241D80B58403}">
      <dgm:prSet/>
      <dgm:spPr/>
      <dgm:t>
        <a:bodyPr/>
        <a:lstStyle/>
        <a:p>
          <a:endParaRPr lang="en-US"/>
        </a:p>
      </dgm:t>
    </dgm:pt>
    <dgm:pt modelId="{E6B247AD-0A92-4B9A-8874-AEE8313D7A6D}" type="sibTrans" cxnId="{60256F7C-400B-4A84-96DA-241D80B58403}">
      <dgm:prSet/>
      <dgm:spPr/>
      <dgm:t>
        <a:bodyPr/>
        <a:lstStyle/>
        <a:p>
          <a:endParaRPr lang="en-US"/>
        </a:p>
      </dgm:t>
    </dgm:pt>
    <dgm:pt modelId="{6A2B5341-EF79-4384-B17C-BFCEBE604C08}">
      <dgm:prSet/>
      <dgm:spPr/>
      <dgm:t>
        <a:bodyPr/>
        <a:lstStyle/>
        <a:p>
          <a:r>
            <a:rPr lang="hu-HU"/>
            <a:t>Halogatás csökkentése</a:t>
          </a:r>
          <a:endParaRPr lang="en-US"/>
        </a:p>
      </dgm:t>
    </dgm:pt>
    <dgm:pt modelId="{1E792C0E-0C10-42CF-97C8-9BCAED30B332}" type="parTrans" cxnId="{2F0F1C96-E704-4135-8C72-363896CC2D4A}">
      <dgm:prSet/>
      <dgm:spPr/>
      <dgm:t>
        <a:bodyPr/>
        <a:lstStyle/>
        <a:p>
          <a:endParaRPr lang="en-US"/>
        </a:p>
      </dgm:t>
    </dgm:pt>
    <dgm:pt modelId="{4C195B49-24CA-41CC-8962-D40FB446A092}" type="sibTrans" cxnId="{2F0F1C96-E704-4135-8C72-363896CC2D4A}">
      <dgm:prSet/>
      <dgm:spPr/>
      <dgm:t>
        <a:bodyPr/>
        <a:lstStyle/>
        <a:p>
          <a:endParaRPr lang="en-US"/>
        </a:p>
      </dgm:t>
    </dgm:pt>
    <dgm:pt modelId="{78E3BFC2-EB95-4F6D-A9B8-07074EA8FE9B}">
      <dgm:prSet/>
      <dgm:spPr/>
      <dgm:t>
        <a:bodyPr/>
        <a:lstStyle/>
        <a:p>
          <a:r>
            <a:rPr lang="hu-HU"/>
            <a:t>Rendszeres felülvizsgálat</a:t>
          </a:r>
          <a:endParaRPr lang="en-US"/>
        </a:p>
      </dgm:t>
    </dgm:pt>
    <dgm:pt modelId="{5BCCDA4E-6008-4ABB-8E64-A16310F4E394}" type="parTrans" cxnId="{6240C083-E1C5-4CC8-BFB2-D4BFEFC65AD2}">
      <dgm:prSet/>
      <dgm:spPr/>
      <dgm:t>
        <a:bodyPr/>
        <a:lstStyle/>
        <a:p>
          <a:endParaRPr lang="en-US"/>
        </a:p>
      </dgm:t>
    </dgm:pt>
    <dgm:pt modelId="{E1021FB6-E4A7-4471-8106-B8A0C8E33762}" type="sibTrans" cxnId="{6240C083-E1C5-4CC8-BFB2-D4BFEFC65AD2}">
      <dgm:prSet/>
      <dgm:spPr/>
      <dgm:t>
        <a:bodyPr/>
        <a:lstStyle/>
        <a:p>
          <a:endParaRPr lang="en-US"/>
        </a:p>
      </dgm:t>
    </dgm:pt>
    <dgm:pt modelId="{C790CF63-2B39-453B-8261-4140A5D89316}">
      <dgm:prSet/>
      <dgm:spPr/>
      <dgm:t>
        <a:bodyPr/>
        <a:lstStyle/>
        <a:p>
          <a:r>
            <a:rPr lang="hu-HU"/>
            <a:t>Digitális vagy papír alapú lista használata</a:t>
          </a:r>
          <a:endParaRPr lang="en-US"/>
        </a:p>
      </dgm:t>
    </dgm:pt>
    <dgm:pt modelId="{A02781A5-8313-4DFF-9CF3-91DCF9C5A93F}" type="parTrans" cxnId="{FF7B5ACB-2CE6-4F13-925A-186FEEA6F5DF}">
      <dgm:prSet/>
      <dgm:spPr/>
      <dgm:t>
        <a:bodyPr/>
        <a:lstStyle/>
        <a:p>
          <a:endParaRPr lang="en-US"/>
        </a:p>
      </dgm:t>
    </dgm:pt>
    <dgm:pt modelId="{CD158ED0-84EA-4BC6-A323-F02756F26A12}" type="sibTrans" cxnId="{FF7B5ACB-2CE6-4F13-925A-186FEEA6F5DF}">
      <dgm:prSet/>
      <dgm:spPr/>
      <dgm:t>
        <a:bodyPr/>
        <a:lstStyle/>
        <a:p>
          <a:endParaRPr lang="en-US"/>
        </a:p>
      </dgm:t>
    </dgm:pt>
    <dgm:pt modelId="{FEBF3812-E4FB-4187-B232-72A4C0DD2CC9}" type="pres">
      <dgm:prSet presAssocID="{B3577333-CDFC-4712-A625-DE69BB9D8F76}" presName="linear" presStyleCnt="0">
        <dgm:presLayoutVars>
          <dgm:animLvl val="lvl"/>
          <dgm:resizeHandles val="exact"/>
        </dgm:presLayoutVars>
      </dgm:prSet>
      <dgm:spPr/>
    </dgm:pt>
    <dgm:pt modelId="{11BD0895-FEC1-48F6-9F12-258CB01144D4}" type="pres">
      <dgm:prSet presAssocID="{3A2AD67D-1D77-445C-AA66-D37D849CE73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82A5C3-F2DE-4D93-9D1E-7004FDFCAC5F}" type="pres">
      <dgm:prSet presAssocID="{E6B247AD-0A92-4B9A-8874-AEE8313D7A6D}" presName="spacer" presStyleCnt="0"/>
      <dgm:spPr/>
    </dgm:pt>
    <dgm:pt modelId="{D0E36058-F330-4024-8089-B2BC19474CCD}" type="pres">
      <dgm:prSet presAssocID="{6A2B5341-EF79-4384-B17C-BFCEBE604C0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58C492D-D69F-482E-A0B3-92B8E721C9BC}" type="pres">
      <dgm:prSet presAssocID="{4C195B49-24CA-41CC-8962-D40FB446A092}" presName="spacer" presStyleCnt="0"/>
      <dgm:spPr/>
    </dgm:pt>
    <dgm:pt modelId="{F52A525B-69A3-4671-9C8C-C8DB7FCB738C}" type="pres">
      <dgm:prSet presAssocID="{78E3BFC2-EB95-4F6D-A9B8-07074EA8FE9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2219223-D0F9-42B3-A36C-16086A8BAE89}" type="pres">
      <dgm:prSet presAssocID="{E1021FB6-E4A7-4471-8106-B8A0C8E33762}" presName="spacer" presStyleCnt="0"/>
      <dgm:spPr/>
    </dgm:pt>
    <dgm:pt modelId="{12305025-BFA2-491B-A4C6-DD07071305E4}" type="pres">
      <dgm:prSet presAssocID="{C790CF63-2B39-453B-8261-4140A5D8931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5AB8828-0A7F-4A53-9594-B6A504C2885F}" type="presOf" srcId="{3A2AD67D-1D77-445C-AA66-D37D849CE736}" destId="{11BD0895-FEC1-48F6-9F12-258CB01144D4}" srcOrd="0" destOrd="0" presId="urn:microsoft.com/office/officeart/2005/8/layout/vList2"/>
    <dgm:cxn modelId="{76E53E45-7B43-413E-9095-19636D047620}" type="presOf" srcId="{6A2B5341-EF79-4384-B17C-BFCEBE604C08}" destId="{D0E36058-F330-4024-8089-B2BC19474CCD}" srcOrd="0" destOrd="0" presId="urn:microsoft.com/office/officeart/2005/8/layout/vList2"/>
    <dgm:cxn modelId="{60256F7C-400B-4A84-96DA-241D80B58403}" srcId="{B3577333-CDFC-4712-A625-DE69BB9D8F76}" destId="{3A2AD67D-1D77-445C-AA66-D37D849CE736}" srcOrd="0" destOrd="0" parTransId="{ED725912-E2D4-462A-81DC-E70EC5F2EA6B}" sibTransId="{E6B247AD-0A92-4B9A-8874-AEE8313D7A6D}"/>
    <dgm:cxn modelId="{6240C083-E1C5-4CC8-BFB2-D4BFEFC65AD2}" srcId="{B3577333-CDFC-4712-A625-DE69BB9D8F76}" destId="{78E3BFC2-EB95-4F6D-A9B8-07074EA8FE9B}" srcOrd="2" destOrd="0" parTransId="{5BCCDA4E-6008-4ABB-8E64-A16310F4E394}" sibTransId="{E1021FB6-E4A7-4471-8106-B8A0C8E33762}"/>
    <dgm:cxn modelId="{A83C308E-761D-4CAE-804A-A9533F2B821F}" type="presOf" srcId="{C790CF63-2B39-453B-8261-4140A5D89316}" destId="{12305025-BFA2-491B-A4C6-DD07071305E4}" srcOrd="0" destOrd="0" presId="urn:microsoft.com/office/officeart/2005/8/layout/vList2"/>
    <dgm:cxn modelId="{2F0F1C96-E704-4135-8C72-363896CC2D4A}" srcId="{B3577333-CDFC-4712-A625-DE69BB9D8F76}" destId="{6A2B5341-EF79-4384-B17C-BFCEBE604C08}" srcOrd="1" destOrd="0" parTransId="{1E792C0E-0C10-42CF-97C8-9BCAED30B332}" sibTransId="{4C195B49-24CA-41CC-8962-D40FB446A092}"/>
    <dgm:cxn modelId="{003B34CA-331F-4E84-8BAF-94D8BC9F6CCC}" type="presOf" srcId="{B3577333-CDFC-4712-A625-DE69BB9D8F76}" destId="{FEBF3812-E4FB-4187-B232-72A4C0DD2CC9}" srcOrd="0" destOrd="0" presId="urn:microsoft.com/office/officeart/2005/8/layout/vList2"/>
    <dgm:cxn modelId="{FF7B5ACB-2CE6-4F13-925A-186FEEA6F5DF}" srcId="{B3577333-CDFC-4712-A625-DE69BB9D8F76}" destId="{C790CF63-2B39-453B-8261-4140A5D89316}" srcOrd="3" destOrd="0" parTransId="{A02781A5-8313-4DFF-9CF3-91DCF9C5A93F}" sibTransId="{CD158ED0-84EA-4BC6-A323-F02756F26A12}"/>
    <dgm:cxn modelId="{DC3A0CE8-4168-43B8-9C96-D1146F817A55}" type="presOf" srcId="{78E3BFC2-EB95-4F6D-A9B8-07074EA8FE9B}" destId="{F52A525B-69A3-4671-9C8C-C8DB7FCB738C}" srcOrd="0" destOrd="0" presId="urn:microsoft.com/office/officeart/2005/8/layout/vList2"/>
    <dgm:cxn modelId="{3DFC065F-5C85-402C-BE51-74FD66E833B1}" type="presParOf" srcId="{FEBF3812-E4FB-4187-B232-72A4C0DD2CC9}" destId="{11BD0895-FEC1-48F6-9F12-258CB01144D4}" srcOrd="0" destOrd="0" presId="urn:microsoft.com/office/officeart/2005/8/layout/vList2"/>
    <dgm:cxn modelId="{3796524B-4DB8-4D99-85D8-119072C015B9}" type="presParOf" srcId="{FEBF3812-E4FB-4187-B232-72A4C0DD2CC9}" destId="{9C82A5C3-F2DE-4D93-9D1E-7004FDFCAC5F}" srcOrd="1" destOrd="0" presId="urn:microsoft.com/office/officeart/2005/8/layout/vList2"/>
    <dgm:cxn modelId="{3E7D8B2E-64F1-4720-8078-55BA9EC3523E}" type="presParOf" srcId="{FEBF3812-E4FB-4187-B232-72A4C0DD2CC9}" destId="{D0E36058-F330-4024-8089-B2BC19474CCD}" srcOrd="2" destOrd="0" presId="urn:microsoft.com/office/officeart/2005/8/layout/vList2"/>
    <dgm:cxn modelId="{FACE2B27-08F8-499C-B410-E1ABDA076E2A}" type="presParOf" srcId="{FEBF3812-E4FB-4187-B232-72A4C0DD2CC9}" destId="{858C492D-D69F-482E-A0B3-92B8E721C9BC}" srcOrd="3" destOrd="0" presId="urn:microsoft.com/office/officeart/2005/8/layout/vList2"/>
    <dgm:cxn modelId="{C9D3AB76-A711-4C14-AFCC-4125839DA881}" type="presParOf" srcId="{FEBF3812-E4FB-4187-B232-72A4C0DD2CC9}" destId="{F52A525B-69A3-4671-9C8C-C8DB7FCB738C}" srcOrd="4" destOrd="0" presId="urn:microsoft.com/office/officeart/2005/8/layout/vList2"/>
    <dgm:cxn modelId="{BF2A5EB9-047C-4D77-A069-1494B53D6793}" type="presParOf" srcId="{FEBF3812-E4FB-4187-B232-72A4C0DD2CC9}" destId="{B2219223-D0F9-42B3-A36C-16086A8BAE89}" srcOrd="5" destOrd="0" presId="urn:microsoft.com/office/officeart/2005/8/layout/vList2"/>
    <dgm:cxn modelId="{FF1F947A-027C-4994-8D0C-5A95CA64BF70}" type="presParOf" srcId="{FEBF3812-E4FB-4187-B232-72A4C0DD2CC9}" destId="{12305025-BFA2-491B-A4C6-DD07071305E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6BFD6-7DC6-4606-9BB2-40C7D84252D4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Feladatok fontosság szerinti rendezése</a:t>
          </a:r>
          <a:endParaRPr lang="en-US" sz="4000" kern="1200"/>
        </a:p>
      </dsp:txBody>
      <dsp:txXfrm>
        <a:off x="47976" y="85244"/>
        <a:ext cx="10419648" cy="886848"/>
      </dsp:txXfrm>
    </dsp:sp>
    <dsp:sp modelId="{8FB551C7-5629-4CB6-AA9B-B130F905B213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Annak eldöntése, mi a legfontosabb</a:t>
          </a:r>
          <a:endParaRPr lang="en-US" sz="4000" kern="1200"/>
        </a:p>
      </dsp:txBody>
      <dsp:txXfrm>
        <a:off x="47976" y="1183245"/>
        <a:ext cx="10419648" cy="886848"/>
      </dsp:txXfrm>
    </dsp:sp>
    <dsp:sp modelId="{065A6E25-40FD-49A2-9EFE-FC80A26B7245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Tudatos döntéshozatal a teendőkről</a:t>
          </a:r>
          <a:endParaRPr lang="en-US" sz="4000" kern="1200"/>
        </a:p>
      </dsp:txBody>
      <dsp:txXfrm>
        <a:off x="47976" y="2281245"/>
        <a:ext cx="10419648" cy="886848"/>
      </dsp:txXfrm>
    </dsp:sp>
    <dsp:sp modelId="{D3384EC5-93CC-4D51-8861-5FC6F3744743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Hatékonyabb tanulás és munkavégzés</a:t>
          </a:r>
          <a:endParaRPr lang="en-US" sz="4000" kern="1200"/>
        </a:p>
      </dsp:txBody>
      <dsp:txXfrm>
        <a:off x="47976" y="3379245"/>
        <a:ext cx="10419648" cy="8868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0C60ED-F45E-4710-9FC3-2076733F3F95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1CE0C-6A98-488A-A9E8-259D228BB42D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Elkerülhető a túlterheltség</a:t>
          </a:r>
          <a:endParaRPr lang="en-US" sz="2400" kern="1200"/>
        </a:p>
      </dsp:txBody>
      <dsp:txXfrm>
        <a:off x="299702" y="1282093"/>
        <a:ext cx="2200851" cy="1366505"/>
      </dsp:txXfrm>
    </dsp:sp>
    <dsp:sp modelId="{8E3EFE5E-B838-47E0-BEFA-0B62BACC1647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8C25A-17BB-445C-BABC-1CDA45C6C782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Csökken a stressz</a:t>
          </a:r>
          <a:endParaRPr lang="en-US" sz="2400" kern="1200"/>
        </a:p>
      </dsp:txBody>
      <dsp:txXfrm>
        <a:off x="3093555" y="1282093"/>
        <a:ext cx="2200851" cy="1366505"/>
      </dsp:txXfrm>
    </dsp:sp>
    <dsp:sp modelId="{B54B51A3-078B-4CC6-8E9F-1141DB874341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E460F8-A3E5-49EB-914D-D7B45C1D17F4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Jobban tarthatók a határidők</a:t>
          </a:r>
          <a:endParaRPr lang="en-US" sz="2400" kern="1200"/>
        </a:p>
      </dsp:txBody>
      <dsp:txXfrm>
        <a:off x="5887408" y="1282093"/>
        <a:ext cx="2200851" cy="1366505"/>
      </dsp:txXfrm>
    </dsp:sp>
    <dsp:sp modelId="{BA94C407-65BA-4A28-A84E-205D6ED650AB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92000-9528-4535-BC2D-4422467ABA4E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Javul az időkihasználás</a:t>
          </a:r>
          <a:endParaRPr lang="en-US" sz="2400" kern="1200"/>
        </a:p>
      </dsp:txBody>
      <dsp:txXfrm>
        <a:off x="8681261" y="1282093"/>
        <a:ext cx="2200851" cy="1366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58190-9ADE-4A76-A8C9-0C648F88EACC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7E17715-2ECC-4F3D-B337-8E5A5A9A0917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Sürgős: közeli határidő</a:t>
          </a:r>
          <a:endParaRPr lang="en-US" sz="2400" kern="1200"/>
        </a:p>
      </dsp:txBody>
      <dsp:txXfrm>
        <a:off x="1228411" y="621955"/>
        <a:ext cx="1919362" cy="1919362"/>
      </dsp:txXfrm>
    </dsp:sp>
    <dsp:sp modelId="{BC60F710-319C-42FE-B5D2-092E6015982D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Fontos: hosszú távú célhoz kötődik</a:t>
          </a:r>
          <a:endParaRPr lang="en-US" sz="2400" kern="1200"/>
        </a:p>
      </dsp:txBody>
      <dsp:txXfrm>
        <a:off x="3519058" y="621955"/>
        <a:ext cx="1919362" cy="1919362"/>
      </dsp:txXfrm>
    </dsp:sp>
    <dsp:sp modelId="{9B602EB3-C8BC-44E7-B9DE-8BDA12C830D1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Nem minden sürgős feladat fontos</a:t>
          </a:r>
          <a:endParaRPr lang="en-US" sz="2400" kern="1200"/>
        </a:p>
      </dsp:txBody>
      <dsp:txXfrm>
        <a:off x="1228411" y="2912601"/>
        <a:ext cx="1919362" cy="1919362"/>
      </dsp:txXfrm>
    </dsp:sp>
    <dsp:sp modelId="{A2D47648-3852-4A37-81F3-3071754515C6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A fontos feladatokat előre kell tervezni</a:t>
          </a:r>
          <a:endParaRPr lang="en-US" sz="2400" kern="1200"/>
        </a:p>
      </dsp:txBody>
      <dsp:txXfrm>
        <a:off x="3519058" y="2912601"/>
        <a:ext cx="1919362" cy="19193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EBB17-44F5-4A36-8631-365076C91145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2BDC3-7DF4-4CB8-B8B8-2A221CFEF371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Teendők listázása</a:t>
          </a:r>
          <a:endParaRPr lang="en-US" sz="2300" kern="1200"/>
        </a:p>
      </dsp:txBody>
      <dsp:txXfrm>
        <a:off x="299702" y="1282093"/>
        <a:ext cx="2200851" cy="1366505"/>
      </dsp:txXfrm>
    </dsp:sp>
    <dsp:sp modelId="{7767DE22-4ED7-4688-8883-EE9CF9CD8DEA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3E6CE-D33F-480E-B955-F90C573332BC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Feladatok rangsorolása</a:t>
          </a:r>
          <a:endParaRPr lang="en-US" sz="2300" kern="1200"/>
        </a:p>
      </dsp:txBody>
      <dsp:txXfrm>
        <a:off x="3093555" y="1282093"/>
        <a:ext cx="2200851" cy="1366505"/>
      </dsp:txXfrm>
    </dsp:sp>
    <dsp:sp modelId="{1ADC0850-E1FF-4F16-8742-67A16DFFC2D9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FE36D4-F58A-413F-AC20-E56B89EC730C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Nagy feladatok kisebb részekre bontása</a:t>
          </a:r>
          <a:endParaRPr lang="en-US" sz="2300" kern="1200"/>
        </a:p>
      </dsp:txBody>
      <dsp:txXfrm>
        <a:off x="5887408" y="1282093"/>
        <a:ext cx="2200851" cy="1366505"/>
      </dsp:txXfrm>
    </dsp:sp>
    <dsp:sp modelId="{4BE6F3A4-9873-435D-9E5B-24F8DD3010C1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BC83D0-3D5D-409D-B0DD-EB95E4C2BB27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Reális időkeretek meghatározása</a:t>
          </a:r>
          <a:endParaRPr lang="en-US" sz="2300" kern="1200"/>
        </a:p>
      </dsp:txBody>
      <dsp:txXfrm>
        <a:off x="8681261" y="1282093"/>
        <a:ext cx="2200851" cy="13665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BD0895-FEC1-48F6-9F12-258CB01144D4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Napi 3 legfontosabb feladat kijelölése</a:t>
          </a:r>
          <a:endParaRPr lang="en-US" sz="4000" kern="1200"/>
        </a:p>
      </dsp:txBody>
      <dsp:txXfrm>
        <a:off x="47976" y="85244"/>
        <a:ext cx="10419648" cy="886848"/>
      </dsp:txXfrm>
    </dsp:sp>
    <dsp:sp modelId="{D0E36058-F330-4024-8089-B2BC19474CCD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Halogatás csökkentése</a:t>
          </a:r>
          <a:endParaRPr lang="en-US" sz="4000" kern="1200"/>
        </a:p>
      </dsp:txBody>
      <dsp:txXfrm>
        <a:off x="47976" y="1183245"/>
        <a:ext cx="10419648" cy="886848"/>
      </dsp:txXfrm>
    </dsp:sp>
    <dsp:sp modelId="{F52A525B-69A3-4671-9C8C-C8DB7FCB738C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Rendszeres felülvizsgálat</a:t>
          </a:r>
          <a:endParaRPr lang="en-US" sz="4000" kern="1200"/>
        </a:p>
      </dsp:txBody>
      <dsp:txXfrm>
        <a:off x="47976" y="2281245"/>
        <a:ext cx="10419648" cy="886848"/>
      </dsp:txXfrm>
    </dsp:sp>
    <dsp:sp modelId="{12305025-BFA2-491B-A4C6-DD07071305E4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000" kern="1200"/>
            <a:t>Digitális vagy papír alapú lista használata</a:t>
          </a:r>
          <a:endParaRPr lang="en-US" sz="4000" kern="1200"/>
        </a:p>
      </dsp:txBody>
      <dsp:txXfrm>
        <a:off x="47976" y="3379245"/>
        <a:ext cx="10419648" cy="886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034AAF-F092-E691-A640-B93DB6FE3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5A10B35-99D7-A0DA-E256-D9F2F8D8D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0C7C14C-D7FE-D2DC-B82C-54250080D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C79D-BF2D-4246-AFCB-0BC5552E16CE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0280451-BB61-CF67-189B-17A5B9AF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CA83525-0533-2C5F-07BA-1E4FAFD0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B5659-E629-4AE7-A4EC-762F69807C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2665529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D22F5D-4015-A6BA-7CDD-AEFEF909E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BED25B0-A6D2-3D91-8943-1C51EF0BE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FD70824-6957-C888-423D-0087CE379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C79D-BF2D-4246-AFCB-0BC5552E16CE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5156F20-9373-3DB4-C8A0-7FD0D84F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F3FB304-019E-B239-57A5-B9904FDAE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B5659-E629-4AE7-A4EC-762F69807C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6639529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4E898E-670E-D67A-2A00-C1B46DD6D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FCD108A-D453-2779-E090-F15CF3113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68591A6-04D0-FA2F-54E3-33779BFC1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C79D-BF2D-4246-AFCB-0BC5552E16CE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DC3A3A4-375A-8296-6AAA-3B4A4CB1E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8C1EEBB-549D-AEFA-D5B8-465CFC53F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B5659-E629-4AE7-A4EC-762F69807C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839889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AB032B-12D3-8B9C-1118-699B1AF5F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F2890B-99B8-30A4-90FF-755BF3F1A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17BC407-E214-C0C3-A5F4-EE074C7A1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EE664DD-AB2B-7B84-51EA-A753B0DA9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C79D-BF2D-4246-AFCB-0BC5552E16CE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E6971FC-586B-ADE0-A095-6C1CF848A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AE8ACCC-B9CD-D028-2DEA-F16E5D425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B5659-E629-4AE7-A4EC-762F69807C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1348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96214B-F223-120A-3DB1-C5D60EB86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7682C08-A68E-E43E-4E77-25883C78D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8692826-17E0-5BCB-A1CB-C898AC505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197EEF0-0206-CA8F-EBC3-92BFA3FE2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135D98F-B5D0-DFC6-6478-684DF13D5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230A050D-1E8C-EF54-26B9-C0A82DB9C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C79D-BF2D-4246-AFCB-0BC5552E16CE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BA5E0524-3FE0-7B6E-751D-1F2B0521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648479BA-D203-50CB-2DD0-02C5320CD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B5659-E629-4AE7-A4EC-762F69807C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360708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8E98AF-EFB7-D69C-BFF8-63E0E58DD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E9CE991-B966-F12D-EB03-0651CB66B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C79D-BF2D-4246-AFCB-0BC5552E16CE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1B71840-8242-3123-B27F-F16761FC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69CFC18-45E9-EC60-3150-31CD2592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B5659-E629-4AE7-A4EC-762F69807C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1943995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158F363C-1156-39EB-A0B3-8FF98423E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C79D-BF2D-4246-AFCB-0BC5552E16CE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83967E1-CE6C-E971-FC9E-8B1E177FE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9C21F4F-1FCE-4C16-6457-143F1EEE1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B5659-E629-4AE7-A4EC-762F69807C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443093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9CD49C-E91F-2C37-7D40-78793686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F482AD-7F95-A378-9B48-3B10E4CDB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514CF2E-8326-C127-E0EE-F7258C118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9C0F08D-694B-3737-6064-C8EAE2C1C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C79D-BF2D-4246-AFCB-0BC5552E16CE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B96B2C5-F3BC-3BFB-4D01-7838FDF11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E76031D-1944-442B-A883-3CD247235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B5659-E629-4AE7-A4EC-762F69807C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662460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26A4D1-B132-8876-605F-D512FBB6A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AD8A751F-3A81-B43C-8992-962AE2FEA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0B93ABD-94D9-2944-EF4C-377644D6E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2A72168-3942-6746-13A8-30063B84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C79D-BF2D-4246-AFCB-0BC5552E16CE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12DCA00-4361-5C7F-68DE-10531EB2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F42CE01-050A-E8FB-ECF0-31D0D472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B5659-E629-4AE7-A4EC-762F69807C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2009091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B5D08C-7F37-13B0-21E6-2427FDC49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BFA0F7B-350D-C8D3-BD7B-951CE09AA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57D0942-23F4-C870-A7CB-9C49A54F6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C79D-BF2D-4246-AFCB-0BC5552E16CE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C086F09-237C-5CBE-3669-60F2C082F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4281BEE-A94E-D8CA-79AF-B3340E830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B5659-E629-4AE7-A4EC-762F69807C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596948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59A38F92-7294-44A3-C81C-BBDF329E7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DF04B86-B689-8844-5896-34713E215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F9B0D88-6421-0BDF-61F5-0D0B4B22E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C79D-BF2D-4246-AFCB-0BC5552E16CE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7090301-FE74-FD51-5601-2A5FD725D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19C17CD-B254-CF00-4DA0-4209109B6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B5659-E629-4AE7-A4EC-762F69807C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470482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E5E2D46-2742-EBAD-3D99-A9BEE6822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6EC5924-8290-54D1-85FD-95FD0F28C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E8FA12F-AF81-C2AB-D3CA-BDA6CCD484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8C79D-BF2D-4246-AFCB-0BC5552E16CE}" type="datetimeFigureOut">
              <a:rPr lang="hu-HU" smtClean="0"/>
              <a:t>2026. 01. 18.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72A32CF-73DC-EB7A-CE6D-F71E7E696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F7FF24-8CDD-5F7F-6A84-6FA1D3B8B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B5659-E629-4AE7-A4EC-762F69807C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721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openai.com/" TargetMode="External"/><Relationship Id="rId2" Type="http://schemas.openxmlformats.org/officeDocument/2006/relationships/hyperlink" Target="https://flexi-project.com/hu/feladatok-priorizalasa-hogyan-lehet-hatekonyan-priorizalni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rdelyiboroka.hu/2021/04/15/8-priorizalasi-modszer-a-valtozatossag-kedveert/" TargetMode="External"/><Relationship Id="rId4" Type="http://schemas.openxmlformats.org/officeDocument/2006/relationships/hyperlink" Target="https://thebestamb.com/hogyan-allitsunk-fontossagi-sorrendet-a-feladatok-kozott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7E1DD29-AB15-2104-FEB7-D66512859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hu-HU" sz="4800">
                <a:solidFill>
                  <a:srgbClr val="FFFFFF"/>
                </a:solidFill>
              </a:rPr>
              <a:t>Feladatok priorizálása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0BCECF3-B02A-7D68-F9B0-84FA618B0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DE" dirty="0"/>
              <a:t>Molek Tamás Sándor</a:t>
            </a:r>
            <a:endParaRPr lang="en-DE"/>
          </a:p>
          <a:p>
            <a:pPr algn="l"/>
            <a:r>
              <a:rPr lang="en-DE" dirty="0"/>
              <a:t>12.E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92491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178678-09D1-450A-40E5-9570CB659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</a:t>
            </a:r>
            <a:r>
              <a:rPr lang="en-DE" dirty="0"/>
              <a:t> </a:t>
            </a:r>
            <a:r>
              <a:rPr lang="en-DE" dirty="0" err="1"/>
              <a:t>az</a:t>
            </a:r>
            <a:r>
              <a:rPr lang="en-DE" dirty="0"/>
              <a:t> a </a:t>
            </a:r>
            <a:r>
              <a:rPr lang="hu-HU" dirty="0"/>
              <a:t>priorizálás?</a:t>
            </a:r>
          </a:p>
        </p:txBody>
      </p:sp>
      <p:graphicFrame>
        <p:nvGraphicFramePr>
          <p:cNvPr id="7" name="Tartalom helye 2">
            <a:extLst>
              <a:ext uri="{FF2B5EF4-FFF2-40B4-BE49-F238E27FC236}">
                <a16:creationId xmlns:a16="http://schemas.microsoft.com/office/drawing/2014/main" id="{D0B35B93-2B29-85C8-0849-F6FC78A4E5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622154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860E33F-94C6-6477-B757-192119812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sz="4000">
                <a:solidFill>
                  <a:srgbClr val="FFFFFF"/>
                </a:solidFill>
              </a:rPr>
              <a:t>Miért fontos</a:t>
            </a:r>
            <a:r>
              <a:rPr lang="en-DE" sz="4000">
                <a:solidFill>
                  <a:srgbClr val="FFFFFF"/>
                </a:solidFill>
              </a:rPr>
              <a:t>?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23" name="Tartalom helye 2">
            <a:extLst>
              <a:ext uri="{FF2B5EF4-FFF2-40B4-BE49-F238E27FC236}">
                <a16:creationId xmlns:a16="http://schemas.microsoft.com/office/drawing/2014/main" id="{58EA993A-77C4-854F-2DBF-50204BE4E1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57176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103677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67D85D3-230A-6210-AB19-D36CC5BB6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hu-HU" sz="4000">
                <a:solidFill>
                  <a:srgbClr val="FFFFFF"/>
                </a:solidFill>
              </a:rPr>
              <a:t>Fontos és sürgős feladatok</a:t>
            </a:r>
          </a:p>
        </p:txBody>
      </p:sp>
      <p:graphicFrame>
        <p:nvGraphicFramePr>
          <p:cNvPr id="7" name="Tartalom helye 2">
            <a:extLst>
              <a:ext uri="{FF2B5EF4-FFF2-40B4-BE49-F238E27FC236}">
                <a16:creationId xmlns:a16="http://schemas.microsoft.com/office/drawing/2014/main" id="{7389CAA8-B135-9B9B-F7CC-8BA3586977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47872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153520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7351DB2-2CFB-EDAA-D4C5-905B1E2F8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sz="4000">
                <a:solidFill>
                  <a:srgbClr val="FFFFFF"/>
                </a:solidFill>
              </a:rPr>
              <a:t>Gyakori priorizálási módszerek</a:t>
            </a:r>
          </a:p>
        </p:txBody>
      </p:sp>
      <p:graphicFrame>
        <p:nvGraphicFramePr>
          <p:cNvPr id="21" name="Tartalom helye 2">
            <a:extLst>
              <a:ext uri="{FF2B5EF4-FFF2-40B4-BE49-F238E27FC236}">
                <a16:creationId xmlns:a16="http://schemas.microsoft.com/office/drawing/2014/main" id="{A9BD4E3F-0F27-632D-C969-07A4674651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627288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033376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9DB02E-FE22-7688-6C34-1E628B9E0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Tippek a mindennapokra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C8FA2F97-C755-B947-DDF1-6EB80064A57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410903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E801E53-A947-D7C1-B05D-BCBE93084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DE" sz="4800"/>
              <a:t>Források</a:t>
            </a:r>
            <a:endParaRPr lang="hu-HU" sz="480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72FB248-FA15-F8D6-1FA4-1DA553B9C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DE" sz="2400"/>
              <a:t> </a:t>
            </a:r>
            <a:r>
              <a:rPr lang="hu-HU" sz="2400">
                <a:hlinkClick r:id="rId2"/>
              </a:rPr>
              <a:t>https://flexi-project.com/hu/feladatok-priorizalasa-hogyan-lehet-hatekonyan-priorizalni/</a:t>
            </a:r>
            <a:r>
              <a:rPr lang="en-DE" sz="2400"/>
              <a:t> </a:t>
            </a:r>
          </a:p>
          <a:p>
            <a:r>
              <a:rPr lang="en-DE" sz="2400">
                <a:hlinkClick r:id="rId3"/>
              </a:rPr>
              <a:t>https://chat.openai.com/</a:t>
            </a:r>
            <a:r>
              <a:rPr lang="en-DE" sz="2400"/>
              <a:t> </a:t>
            </a:r>
          </a:p>
          <a:p>
            <a:r>
              <a:rPr lang="hu-HU" sz="2400">
                <a:hlinkClick r:id="rId4"/>
              </a:rPr>
              <a:t>https://thebestamb.com/hogyan-allitsunk-fontossagi-sorrendet-a-feladatok-kozott/</a:t>
            </a:r>
            <a:r>
              <a:rPr lang="en-DE" sz="2400"/>
              <a:t> </a:t>
            </a:r>
          </a:p>
          <a:p>
            <a:r>
              <a:rPr lang="hu-HU" sz="2400">
                <a:hlinkClick r:id="rId5"/>
              </a:rPr>
              <a:t>https://erdelyiboroka.hu/2021/04/15/8-priorizalasi-modszer-a-valtozatossag-kedveert/</a:t>
            </a:r>
            <a:r>
              <a:rPr lang="en-DE" sz="2400"/>
              <a:t> </a:t>
            </a:r>
            <a:endParaRPr lang="hu-HU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06680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6D9FD8D-FAE2-1182-8DB8-1FB1A51E6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DE" sz="4800" dirty="0" err="1">
                <a:solidFill>
                  <a:srgbClr val="FFFFFF"/>
                </a:solidFill>
              </a:rPr>
              <a:t>Köszönöm</a:t>
            </a:r>
            <a:r>
              <a:rPr lang="en-DE" sz="4800" dirty="0">
                <a:solidFill>
                  <a:srgbClr val="FFFFFF"/>
                </a:solidFill>
              </a:rPr>
              <a:t> a </a:t>
            </a:r>
            <a:r>
              <a:rPr lang="en-DE" sz="4800" dirty="0" err="1">
                <a:solidFill>
                  <a:srgbClr val="FFFFFF"/>
                </a:solidFill>
              </a:rPr>
              <a:t>figyelmet</a:t>
            </a:r>
            <a:r>
              <a:rPr lang="en-DE" sz="4800" dirty="0">
                <a:solidFill>
                  <a:srgbClr val="FFFFFF"/>
                </a:solidFill>
              </a:rPr>
              <a:t>!</a:t>
            </a:r>
            <a:endParaRPr lang="hu-HU" sz="4800" dirty="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9791DC5-F55E-0C12-61C4-D66BD6DE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86820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145</Words>
  <Application>Microsoft Office PowerPoint</Application>
  <PresentationFormat>Szélesvásznú</PresentationFormat>
  <Paragraphs>34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Office-téma</vt:lpstr>
      <vt:lpstr>Feladatok priorizálása</vt:lpstr>
      <vt:lpstr>Mi az a priorizálás?</vt:lpstr>
      <vt:lpstr>Miért fontos?</vt:lpstr>
      <vt:lpstr>Fontos és sürgős feladatok</vt:lpstr>
      <vt:lpstr>Gyakori priorizálási módszerek</vt:lpstr>
      <vt:lpstr>Tippek a mindennapokra</vt:lpstr>
      <vt:lpstr>Források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10</cp:revision>
  <dcterms:created xsi:type="dcterms:W3CDTF">2026-01-18T11:36:58Z</dcterms:created>
  <dcterms:modified xsi:type="dcterms:W3CDTF">2026-01-18T11:48:05Z</dcterms:modified>
</cp:coreProperties>
</file>