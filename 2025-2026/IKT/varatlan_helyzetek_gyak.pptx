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788F96-5262-4DF7-AEA7-8CABA0806EE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832EA21-76E3-4897-B355-2D6F247A4F04}">
      <dgm:prSet/>
      <dgm:spPr/>
      <dgm:t>
        <a:bodyPr/>
        <a:lstStyle/>
        <a:p>
          <a:r>
            <a:rPr lang="en-DE"/>
            <a:t>Segíti a kommunikációt</a:t>
          </a:r>
          <a:endParaRPr lang="en-US"/>
        </a:p>
      </dgm:t>
    </dgm:pt>
    <dgm:pt modelId="{CB486151-6FBE-4F16-8F3E-B1F50B4C717E}" type="parTrans" cxnId="{9F226FAB-20B6-4413-BC73-B178B5C13414}">
      <dgm:prSet/>
      <dgm:spPr/>
      <dgm:t>
        <a:bodyPr/>
        <a:lstStyle/>
        <a:p>
          <a:endParaRPr lang="en-US"/>
        </a:p>
      </dgm:t>
    </dgm:pt>
    <dgm:pt modelId="{4033A0C6-9708-4BBE-A43D-374BF2DE4578}" type="sibTrans" cxnId="{9F226FAB-20B6-4413-BC73-B178B5C13414}">
      <dgm:prSet/>
      <dgm:spPr/>
      <dgm:t>
        <a:bodyPr/>
        <a:lstStyle/>
        <a:p>
          <a:endParaRPr lang="en-US"/>
        </a:p>
      </dgm:t>
    </dgm:pt>
    <dgm:pt modelId="{A855C524-F6D1-44BD-8EB2-79119077939F}">
      <dgm:prSet/>
      <dgm:spPr/>
      <dgm:t>
        <a:bodyPr/>
        <a:lstStyle/>
        <a:p>
          <a:r>
            <a:rPr lang="en-DE"/>
            <a:t>Növeli az önbizalmat</a:t>
          </a:r>
          <a:endParaRPr lang="en-US"/>
        </a:p>
      </dgm:t>
    </dgm:pt>
    <dgm:pt modelId="{6065B667-922F-41A8-9DDF-55196F3B3312}" type="parTrans" cxnId="{523D70A9-B646-4FC6-9D1D-1B692078F5D3}">
      <dgm:prSet/>
      <dgm:spPr/>
      <dgm:t>
        <a:bodyPr/>
        <a:lstStyle/>
        <a:p>
          <a:endParaRPr lang="en-US"/>
        </a:p>
      </dgm:t>
    </dgm:pt>
    <dgm:pt modelId="{11D36931-DC2A-444F-9CE5-DC28341AC003}" type="sibTrans" cxnId="{523D70A9-B646-4FC6-9D1D-1B692078F5D3}">
      <dgm:prSet/>
      <dgm:spPr/>
      <dgm:t>
        <a:bodyPr/>
        <a:lstStyle/>
        <a:p>
          <a:endParaRPr lang="en-US"/>
        </a:p>
      </dgm:t>
    </dgm:pt>
    <dgm:pt modelId="{6A6CE2C9-9382-465E-A88D-AD166AA96744}">
      <dgm:prSet/>
      <dgm:spPr/>
      <dgm:t>
        <a:bodyPr/>
        <a:lstStyle/>
        <a:p>
          <a:r>
            <a:rPr lang="en-DE"/>
            <a:t>Könnyebb megértés</a:t>
          </a:r>
          <a:endParaRPr lang="en-US"/>
        </a:p>
      </dgm:t>
    </dgm:pt>
    <dgm:pt modelId="{F9D6D92C-6405-428E-92C0-297DCC97D9D8}" type="parTrans" cxnId="{B7B0A201-ABE4-4A70-85AA-A572054BB075}">
      <dgm:prSet/>
      <dgm:spPr/>
      <dgm:t>
        <a:bodyPr/>
        <a:lstStyle/>
        <a:p>
          <a:endParaRPr lang="en-US"/>
        </a:p>
      </dgm:t>
    </dgm:pt>
    <dgm:pt modelId="{8C5F7C17-58BB-4992-81CE-B378FCB9727D}" type="sibTrans" cxnId="{B7B0A201-ABE4-4A70-85AA-A572054BB075}">
      <dgm:prSet/>
      <dgm:spPr/>
      <dgm:t>
        <a:bodyPr/>
        <a:lstStyle/>
        <a:p>
          <a:endParaRPr lang="en-US"/>
        </a:p>
      </dgm:t>
    </dgm:pt>
    <dgm:pt modelId="{A4C47761-4ABE-472A-A7C9-B671AF729FEA}">
      <dgm:prSet/>
      <dgm:spPr/>
      <dgm:t>
        <a:bodyPr/>
        <a:lstStyle/>
        <a:p>
          <a:r>
            <a:rPr lang="en-DE"/>
            <a:t>Hatásosabb előadások</a:t>
          </a:r>
          <a:endParaRPr lang="en-US"/>
        </a:p>
      </dgm:t>
    </dgm:pt>
    <dgm:pt modelId="{0B2BE454-B66A-4EB9-882F-A932F181171E}" type="parTrans" cxnId="{99D6A9DA-C992-4830-9F2F-E25B1FCF1135}">
      <dgm:prSet/>
      <dgm:spPr/>
      <dgm:t>
        <a:bodyPr/>
        <a:lstStyle/>
        <a:p>
          <a:endParaRPr lang="en-US"/>
        </a:p>
      </dgm:t>
    </dgm:pt>
    <dgm:pt modelId="{2EBADD7C-36D2-455C-A3C6-A2697EADDB47}" type="sibTrans" cxnId="{99D6A9DA-C992-4830-9F2F-E25B1FCF1135}">
      <dgm:prSet/>
      <dgm:spPr/>
      <dgm:t>
        <a:bodyPr/>
        <a:lstStyle/>
        <a:p>
          <a:endParaRPr lang="en-US"/>
        </a:p>
      </dgm:t>
    </dgm:pt>
    <dgm:pt modelId="{D06EB185-A49B-4A23-A4BF-78F847BC22BD}" type="pres">
      <dgm:prSet presAssocID="{75788F96-5262-4DF7-AEA7-8CABA0806EE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5146867-2907-43E7-A7AD-5891C3D99D58}" type="pres">
      <dgm:prSet presAssocID="{E832EA21-76E3-4897-B355-2D6F247A4F04}" presName="hierRoot1" presStyleCnt="0"/>
      <dgm:spPr/>
    </dgm:pt>
    <dgm:pt modelId="{06CBFA89-191C-4F96-80ED-2EFAA620AA7D}" type="pres">
      <dgm:prSet presAssocID="{E832EA21-76E3-4897-B355-2D6F247A4F04}" presName="composite" presStyleCnt="0"/>
      <dgm:spPr/>
    </dgm:pt>
    <dgm:pt modelId="{E963FB27-9F1C-430B-B7FD-5360F4E71BBC}" type="pres">
      <dgm:prSet presAssocID="{E832EA21-76E3-4897-B355-2D6F247A4F04}" presName="background" presStyleLbl="node0" presStyleIdx="0" presStyleCnt="4"/>
      <dgm:spPr/>
    </dgm:pt>
    <dgm:pt modelId="{32928CD3-B11D-470D-8E36-AD359388E126}" type="pres">
      <dgm:prSet presAssocID="{E832EA21-76E3-4897-B355-2D6F247A4F04}" presName="text" presStyleLbl="fgAcc0" presStyleIdx="0" presStyleCnt="4">
        <dgm:presLayoutVars>
          <dgm:chPref val="3"/>
        </dgm:presLayoutVars>
      </dgm:prSet>
      <dgm:spPr/>
    </dgm:pt>
    <dgm:pt modelId="{DB165BDE-54AC-4206-A92E-5B7D8753B179}" type="pres">
      <dgm:prSet presAssocID="{E832EA21-76E3-4897-B355-2D6F247A4F04}" presName="hierChild2" presStyleCnt="0"/>
      <dgm:spPr/>
    </dgm:pt>
    <dgm:pt modelId="{35A24DA0-F82C-435F-9257-085A96E8640C}" type="pres">
      <dgm:prSet presAssocID="{A855C524-F6D1-44BD-8EB2-79119077939F}" presName="hierRoot1" presStyleCnt="0"/>
      <dgm:spPr/>
    </dgm:pt>
    <dgm:pt modelId="{771C9D90-5394-4553-A0F4-40BECA86560D}" type="pres">
      <dgm:prSet presAssocID="{A855C524-F6D1-44BD-8EB2-79119077939F}" presName="composite" presStyleCnt="0"/>
      <dgm:spPr/>
    </dgm:pt>
    <dgm:pt modelId="{788E144E-44C1-403A-BF0B-7F13918753F5}" type="pres">
      <dgm:prSet presAssocID="{A855C524-F6D1-44BD-8EB2-79119077939F}" presName="background" presStyleLbl="node0" presStyleIdx="1" presStyleCnt="4"/>
      <dgm:spPr/>
    </dgm:pt>
    <dgm:pt modelId="{36332A20-2D31-4068-85F9-DE69630DBFBF}" type="pres">
      <dgm:prSet presAssocID="{A855C524-F6D1-44BD-8EB2-79119077939F}" presName="text" presStyleLbl="fgAcc0" presStyleIdx="1" presStyleCnt="4">
        <dgm:presLayoutVars>
          <dgm:chPref val="3"/>
        </dgm:presLayoutVars>
      </dgm:prSet>
      <dgm:spPr/>
    </dgm:pt>
    <dgm:pt modelId="{9AA2BD2E-3748-4BF5-895E-5294BAD14585}" type="pres">
      <dgm:prSet presAssocID="{A855C524-F6D1-44BD-8EB2-79119077939F}" presName="hierChild2" presStyleCnt="0"/>
      <dgm:spPr/>
    </dgm:pt>
    <dgm:pt modelId="{6F6E57B1-01EC-4A84-A7E2-6F81F5C375D0}" type="pres">
      <dgm:prSet presAssocID="{6A6CE2C9-9382-465E-A88D-AD166AA96744}" presName="hierRoot1" presStyleCnt="0"/>
      <dgm:spPr/>
    </dgm:pt>
    <dgm:pt modelId="{E658A7D3-60E6-4CD4-88DA-4222BEE2B697}" type="pres">
      <dgm:prSet presAssocID="{6A6CE2C9-9382-465E-A88D-AD166AA96744}" presName="composite" presStyleCnt="0"/>
      <dgm:spPr/>
    </dgm:pt>
    <dgm:pt modelId="{8A68514C-7A0C-453D-871F-FF737657F8CB}" type="pres">
      <dgm:prSet presAssocID="{6A6CE2C9-9382-465E-A88D-AD166AA96744}" presName="background" presStyleLbl="node0" presStyleIdx="2" presStyleCnt="4"/>
      <dgm:spPr/>
    </dgm:pt>
    <dgm:pt modelId="{0D335F3C-09C4-4A21-9724-E3DEB137811D}" type="pres">
      <dgm:prSet presAssocID="{6A6CE2C9-9382-465E-A88D-AD166AA96744}" presName="text" presStyleLbl="fgAcc0" presStyleIdx="2" presStyleCnt="4">
        <dgm:presLayoutVars>
          <dgm:chPref val="3"/>
        </dgm:presLayoutVars>
      </dgm:prSet>
      <dgm:spPr/>
    </dgm:pt>
    <dgm:pt modelId="{5C15DFEC-CCD1-44C6-8782-0D23C4A65AB7}" type="pres">
      <dgm:prSet presAssocID="{6A6CE2C9-9382-465E-A88D-AD166AA96744}" presName="hierChild2" presStyleCnt="0"/>
      <dgm:spPr/>
    </dgm:pt>
    <dgm:pt modelId="{40AC673C-D4A5-44A1-8747-BFF7BE0B046B}" type="pres">
      <dgm:prSet presAssocID="{A4C47761-4ABE-472A-A7C9-B671AF729FEA}" presName="hierRoot1" presStyleCnt="0"/>
      <dgm:spPr/>
    </dgm:pt>
    <dgm:pt modelId="{8C2359A4-4AF9-4808-8AC3-828C86AA6415}" type="pres">
      <dgm:prSet presAssocID="{A4C47761-4ABE-472A-A7C9-B671AF729FEA}" presName="composite" presStyleCnt="0"/>
      <dgm:spPr/>
    </dgm:pt>
    <dgm:pt modelId="{08FE5C86-972E-488D-90D4-19E5982D2E65}" type="pres">
      <dgm:prSet presAssocID="{A4C47761-4ABE-472A-A7C9-B671AF729FEA}" presName="background" presStyleLbl="node0" presStyleIdx="3" presStyleCnt="4"/>
      <dgm:spPr/>
    </dgm:pt>
    <dgm:pt modelId="{BD855C2F-85AE-4A8A-BFD6-D0066AEA39FA}" type="pres">
      <dgm:prSet presAssocID="{A4C47761-4ABE-472A-A7C9-B671AF729FEA}" presName="text" presStyleLbl="fgAcc0" presStyleIdx="3" presStyleCnt="4">
        <dgm:presLayoutVars>
          <dgm:chPref val="3"/>
        </dgm:presLayoutVars>
      </dgm:prSet>
      <dgm:spPr/>
    </dgm:pt>
    <dgm:pt modelId="{DC247A75-1577-40A9-80B3-9FC05F35D8B3}" type="pres">
      <dgm:prSet presAssocID="{A4C47761-4ABE-472A-A7C9-B671AF729FEA}" presName="hierChild2" presStyleCnt="0"/>
      <dgm:spPr/>
    </dgm:pt>
  </dgm:ptLst>
  <dgm:cxnLst>
    <dgm:cxn modelId="{5EA27300-0539-439D-9CDA-1EBB62763215}" type="presOf" srcId="{A4C47761-4ABE-472A-A7C9-B671AF729FEA}" destId="{BD855C2F-85AE-4A8A-BFD6-D0066AEA39FA}" srcOrd="0" destOrd="0" presId="urn:microsoft.com/office/officeart/2005/8/layout/hierarchy1"/>
    <dgm:cxn modelId="{B7B0A201-ABE4-4A70-85AA-A572054BB075}" srcId="{75788F96-5262-4DF7-AEA7-8CABA0806EEE}" destId="{6A6CE2C9-9382-465E-A88D-AD166AA96744}" srcOrd="2" destOrd="0" parTransId="{F9D6D92C-6405-428E-92C0-297DCC97D9D8}" sibTransId="{8C5F7C17-58BB-4992-81CE-B378FCB9727D}"/>
    <dgm:cxn modelId="{6041153E-3174-44EB-A2B3-21305CDDD896}" type="presOf" srcId="{6A6CE2C9-9382-465E-A88D-AD166AA96744}" destId="{0D335F3C-09C4-4A21-9724-E3DEB137811D}" srcOrd="0" destOrd="0" presId="urn:microsoft.com/office/officeart/2005/8/layout/hierarchy1"/>
    <dgm:cxn modelId="{02BDE76D-1F44-492B-8AB3-8B25341B879A}" type="presOf" srcId="{75788F96-5262-4DF7-AEA7-8CABA0806EEE}" destId="{D06EB185-A49B-4A23-A4BF-78F847BC22BD}" srcOrd="0" destOrd="0" presId="urn:microsoft.com/office/officeart/2005/8/layout/hierarchy1"/>
    <dgm:cxn modelId="{F6ACFA7E-BEF8-48BD-805F-278D4D5AD6E3}" type="presOf" srcId="{A855C524-F6D1-44BD-8EB2-79119077939F}" destId="{36332A20-2D31-4068-85F9-DE69630DBFBF}" srcOrd="0" destOrd="0" presId="urn:microsoft.com/office/officeart/2005/8/layout/hierarchy1"/>
    <dgm:cxn modelId="{523D70A9-B646-4FC6-9D1D-1B692078F5D3}" srcId="{75788F96-5262-4DF7-AEA7-8CABA0806EEE}" destId="{A855C524-F6D1-44BD-8EB2-79119077939F}" srcOrd="1" destOrd="0" parTransId="{6065B667-922F-41A8-9DDF-55196F3B3312}" sibTransId="{11D36931-DC2A-444F-9CE5-DC28341AC003}"/>
    <dgm:cxn modelId="{9F226FAB-20B6-4413-BC73-B178B5C13414}" srcId="{75788F96-5262-4DF7-AEA7-8CABA0806EEE}" destId="{E832EA21-76E3-4897-B355-2D6F247A4F04}" srcOrd="0" destOrd="0" parTransId="{CB486151-6FBE-4F16-8F3E-B1F50B4C717E}" sibTransId="{4033A0C6-9708-4BBE-A43D-374BF2DE4578}"/>
    <dgm:cxn modelId="{99D6A9DA-C992-4830-9F2F-E25B1FCF1135}" srcId="{75788F96-5262-4DF7-AEA7-8CABA0806EEE}" destId="{A4C47761-4ABE-472A-A7C9-B671AF729FEA}" srcOrd="3" destOrd="0" parTransId="{0B2BE454-B66A-4EB9-882F-A932F181171E}" sibTransId="{2EBADD7C-36D2-455C-A3C6-A2697EADDB47}"/>
    <dgm:cxn modelId="{2FA005F8-8073-49A0-B6E5-4B15322AF964}" type="presOf" srcId="{E832EA21-76E3-4897-B355-2D6F247A4F04}" destId="{32928CD3-B11D-470D-8E36-AD359388E126}" srcOrd="0" destOrd="0" presId="urn:microsoft.com/office/officeart/2005/8/layout/hierarchy1"/>
    <dgm:cxn modelId="{D780BAE2-F405-495F-9BC2-8EB8DB36D5E0}" type="presParOf" srcId="{D06EB185-A49B-4A23-A4BF-78F847BC22BD}" destId="{35146867-2907-43E7-A7AD-5891C3D99D58}" srcOrd="0" destOrd="0" presId="urn:microsoft.com/office/officeart/2005/8/layout/hierarchy1"/>
    <dgm:cxn modelId="{B0621114-04E7-4F6B-8FE7-8D7BED44587C}" type="presParOf" srcId="{35146867-2907-43E7-A7AD-5891C3D99D58}" destId="{06CBFA89-191C-4F96-80ED-2EFAA620AA7D}" srcOrd="0" destOrd="0" presId="urn:microsoft.com/office/officeart/2005/8/layout/hierarchy1"/>
    <dgm:cxn modelId="{E5A9B2A0-CC88-4FDF-B736-445EBF6A3828}" type="presParOf" srcId="{06CBFA89-191C-4F96-80ED-2EFAA620AA7D}" destId="{E963FB27-9F1C-430B-B7FD-5360F4E71BBC}" srcOrd="0" destOrd="0" presId="urn:microsoft.com/office/officeart/2005/8/layout/hierarchy1"/>
    <dgm:cxn modelId="{535E77BE-946E-4742-9C76-5545B4B9307A}" type="presParOf" srcId="{06CBFA89-191C-4F96-80ED-2EFAA620AA7D}" destId="{32928CD3-B11D-470D-8E36-AD359388E126}" srcOrd="1" destOrd="0" presId="urn:microsoft.com/office/officeart/2005/8/layout/hierarchy1"/>
    <dgm:cxn modelId="{CF4CF387-53F7-48F9-9553-0A58355416FD}" type="presParOf" srcId="{35146867-2907-43E7-A7AD-5891C3D99D58}" destId="{DB165BDE-54AC-4206-A92E-5B7D8753B179}" srcOrd="1" destOrd="0" presId="urn:microsoft.com/office/officeart/2005/8/layout/hierarchy1"/>
    <dgm:cxn modelId="{8CBB8710-C150-4A39-923B-1930B409A24C}" type="presParOf" srcId="{D06EB185-A49B-4A23-A4BF-78F847BC22BD}" destId="{35A24DA0-F82C-435F-9257-085A96E8640C}" srcOrd="1" destOrd="0" presId="urn:microsoft.com/office/officeart/2005/8/layout/hierarchy1"/>
    <dgm:cxn modelId="{B86EDC2D-44D9-4618-93B7-D92FC9D5BCBD}" type="presParOf" srcId="{35A24DA0-F82C-435F-9257-085A96E8640C}" destId="{771C9D90-5394-4553-A0F4-40BECA86560D}" srcOrd="0" destOrd="0" presId="urn:microsoft.com/office/officeart/2005/8/layout/hierarchy1"/>
    <dgm:cxn modelId="{412FCBF3-18C4-4E95-BBD4-FD06F35613AD}" type="presParOf" srcId="{771C9D90-5394-4553-A0F4-40BECA86560D}" destId="{788E144E-44C1-403A-BF0B-7F13918753F5}" srcOrd="0" destOrd="0" presId="urn:microsoft.com/office/officeart/2005/8/layout/hierarchy1"/>
    <dgm:cxn modelId="{40EC4117-67BB-4B3F-AF27-5CD00D9CA273}" type="presParOf" srcId="{771C9D90-5394-4553-A0F4-40BECA86560D}" destId="{36332A20-2D31-4068-85F9-DE69630DBFBF}" srcOrd="1" destOrd="0" presId="urn:microsoft.com/office/officeart/2005/8/layout/hierarchy1"/>
    <dgm:cxn modelId="{8E24A02C-7BCF-462C-B23A-4A59E1B748C8}" type="presParOf" srcId="{35A24DA0-F82C-435F-9257-085A96E8640C}" destId="{9AA2BD2E-3748-4BF5-895E-5294BAD14585}" srcOrd="1" destOrd="0" presId="urn:microsoft.com/office/officeart/2005/8/layout/hierarchy1"/>
    <dgm:cxn modelId="{F33FD3C1-B120-4EEB-9A37-6B262E731ADC}" type="presParOf" srcId="{D06EB185-A49B-4A23-A4BF-78F847BC22BD}" destId="{6F6E57B1-01EC-4A84-A7E2-6F81F5C375D0}" srcOrd="2" destOrd="0" presId="urn:microsoft.com/office/officeart/2005/8/layout/hierarchy1"/>
    <dgm:cxn modelId="{02C91900-9F5E-43FD-A7F1-C43B4F8AA980}" type="presParOf" srcId="{6F6E57B1-01EC-4A84-A7E2-6F81F5C375D0}" destId="{E658A7D3-60E6-4CD4-88DA-4222BEE2B697}" srcOrd="0" destOrd="0" presId="urn:microsoft.com/office/officeart/2005/8/layout/hierarchy1"/>
    <dgm:cxn modelId="{09B5C7EF-BAE6-41AC-A285-1748ACC69050}" type="presParOf" srcId="{E658A7D3-60E6-4CD4-88DA-4222BEE2B697}" destId="{8A68514C-7A0C-453D-871F-FF737657F8CB}" srcOrd="0" destOrd="0" presId="urn:microsoft.com/office/officeart/2005/8/layout/hierarchy1"/>
    <dgm:cxn modelId="{9AA95CB9-5F7D-47B2-A29B-78BC7CD95414}" type="presParOf" srcId="{E658A7D3-60E6-4CD4-88DA-4222BEE2B697}" destId="{0D335F3C-09C4-4A21-9724-E3DEB137811D}" srcOrd="1" destOrd="0" presId="urn:microsoft.com/office/officeart/2005/8/layout/hierarchy1"/>
    <dgm:cxn modelId="{84DB77DD-2747-4A43-A3CB-D67BFC75FD22}" type="presParOf" srcId="{6F6E57B1-01EC-4A84-A7E2-6F81F5C375D0}" destId="{5C15DFEC-CCD1-44C6-8782-0D23C4A65AB7}" srcOrd="1" destOrd="0" presId="urn:microsoft.com/office/officeart/2005/8/layout/hierarchy1"/>
    <dgm:cxn modelId="{268EFDE7-8142-431F-8204-9A8FAABE8478}" type="presParOf" srcId="{D06EB185-A49B-4A23-A4BF-78F847BC22BD}" destId="{40AC673C-D4A5-44A1-8747-BFF7BE0B046B}" srcOrd="3" destOrd="0" presId="urn:microsoft.com/office/officeart/2005/8/layout/hierarchy1"/>
    <dgm:cxn modelId="{5B2109E9-092E-4D61-A9FA-3583937113ED}" type="presParOf" srcId="{40AC673C-D4A5-44A1-8747-BFF7BE0B046B}" destId="{8C2359A4-4AF9-4808-8AC3-828C86AA6415}" srcOrd="0" destOrd="0" presId="urn:microsoft.com/office/officeart/2005/8/layout/hierarchy1"/>
    <dgm:cxn modelId="{571DEBD2-2029-4E28-BEA9-3642928D62D0}" type="presParOf" srcId="{8C2359A4-4AF9-4808-8AC3-828C86AA6415}" destId="{08FE5C86-972E-488D-90D4-19E5982D2E65}" srcOrd="0" destOrd="0" presId="urn:microsoft.com/office/officeart/2005/8/layout/hierarchy1"/>
    <dgm:cxn modelId="{1EA17509-5B00-44AC-8AE6-61DCED9D0091}" type="presParOf" srcId="{8C2359A4-4AF9-4808-8AC3-828C86AA6415}" destId="{BD855C2F-85AE-4A8A-BFD6-D0066AEA39FA}" srcOrd="1" destOrd="0" presId="urn:microsoft.com/office/officeart/2005/8/layout/hierarchy1"/>
    <dgm:cxn modelId="{D51773B5-4991-46EA-AD01-85EFB0C6C843}" type="presParOf" srcId="{40AC673C-D4A5-44A1-8747-BFF7BE0B046B}" destId="{DC247A75-1577-40A9-80B3-9FC05F35D8B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992827-E2B2-4E5A-BB0C-8FFD9494FFF5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020D2211-A62F-4EF0-ADFB-E597F0B6FD3B}">
      <dgm:prSet/>
      <dgm:spPr/>
      <dgm:t>
        <a:bodyPr/>
        <a:lstStyle/>
        <a:p>
          <a:r>
            <a:rPr lang="en-DE"/>
            <a:t>Tiszta és érthető kiejtés</a:t>
          </a:r>
          <a:endParaRPr lang="en-US"/>
        </a:p>
      </dgm:t>
    </dgm:pt>
    <dgm:pt modelId="{250D7D3D-743B-4740-8DD5-C442CE02F364}" type="parTrans" cxnId="{6B798078-0E2A-466D-8FFC-B7BE48332006}">
      <dgm:prSet/>
      <dgm:spPr/>
      <dgm:t>
        <a:bodyPr/>
        <a:lstStyle/>
        <a:p>
          <a:endParaRPr lang="en-US"/>
        </a:p>
      </dgm:t>
    </dgm:pt>
    <dgm:pt modelId="{A74B154B-0436-40C1-8DBC-3F2815C3241A}" type="sibTrans" cxnId="{6B798078-0E2A-466D-8FFC-B7BE48332006}">
      <dgm:prSet/>
      <dgm:spPr/>
      <dgm:t>
        <a:bodyPr/>
        <a:lstStyle/>
        <a:p>
          <a:endParaRPr lang="en-US"/>
        </a:p>
      </dgm:t>
    </dgm:pt>
    <dgm:pt modelId="{9927964A-F2D2-4D56-B7DC-3B4A2DB9C8B3}">
      <dgm:prSet/>
      <dgm:spPr/>
      <dgm:t>
        <a:bodyPr/>
        <a:lstStyle/>
        <a:p>
          <a:r>
            <a:rPr lang="en-DE"/>
            <a:t>Megfelelő hangerő használata</a:t>
          </a:r>
          <a:endParaRPr lang="en-US"/>
        </a:p>
      </dgm:t>
    </dgm:pt>
    <dgm:pt modelId="{AE1792D3-4C10-43EB-B878-81AF688E3481}" type="parTrans" cxnId="{8520329C-7DEC-4C08-9AAE-E6A857DB85A3}">
      <dgm:prSet/>
      <dgm:spPr/>
      <dgm:t>
        <a:bodyPr/>
        <a:lstStyle/>
        <a:p>
          <a:endParaRPr lang="en-US"/>
        </a:p>
      </dgm:t>
    </dgm:pt>
    <dgm:pt modelId="{3F0C1253-932A-4BEA-BADD-798EE72BBE0D}" type="sibTrans" cxnId="{8520329C-7DEC-4C08-9AAE-E6A857DB85A3}">
      <dgm:prSet/>
      <dgm:spPr/>
      <dgm:t>
        <a:bodyPr/>
        <a:lstStyle/>
        <a:p>
          <a:endParaRPr lang="en-US"/>
        </a:p>
      </dgm:t>
    </dgm:pt>
    <dgm:pt modelId="{A0107645-84B1-49D2-A149-C3E5369F4B7E}">
      <dgm:prSet/>
      <dgm:spPr/>
      <dgm:t>
        <a:bodyPr/>
        <a:lstStyle/>
        <a:p>
          <a:r>
            <a:rPr lang="en-DE"/>
            <a:t>Egyenletes beszédtempó</a:t>
          </a:r>
          <a:endParaRPr lang="en-US"/>
        </a:p>
      </dgm:t>
    </dgm:pt>
    <dgm:pt modelId="{53E3C1E5-164F-4A88-99EC-C1B56EDBDD0D}" type="parTrans" cxnId="{0AB5F67D-E79F-4269-A9B9-050675296632}">
      <dgm:prSet/>
      <dgm:spPr/>
      <dgm:t>
        <a:bodyPr/>
        <a:lstStyle/>
        <a:p>
          <a:endParaRPr lang="en-US"/>
        </a:p>
      </dgm:t>
    </dgm:pt>
    <dgm:pt modelId="{9A6D9C6F-62B4-4061-A833-A8F63C0483B8}" type="sibTrans" cxnId="{0AB5F67D-E79F-4269-A9B9-050675296632}">
      <dgm:prSet/>
      <dgm:spPr/>
      <dgm:t>
        <a:bodyPr/>
        <a:lstStyle/>
        <a:p>
          <a:endParaRPr lang="en-US"/>
        </a:p>
      </dgm:t>
    </dgm:pt>
    <dgm:pt modelId="{E15F11EB-478A-47F1-B3B0-9BB8F1AA0747}">
      <dgm:prSet/>
      <dgm:spPr/>
      <dgm:t>
        <a:bodyPr/>
        <a:lstStyle/>
        <a:p>
          <a:r>
            <a:rPr lang="en-DE"/>
            <a:t>Szünetek alkalmazása</a:t>
          </a:r>
          <a:endParaRPr lang="en-US"/>
        </a:p>
      </dgm:t>
    </dgm:pt>
    <dgm:pt modelId="{3398BE29-E110-4B8A-91B4-9A77D01242AA}" type="parTrans" cxnId="{FC42AEB1-D8F5-486F-855E-AA5A51081948}">
      <dgm:prSet/>
      <dgm:spPr/>
      <dgm:t>
        <a:bodyPr/>
        <a:lstStyle/>
        <a:p>
          <a:endParaRPr lang="en-US"/>
        </a:p>
      </dgm:t>
    </dgm:pt>
    <dgm:pt modelId="{46D46350-E9C7-4EF6-ABA0-452BFB13FF31}" type="sibTrans" cxnId="{FC42AEB1-D8F5-486F-855E-AA5A51081948}">
      <dgm:prSet/>
      <dgm:spPr/>
      <dgm:t>
        <a:bodyPr/>
        <a:lstStyle/>
        <a:p>
          <a:endParaRPr lang="en-US"/>
        </a:p>
      </dgm:t>
    </dgm:pt>
    <dgm:pt modelId="{F1E1A75B-D1FA-48BC-9F57-4645413DCF34}" type="pres">
      <dgm:prSet presAssocID="{0A992827-E2B2-4E5A-BB0C-8FFD9494FF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EA5344-FB5B-426D-BA48-7EBBA26A7AB6}" type="pres">
      <dgm:prSet presAssocID="{020D2211-A62F-4EF0-ADFB-E597F0B6FD3B}" presName="hierRoot1" presStyleCnt="0"/>
      <dgm:spPr/>
    </dgm:pt>
    <dgm:pt modelId="{78052DAB-3A18-468F-ACA0-669D85F426F9}" type="pres">
      <dgm:prSet presAssocID="{020D2211-A62F-4EF0-ADFB-E597F0B6FD3B}" presName="composite" presStyleCnt="0"/>
      <dgm:spPr/>
    </dgm:pt>
    <dgm:pt modelId="{35AA5108-A3CC-451C-A853-72E58FA88A7F}" type="pres">
      <dgm:prSet presAssocID="{020D2211-A62F-4EF0-ADFB-E597F0B6FD3B}" presName="background" presStyleLbl="node0" presStyleIdx="0" presStyleCnt="4"/>
      <dgm:spPr/>
    </dgm:pt>
    <dgm:pt modelId="{78CF3F27-E180-4537-8078-A3D62921936E}" type="pres">
      <dgm:prSet presAssocID="{020D2211-A62F-4EF0-ADFB-E597F0B6FD3B}" presName="text" presStyleLbl="fgAcc0" presStyleIdx="0" presStyleCnt="4">
        <dgm:presLayoutVars>
          <dgm:chPref val="3"/>
        </dgm:presLayoutVars>
      </dgm:prSet>
      <dgm:spPr/>
    </dgm:pt>
    <dgm:pt modelId="{2EBF9140-F549-4B30-9673-C8BD33352EAC}" type="pres">
      <dgm:prSet presAssocID="{020D2211-A62F-4EF0-ADFB-E597F0B6FD3B}" presName="hierChild2" presStyleCnt="0"/>
      <dgm:spPr/>
    </dgm:pt>
    <dgm:pt modelId="{8AA63AC4-E424-4A7F-A452-D7E033B36551}" type="pres">
      <dgm:prSet presAssocID="{9927964A-F2D2-4D56-B7DC-3B4A2DB9C8B3}" presName="hierRoot1" presStyleCnt="0"/>
      <dgm:spPr/>
    </dgm:pt>
    <dgm:pt modelId="{3D65B005-6FD1-48B9-978A-2C3E345CB166}" type="pres">
      <dgm:prSet presAssocID="{9927964A-F2D2-4D56-B7DC-3B4A2DB9C8B3}" presName="composite" presStyleCnt="0"/>
      <dgm:spPr/>
    </dgm:pt>
    <dgm:pt modelId="{A8A75A8B-1744-47E4-9E31-0747294752A1}" type="pres">
      <dgm:prSet presAssocID="{9927964A-F2D2-4D56-B7DC-3B4A2DB9C8B3}" presName="background" presStyleLbl="node0" presStyleIdx="1" presStyleCnt="4"/>
      <dgm:spPr/>
    </dgm:pt>
    <dgm:pt modelId="{15CDE5EF-941E-414C-8648-7238A08AC434}" type="pres">
      <dgm:prSet presAssocID="{9927964A-F2D2-4D56-B7DC-3B4A2DB9C8B3}" presName="text" presStyleLbl="fgAcc0" presStyleIdx="1" presStyleCnt="4">
        <dgm:presLayoutVars>
          <dgm:chPref val="3"/>
        </dgm:presLayoutVars>
      </dgm:prSet>
      <dgm:spPr/>
    </dgm:pt>
    <dgm:pt modelId="{F5BE7491-7D11-422A-BF59-5F2D2E08CFED}" type="pres">
      <dgm:prSet presAssocID="{9927964A-F2D2-4D56-B7DC-3B4A2DB9C8B3}" presName="hierChild2" presStyleCnt="0"/>
      <dgm:spPr/>
    </dgm:pt>
    <dgm:pt modelId="{2605BD6C-3AA9-4873-AE8E-219E33D81056}" type="pres">
      <dgm:prSet presAssocID="{A0107645-84B1-49D2-A149-C3E5369F4B7E}" presName="hierRoot1" presStyleCnt="0"/>
      <dgm:spPr/>
    </dgm:pt>
    <dgm:pt modelId="{DAC7BBE6-96AB-4A05-9A8C-53BCE1146015}" type="pres">
      <dgm:prSet presAssocID="{A0107645-84B1-49D2-A149-C3E5369F4B7E}" presName="composite" presStyleCnt="0"/>
      <dgm:spPr/>
    </dgm:pt>
    <dgm:pt modelId="{A6E7F3E4-B96A-4065-91E0-AC2B8CC1CB86}" type="pres">
      <dgm:prSet presAssocID="{A0107645-84B1-49D2-A149-C3E5369F4B7E}" presName="background" presStyleLbl="node0" presStyleIdx="2" presStyleCnt="4"/>
      <dgm:spPr/>
    </dgm:pt>
    <dgm:pt modelId="{B054EA7C-2C26-453B-9B45-437D85C29AC3}" type="pres">
      <dgm:prSet presAssocID="{A0107645-84B1-49D2-A149-C3E5369F4B7E}" presName="text" presStyleLbl="fgAcc0" presStyleIdx="2" presStyleCnt="4">
        <dgm:presLayoutVars>
          <dgm:chPref val="3"/>
        </dgm:presLayoutVars>
      </dgm:prSet>
      <dgm:spPr/>
    </dgm:pt>
    <dgm:pt modelId="{B4E0E753-F7F8-423E-B9F4-E793836C0619}" type="pres">
      <dgm:prSet presAssocID="{A0107645-84B1-49D2-A149-C3E5369F4B7E}" presName="hierChild2" presStyleCnt="0"/>
      <dgm:spPr/>
    </dgm:pt>
    <dgm:pt modelId="{E169647E-A7F0-4A77-8626-67E1A802D565}" type="pres">
      <dgm:prSet presAssocID="{E15F11EB-478A-47F1-B3B0-9BB8F1AA0747}" presName="hierRoot1" presStyleCnt="0"/>
      <dgm:spPr/>
    </dgm:pt>
    <dgm:pt modelId="{39AE14CB-8ECB-403F-A194-5447C645B9F8}" type="pres">
      <dgm:prSet presAssocID="{E15F11EB-478A-47F1-B3B0-9BB8F1AA0747}" presName="composite" presStyleCnt="0"/>
      <dgm:spPr/>
    </dgm:pt>
    <dgm:pt modelId="{E1EDC15E-83B4-437E-85CD-9E52F1D360C8}" type="pres">
      <dgm:prSet presAssocID="{E15F11EB-478A-47F1-B3B0-9BB8F1AA0747}" presName="background" presStyleLbl="node0" presStyleIdx="3" presStyleCnt="4"/>
      <dgm:spPr/>
    </dgm:pt>
    <dgm:pt modelId="{26D6D98A-630B-495F-A117-1008EE31B3EA}" type="pres">
      <dgm:prSet presAssocID="{E15F11EB-478A-47F1-B3B0-9BB8F1AA0747}" presName="text" presStyleLbl="fgAcc0" presStyleIdx="3" presStyleCnt="4">
        <dgm:presLayoutVars>
          <dgm:chPref val="3"/>
        </dgm:presLayoutVars>
      </dgm:prSet>
      <dgm:spPr/>
    </dgm:pt>
    <dgm:pt modelId="{D3446ACC-3587-4200-BDCD-5ED2F3B46C04}" type="pres">
      <dgm:prSet presAssocID="{E15F11EB-478A-47F1-B3B0-9BB8F1AA0747}" presName="hierChild2" presStyleCnt="0"/>
      <dgm:spPr/>
    </dgm:pt>
  </dgm:ptLst>
  <dgm:cxnLst>
    <dgm:cxn modelId="{7AD21120-21CA-4C19-B3A1-B604A6240B5E}" type="presOf" srcId="{E15F11EB-478A-47F1-B3B0-9BB8F1AA0747}" destId="{26D6D98A-630B-495F-A117-1008EE31B3EA}" srcOrd="0" destOrd="0" presId="urn:microsoft.com/office/officeart/2005/8/layout/hierarchy1"/>
    <dgm:cxn modelId="{6B798078-0E2A-466D-8FFC-B7BE48332006}" srcId="{0A992827-E2B2-4E5A-BB0C-8FFD9494FFF5}" destId="{020D2211-A62F-4EF0-ADFB-E597F0B6FD3B}" srcOrd="0" destOrd="0" parTransId="{250D7D3D-743B-4740-8DD5-C442CE02F364}" sibTransId="{A74B154B-0436-40C1-8DBC-3F2815C3241A}"/>
    <dgm:cxn modelId="{0AB5F67D-E79F-4269-A9B9-050675296632}" srcId="{0A992827-E2B2-4E5A-BB0C-8FFD9494FFF5}" destId="{A0107645-84B1-49D2-A149-C3E5369F4B7E}" srcOrd="2" destOrd="0" parTransId="{53E3C1E5-164F-4A88-99EC-C1B56EDBDD0D}" sibTransId="{9A6D9C6F-62B4-4061-A833-A8F63C0483B8}"/>
    <dgm:cxn modelId="{8520329C-7DEC-4C08-9AAE-E6A857DB85A3}" srcId="{0A992827-E2B2-4E5A-BB0C-8FFD9494FFF5}" destId="{9927964A-F2D2-4D56-B7DC-3B4A2DB9C8B3}" srcOrd="1" destOrd="0" parTransId="{AE1792D3-4C10-43EB-B878-81AF688E3481}" sibTransId="{3F0C1253-932A-4BEA-BADD-798EE72BBE0D}"/>
    <dgm:cxn modelId="{AC5BF5AB-F062-4D2E-8F16-740CEE50736E}" type="presOf" srcId="{A0107645-84B1-49D2-A149-C3E5369F4B7E}" destId="{B054EA7C-2C26-453B-9B45-437D85C29AC3}" srcOrd="0" destOrd="0" presId="urn:microsoft.com/office/officeart/2005/8/layout/hierarchy1"/>
    <dgm:cxn modelId="{3BD0ABB0-683A-472B-A37C-6F55A21C1ACF}" type="presOf" srcId="{020D2211-A62F-4EF0-ADFB-E597F0B6FD3B}" destId="{78CF3F27-E180-4537-8078-A3D62921936E}" srcOrd="0" destOrd="0" presId="urn:microsoft.com/office/officeart/2005/8/layout/hierarchy1"/>
    <dgm:cxn modelId="{FC42AEB1-D8F5-486F-855E-AA5A51081948}" srcId="{0A992827-E2B2-4E5A-BB0C-8FFD9494FFF5}" destId="{E15F11EB-478A-47F1-B3B0-9BB8F1AA0747}" srcOrd="3" destOrd="0" parTransId="{3398BE29-E110-4B8A-91B4-9A77D01242AA}" sibTransId="{46D46350-E9C7-4EF6-ABA0-452BFB13FF31}"/>
    <dgm:cxn modelId="{11CE27C9-AB40-4C23-A4A6-87BC03C5373A}" type="presOf" srcId="{9927964A-F2D2-4D56-B7DC-3B4A2DB9C8B3}" destId="{15CDE5EF-941E-414C-8648-7238A08AC434}" srcOrd="0" destOrd="0" presId="urn:microsoft.com/office/officeart/2005/8/layout/hierarchy1"/>
    <dgm:cxn modelId="{E75D55E4-859E-4A23-997F-49A18A7E0A15}" type="presOf" srcId="{0A992827-E2B2-4E5A-BB0C-8FFD9494FFF5}" destId="{F1E1A75B-D1FA-48BC-9F57-4645413DCF34}" srcOrd="0" destOrd="0" presId="urn:microsoft.com/office/officeart/2005/8/layout/hierarchy1"/>
    <dgm:cxn modelId="{7BC62E9C-B5A3-48AD-AD32-F7B9F03B9C41}" type="presParOf" srcId="{F1E1A75B-D1FA-48BC-9F57-4645413DCF34}" destId="{25EA5344-FB5B-426D-BA48-7EBBA26A7AB6}" srcOrd="0" destOrd="0" presId="urn:microsoft.com/office/officeart/2005/8/layout/hierarchy1"/>
    <dgm:cxn modelId="{0A171074-27A0-4843-A864-C32A9D3A29E2}" type="presParOf" srcId="{25EA5344-FB5B-426D-BA48-7EBBA26A7AB6}" destId="{78052DAB-3A18-468F-ACA0-669D85F426F9}" srcOrd="0" destOrd="0" presId="urn:microsoft.com/office/officeart/2005/8/layout/hierarchy1"/>
    <dgm:cxn modelId="{5CFA96F9-57B8-4A90-96C8-2C303AD733B1}" type="presParOf" srcId="{78052DAB-3A18-468F-ACA0-669D85F426F9}" destId="{35AA5108-A3CC-451C-A853-72E58FA88A7F}" srcOrd="0" destOrd="0" presId="urn:microsoft.com/office/officeart/2005/8/layout/hierarchy1"/>
    <dgm:cxn modelId="{E155DEC1-6396-474E-9899-AD58519995FC}" type="presParOf" srcId="{78052DAB-3A18-468F-ACA0-669D85F426F9}" destId="{78CF3F27-E180-4537-8078-A3D62921936E}" srcOrd="1" destOrd="0" presId="urn:microsoft.com/office/officeart/2005/8/layout/hierarchy1"/>
    <dgm:cxn modelId="{1C260CBC-1920-4FE4-91D8-BFACE469FC9C}" type="presParOf" srcId="{25EA5344-FB5B-426D-BA48-7EBBA26A7AB6}" destId="{2EBF9140-F549-4B30-9673-C8BD33352EAC}" srcOrd="1" destOrd="0" presId="urn:microsoft.com/office/officeart/2005/8/layout/hierarchy1"/>
    <dgm:cxn modelId="{6492D6D3-4A80-41DB-9C64-00886A881047}" type="presParOf" srcId="{F1E1A75B-D1FA-48BC-9F57-4645413DCF34}" destId="{8AA63AC4-E424-4A7F-A452-D7E033B36551}" srcOrd="1" destOrd="0" presId="urn:microsoft.com/office/officeart/2005/8/layout/hierarchy1"/>
    <dgm:cxn modelId="{A530719D-F171-4FC2-97F2-F752DB581844}" type="presParOf" srcId="{8AA63AC4-E424-4A7F-A452-D7E033B36551}" destId="{3D65B005-6FD1-48B9-978A-2C3E345CB166}" srcOrd="0" destOrd="0" presId="urn:microsoft.com/office/officeart/2005/8/layout/hierarchy1"/>
    <dgm:cxn modelId="{ACA4ACCC-A83C-4107-9678-4392E820EDF6}" type="presParOf" srcId="{3D65B005-6FD1-48B9-978A-2C3E345CB166}" destId="{A8A75A8B-1744-47E4-9E31-0747294752A1}" srcOrd="0" destOrd="0" presId="urn:microsoft.com/office/officeart/2005/8/layout/hierarchy1"/>
    <dgm:cxn modelId="{AD47DD9E-07FE-4785-B082-CE56FBB699DB}" type="presParOf" srcId="{3D65B005-6FD1-48B9-978A-2C3E345CB166}" destId="{15CDE5EF-941E-414C-8648-7238A08AC434}" srcOrd="1" destOrd="0" presId="urn:microsoft.com/office/officeart/2005/8/layout/hierarchy1"/>
    <dgm:cxn modelId="{49EEDBF7-2753-4411-99F3-6FA2C20F0061}" type="presParOf" srcId="{8AA63AC4-E424-4A7F-A452-D7E033B36551}" destId="{F5BE7491-7D11-422A-BF59-5F2D2E08CFED}" srcOrd="1" destOrd="0" presId="urn:microsoft.com/office/officeart/2005/8/layout/hierarchy1"/>
    <dgm:cxn modelId="{32EBB847-0907-4685-A1F6-D12E568AC4A0}" type="presParOf" srcId="{F1E1A75B-D1FA-48BC-9F57-4645413DCF34}" destId="{2605BD6C-3AA9-4873-AE8E-219E33D81056}" srcOrd="2" destOrd="0" presId="urn:microsoft.com/office/officeart/2005/8/layout/hierarchy1"/>
    <dgm:cxn modelId="{74EBD76D-DCB8-42FD-8B8E-028314AD69AC}" type="presParOf" srcId="{2605BD6C-3AA9-4873-AE8E-219E33D81056}" destId="{DAC7BBE6-96AB-4A05-9A8C-53BCE1146015}" srcOrd="0" destOrd="0" presId="urn:microsoft.com/office/officeart/2005/8/layout/hierarchy1"/>
    <dgm:cxn modelId="{A27392BC-662A-4340-B827-57E92A7C9591}" type="presParOf" srcId="{DAC7BBE6-96AB-4A05-9A8C-53BCE1146015}" destId="{A6E7F3E4-B96A-4065-91E0-AC2B8CC1CB86}" srcOrd="0" destOrd="0" presId="urn:microsoft.com/office/officeart/2005/8/layout/hierarchy1"/>
    <dgm:cxn modelId="{B129E85F-5FDF-4D6F-8F8A-E51CFF8E2747}" type="presParOf" srcId="{DAC7BBE6-96AB-4A05-9A8C-53BCE1146015}" destId="{B054EA7C-2C26-453B-9B45-437D85C29AC3}" srcOrd="1" destOrd="0" presId="urn:microsoft.com/office/officeart/2005/8/layout/hierarchy1"/>
    <dgm:cxn modelId="{F96EC760-061C-404E-B6FD-9589CECC2FFD}" type="presParOf" srcId="{2605BD6C-3AA9-4873-AE8E-219E33D81056}" destId="{B4E0E753-F7F8-423E-B9F4-E793836C0619}" srcOrd="1" destOrd="0" presId="urn:microsoft.com/office/officeart/2005/8/layout/hierarchy1"/>
    <dgm:cxn modelId="{48B6D698-E569-43F5-8082-4D656E70763A}" type="presParOf" srcId="{F1E1A75B-D1FA-48BC-9F57-4645413DCF34}" destId="{E169647E-A7F0-4A77-8626-67E1A802D565}" srcOrd="3" destOrd="0" presId="urn:microsoft.com/office/officeart/2005/8/layout/hierarchy1"/>
    <dgm:cxn modelId="{5FE0D838-7ECA-4D42-A199-273200711B29}" type="presParOf" srcId="{E169647E-A7F0-4A77-8626-67E1A802D565}" destId="{39AE14CB-8ECB-403F-A194-5447C645B9F8}" srcOrd="0" destOrd="0" presId="urn:microsoft.com/office/officeart/2005/8/layout/hierarchy1"/>
    <dgm:cxn modelId="{9B306DCB-1DE0-48F0-886B-FD78EFA9DAE5}" type="presParOf" srcId="{39AE14CB-8ECB-403F-A194-5447C645B9F8}" destId="{E1EDC15E-83B4-437E-85CD-9E52F1D360C8}" srcOrd="0" destOrd="0" presId="urn:microsoft.com/office/officeart/2005/8/layout/hierarchy1"/>
    <dgm:cxn modelId="{5FF9C9E0-14A9-4CB8-9DF1-41B8EADA7A6B}" type="presParOf" srcId="{39AE14CB-8ECB-403F-A194-5447C645B9F8}" destId="{26D6D98A-630B-495F-A117-1008EE31B3EA}" srcOrd="1" destOrd="0" presId="urn:microsoft.com/office/officeart/2005/8/layout/hierarchy1"/>
    <dgm:cxn modelId="{9495976A-8C88-4F25-AF86-43A9365317C6}" type="presParOf" srcId="{E169647E-A7F0-4A77-8626-67E1A802D565}" destId="{D3446ACC-3587-4200-BDCD-5ED2F3B46C0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C908DB-013F-45AD-B746-88A6B850DCB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522B35-2AA8-40DF-BA4E-C09D559ADEE5}">
      <dgm:prSet/>
      <dgm:spPr/>
      <dgm:t>
        <a:bodyPr/>
        <a:lstStyle/>
        <a:p>
          <a:r>
            <a:rPr lang="en-DE"/>
            <a:t>Hangos felolvasás</a:t>
          </a:r>
          <a:endParaRPr lang="en-US"/>
        </a:p>
      </dgm:t>
    </dgm:pt>
    <dgm:pt modelId="{7EEB05FE-1959-4795-8940-12094C555737}" type="parTrans" cxnId="{5959FEB5-835C-408A-9CE0-8C15B9E0D9FF}">
      <dgm:prSet/>
      <dgm:spPr/>
      <dgm:t>
        <a:bodyPr/>
        <a:lstStyle/>
        <a:p>
          <a:endParaRPr lang="en-US"/>
        </a:p>
      </dgm:t>
    </dgm:pt>
    <dgm:pt modelId="{37F4F8B4-3251-47AB-9C16-D043F3C82160}" type="sibTrans" cxnId="{5959FEB5-835C-408A-9CE0-8C15B9E0D9FF}">
      <dgm:prSet/>
      <dgm:spPr/>
      <dgm:t>
        <a:bodyPr/>
        <a:lstStyle/>
        <a:p>
          <a:endParaRPr lang="en-US"/>
        </a:p>
      </dgm:t>
    </dgm:pt>
    <dgm:pt modelId="{DC76DD30-0B26-4037-893A-09B3BDAB0DA8}">
      <dgm:prSet/>
      <dgm:spPr/>
      <dgm:t>
        <a:bodyPr/>
        <a:lstStyle/>
        <a:p>
          <a:r>
            <a:rPr lang="en-DE"/>
            <a:t>Előadás tükör előtt</a:t>
          </a:r>
          <a:endParaRPr lang="en-US"/>
        </a:p>
      </dgm:t>
    </dgm:pt>
    <dgm:pt modelId="{5A8556C4-DAB7-4772-99EE-AFE9BCFB3E93}" type="parTrans" cxnId="{12B4A09A-34D9-4011-AB83-357E5D8698D8}">
      <dgm:prSet/>
      <dgm:spPr/>
      <dgm:t>
        <a:bodyPr/>
        <a:lstStyle/>
        <a:p>
          <a:endParaRPr lang="en-US"/>
        </a:p>
      </dgm:t>
    </dgm:pt>
    <dgm:pt modelId="{CEB63B3E-686B-4AD9-83A7-44CAADDA4E6F}" type="sibTrans" cxnId="{12B4A09A-34D9-4011-AB83-357E5D8698D8}">
      <dgm:prSet/>
      <dgm:spPr/>
      <dgm:t>
        <a:bodyPr/>
        <a:lstStyle/>
        <a:p>
          <a:endParaRPr lang="en-US"/>
        </a:p>
      </dgm:t>
    </dgm:pt>
    <dgm:pt modelId="{DEA995BD-DFA2-4F6B-92EC-08D3C0421851}">
      <dgm:prSet/>
      <dgm:spPr/>
      <dgm:t>
        <a:bodyPr/>
        <a:lstStyle/>
        <a:p>
          <a:r>
            <a:rPr lang="en-DE"/>
            <a:t>Saját hang felvétel</a:t>
          </a:r>
          <a:endParaRPr lang="en-US"/>
        </a:p>
      </dgm:t>
    </dgm:pt>
    <dgm:pt modelId="{22A482AB-5D8B-41D2-93D4-C25F3B19F016}" type="parTrans" cxnId="{7AB04A14-AB0F-4078-AA3D-E28077F8D090}">
      <dgm:prSet/>
      <dgm:spPr/>
      <dgm:t>
        <a:bodyPr/>
        <a:lstStyle/>
        <a:p>
          <a:endParaRPr lang="en-US"/>
        </a:p>
      </dgm:t>
    </dgm:pt>
    <dgm:pt modelId="{CF4CD1DE-993F-4D05-94E0-91193AC3A008}" type="sibTrans" cxnId="{7AB04A14-AB0F-4078-AA3D-E28077F8D090}">
      <dgm:prSet/>
      <dgm:spPr/>
      <dgm:t>
        <a:bodyPr/>
        <a:lstStyle/>
        <a:p>
          <a:endParaRPr lang="en-US"/>
        </a:p>
      </dgm:t>
    </dgm:pt>
    <dgm:pt modelId="{89E64A30-24AC-44A2-A51E-D2BB94DBE140}">
      <dgm:prSet/>
      <dgm:spPr/>
      <dgm:t>
        <a:bodyPr/>
        <a:lstStyle/>
        <a:p>
          <a:r>
            <a:rPr lang="en-DE"/>
            <a:t>Gyakorlás család vagy barátok előtt</a:t>
          </a:r>
          <a:endParaRPr lang="en-US"/>
        </a:p>
      </dgm:t>
    </dgm:pt>
    <dgm:pt modelId="{CB4CF3BE-E2CD-4E68-B213-64B5CFCA895B}" type="parTrans" cxnId="{813F4A0A-FD70-4551-953B-5283C17D9D8F}">
      <dgm:prSet/>
      <dgm:spPr/>
      <dgm:t>
        <a:bodyPr/>
        <a:lstStyle/>
        <a:p>
          <a:endParaRPr lang="en-US"/>
        </a:p>
      </dgm:t>
    </dgm:pt>
    <dgm:pt modelId="{A1F8215C-261B-4D89-B24B-AACABE40A1AC}" type="sibTrans" cxnId="{813F4A0A-FD70-4551-953B-5283C17D9D8F}">
      <dgm:prSet/>
      <dgm:spPr/>
      <dgm:t>
        <a:bodyPr/>
        <a:lstStyle/>
        <a:p>
          <a:endParaRPr lang="en-US"/>
        </a:p>
      </dgm:t>
    </dgm:pt>
    <dgm:pt modelId="{26EC1B55-2517-4D75-BC8D-116F46F7BAF3}" type="pres">
      <dgm:prSet presAssocID="{E5C908DB-013F-45AD-B746-88A6B850DCBA}" presName="Name0" presStyleCnt="0">
        <dgm:presLayoutVars>
          <dgm:dir/>
          <dgm:animLvl val="lvl"/>
          <dgm:resizeHandles val="exact"/>
        </dgm:presLayoutVars>
      </dgm:prSet>
      <dgm:spPr/>
    </dgm:pt>
    <dgm:pt modelId="{7F711B9C-046F-4EEA-AB8E-9F5C2814BE38}" type="pres">
      <dgm:prSet presAssocID="{E6522B35-2AA8-40DF-BA4E-C09D559ADEE5}" presName="linNode" presStyleCnt="0"/>
      <dgm:spPr/>
    </dgm:pt>
    <dgm:pt modelId="{50216EDF-8A1E-42D4-A7AA-5B2CA569327A}" type="pres">
      <dgm:prSet presAssocID="{E6522B35-2AA8-40DF-BA4E-C09D559ADEE5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739490E-6E1D-4B7F-8D9E-25A4ABB5A10C}" type="pres">
      <dgm:prSet presAssocID="{37F4F8B4-3251-47AB-9C16-D043F3C82160}" presName="sp" presStyleCnt="0"/>
      <dgm:spPr/>
    </dgm:pt>
    <dgm:pt modelId="{9C923339-2EBB-4EFF-A276-C7826AE6B53E}" type="pres">
      <dgm:prSet presAssocID="{DC76DD30-0B26-4037-893A-09B3BDAB0DA8}" presName="linNode" presStyleCnt="0"/>
      <dgm:spPr/>
    </dgm:pt>
    <dgm:pt modelId="{D787BB5E-C270-47B1-BA9A-FC6C3F03EF9E}" type="pres">
      <dgm:prSet presAssocID="{DC76DD30-0B26-4037-893A-09B3BDAB0DA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449B6A06-7461-4BB6-97C1-B5CF192E70EB}" type="pres">
      <dgm:prSet presAssocID="{CEB63B3E-686B-4AD9-83A7-44CAADDA4E6F}" presName="sp" presStyleCnt="0"/>
      <dgm:spPr/>
    </dgm:pt>
    <dgm:pt modelId="{38EE95A4-799C-4DCE-A443-03639A95D2B6}" type="pres">
      <dgm:prSet presAssocID="{DEA995BD-DFA2-4F6B-92EC-08D3C0421851}" presName="linNode" presStyleCnt="0"/>
      <dgm:spPr/>
    </dgm:pt>
    <dgm:pt modelId="{EF467B21-2571-4F1C-A510-310AA1D86847}" type="pres">
      <dgm:prSet presAssocID="{DEA995BD-DFA2-4F6B-92EC-08D3C0421851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5A49AB6-2148-4B4C-BDF2-1F7AE5DB0FB0}" type="pres">
      <dgm:prSet presAssocID="{CF4CD1DE-993F-4D05-94E0-91193AC3A008}" presName="sp" presStyleCnt="0"/>
      <dgm:spPr/>
    </dgm:pt>
    <dgm:pt modelId="{ABCEE9A4-DFB7-457C-849C-0B3B10E5E599}" type="pres">
      <dgm:prSet presAssocID="{89E64A30-24AC-44A2-A51E-D2BB94DBE140}" presName="linNode" presStyleCnt="0"/>
      <dgm:spPr/>
    </dgm:pt>
    <dgm:pt modelId="{EA7FEC3F-3DD6-4AB8-AD9D-5DA9EEAAB4B3}" type="pres">
      <dgm:prSet presAssocID="{89E64A30-24AC-44A2-A51E-D2BB94DBE140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813F4A0A-FD70-4551-953B-5283C17D9D8F}" srcId="{E5C908DB-013F-45AD-B746-88A6B850DCBA}" destId="{89E64A30-24AC-44A2-A51E-D2BB94DBE140}" srcOrd="3" destOrd="0" parTransId="{CB4CF3BE-E2CD-4E68-B213-64B5CFCA895B}" sibTransId="{A1F8215C-261B-4D89-B24B-AACABE40A1AC}"/>
    <dgm:cxn modelId="{7AB04A14-AB0F-4078-AA3D-E28077F8D090}" srcId="{E5C908DB-013F-45AD-B746-88A6B850DCBA}" destId="{DEA995BD-DFA2-4F6B-92EC-08D3C0421851}" srcOrd="2" destOrd="0" parTransId="{22A482AB-5D8B-41D2-93D4-C25F3B19F016}" sibTransId="{CF4CD1DE-993F-4D05-94E0-91193AC3A008}"/>
    <dgm:cxn modelId="{FD534764-7788-4244-BF89-161A1E5B332F}" type="presOf" srcId="{89E64A30-24AC-44A2-A51E-D2BB94DBE140}" destId="{EA7FEC3F-3DD6-4AB8-AD9D-5DA9EEAAB4B3}" srcOrd="0" destOrd="0" presId="urn:microsoft.com/office/officeart/2005/8/layout/vList5"/>
    <dgm:cxn modelId="{73086680-2E8C-4730-813B-93A2E8A1F0B3}" type="presOf" srcId="{DC76DD30-0B26-4037-893A-09B3BDAB0DA8}" destId="{D787BB5E-C270-47B1-BA9A-FC6C3F03EF9E}" srcOrd="0" destOrd="0" presId="urn:microsoft.com/office/officeart/2005/8/layout/vList5"/>
    <dgm:cxn modelId="{B5AED780-EFCF-434B-B6C2-2EA3562F1EE0}" type="presOf" srcId="{E6522B35-2AA8-40DF-BA4E-C09D559ADEE5}" destId="{50216EDF-8A1E-42D4-A7AA-5B2CA569327A}" srcOrd="0" destOrd="0" presId="urn:microsoft.com/office/officeart/2005/8/layout/vList5"/>
    <dgm:cxn modelId="{12B4A09A-34D9-4011-AB83-357E5D8698D8}" srcId="{E5C908DB-013F-45AD-B746-88A6B850DCBA}" destId="{DC76DD30-0B26-4037-893A-09B3BDAB0DA8}" srcOrd="1" destOrd="0" parTransId="{5A8556C4-DAB7-4772-99EE-AFE9BCFB3E93}" sibTransId="{CEB63B3E-686B-4AD9-83A7-44CAADDA4E6F}"/>
    <dgm:cxn modelId="{783B39A8-0CE5-4B11-AF7B-06A80475A712}" type="presOf" srcId="{E5C908DB-013F-45AD-B746-88A6B850DCBA}" destId="{26EC1B55-2517-4D75-BC8D-116F46F7BAF3}" srcOrd="0" destOrd="0" presId="urn:microsoft.com/office/officeart/2005/8/layout/vList5"/>
    <dgm:cxn modelId="{5959FEB5-835C-408A-9CE0-8C15B9E0D9FF}" srcId="{E5C908DB-013F-45AD-B746-88A6B850DCBA}" destId="{E6522B35-2AA8-40DF-BA4E-C09D559ADEE5}" srcOrd="0" destOrd="0" parTransId="{7EEB05FE-1959-4795-8940-12094C555737}" sibTransId="{37F4F8B4-3251-47AB-9C16-D043F3C82160}"/>
    <dgm:cxn modelId="{CB21E5D4-E109-4543-B866-DD6AC68D8A27}" type="presOf" srcId="{DEA995BD-DFA2-4F6B-92EC-08D3C0421851}" destId="{EF467B21-2571-4F1C-A510-310AA1D86847}" srcOrd="0" destOrd="0" presId="urn:microsoft.com/office/officeart/2005/8/layout/vList5"/>
    <dgm:cxn modelId="{9D21F47B-F926-4E0A-BB4E-A78C93CC2711}" type="presParOf" srcId="{26EC1B55-2517-4D75-BC8D-116F46F7BAF3}" destId="{7F711B9C-046F-4EEA-AB8E-9F5C2814BE38}" srcOrd="0" destOrd="0" presId="urn:microsoft.com/office/officeart/2005/8/layout/vList5"/>
    <dgm:cxn modelId="{1D72FDCF-7264-477A-AB4C-783D8A4BA96A}" type="presParOf" srcId="{7F711B9C-046F-4EEA-AB8E-9F5C2814BE38}" destId="{50216EDF-8A1E-42D4-A7AA-5B2CA569327A}" srcOrd="0" destOrd="0" presId="urn:microsoft.com/office/officeart/2005/8/layout/vList5"/>
    <dgm:cxn modelId="{719DA11F-EAF7-4795-B4BF-9F6F56946B1D}" type="presParOf" srcId="{26EC1B55-2517-4D75-BC8D-116F46F7BAF3}" destId="{4739490E-6E1D-4B7F-8D9E-25A4ABB5A10C}" srcOrd="1" destOrd="0" presId="urn:microsoft.com/office/officeart/2005/8/layout/vList5"/>
    <dgm:cxn modelId="{72F0D1C4-AEA2-4882-9FE4-40FA8B3BE494}" type="presParOf" srcId="{26EC1B55-2517-4D75-BC8D-116F46F7BAF3}" destId="{9C923339-2EBB-4EFF-A276-C7826AE6B53E}" srcOrd="2" destOrd="0" presId="urn:microsoft.com/office/officeart/2005/8/layout/vList5"/>
    <dgm:cxn modelId="{C514CB85-CFF7-4ECA-A07D-4B557E51F671}" type="presParOf" srcId="{9C923339-2EBB-4EFF-A276-C7826AE6B53E}" destId="{D787BB5E-C270-47B1-BA9A-FC6C3F03EF9E}" srcOrd="0" destOrd="0" presId="urn:microsoft.com/office/officeart/2005/8/layout/vList5"/>
    <dgm:cxn modelId="{BB254155-3DFB-40A2-AAC5-5D3606BAC38D}" type="presParOf" srcId="{26EC1B55-2517-4D75-BC8D-116F46F7BAF3}" destId="{449B6A06-7461-4BB6-97C1-B5CF192E70EB}" srcOrd="3" destOrd="0" presId="urn:microsoft.com/office/officeart/2005/8/layout/vList5"/>
    <dgm:cxn modelId="{C8B392F7-6170-40CF-BF22-BF49BDA1D255}" type="presParOf" srcId="{26EC1B55-2517-4D75-BC8D-116F46F7BAF3}" destId="{38EE95A4-799C-4DCE-A443-03639A95D2B6}" srcOrd="4" destOrd="0" presId="urn:microsoft.com/office/officeart/2005/8/layout/vList5"/>
    <dgm:cxn modelId="{531B8D03-A43D-4CF2-8D89-2DC997DE78A2}" type="presParOf" srcId="{38EE95A4-799C-4DCE-A443-03639A95D2B6}" destId="{EF467B21-2571-4F1C-A510-310AA1D86847}" srcOrd="0" destOrd="0" presId="urn:microsoft.com/office/officeart/2005/8/layout/vList5"/>
    <dgm:cxn modelId="{B005AC83-D5D8-47BF-B1A3-15E716F1C7A3}" type="presParOf" srcId="{26EC1B55-2517-4D75-BC8D-116F46F7BAF3}" destId="{D5A49AB6-2148-4B4C-BDF2-1F7AE5DB0FB0}" srcOrd="5" destOrd="0" presId="urn:microsoft.com/office/officeart/2005/8/layout/vList5"/>
    <dgm:cxn modelId="{7D66A15A-EBD8-41A9-8F7D-8712A29B1132}" type="presParOf" srcId="{26EC1B55-2517-4D75-BC8D-116F46F7BAF3}" destId="{ABCEE9A4-DFB7-457C-849C-0B3B10E5E599}" srcOrd="6" destOrd="0" presId="urn:microsoft.com/office/officeart/2005/8/layout/vList5"/>
    <dgm:cxn modelId="{AD2CBB56-3A4A-4AB4-9F5D-7273D8464A73}" type="presParOf" srcId="{ABCEE9A4-DFB7-457C-849C-0B3B10E5E599}" destId="{EA7FEC3F-3DD6-4AB8-AD9D-5DA9EEAAB4B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6F5EBD-6FD9-4B12-AEC4-FB4EEA3055C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B5BC3A-0A1B-4E10-BC94-49A96416AE79}">
      <dgm:prSet/>
      <dgm:spPr/>
      <dgm:t>
        <a:bodyPr/>
        <a:lstStyle/>
        <a:p>
          <a:r>
            <a:rPr lang="en-DE"/>
            <a:t>Túl gyors beszéd</a:t>
          </a:r>
          <a:endParaRPr lang="en-US"/>
        </a:p>
      </dgm:t>
    </dgm:pt>
    <dgm:pt modelId="{A9DDD7C8-EBD0-4402-A318-F79DDBC4B97E}" type="parTrans" cxnId="{617545B4-B84A-4E12-BC4B-85F82FD1B5C0}">
      <dgm:prSet/>
      <dgm:spPr/>
      <dgm:t>
        <a:bodyPr/>
        <a:lstStyle/>
        <a:p>
          <a:endParaRPr lang="en-US"/>
        </a:p>
      </dgm:t>
    </dgm:pt>
    <dgm:pt modelId="{79E0DC92-C123-40DB-92AA-E08E0537DDF9}" type="sibTrans" cxnId="{617545B4-B84A-4E12-BC4B-85F82FD1B5C0}">
      <dgm:prSet/>
      <dgm:spPr/>
      <dgm:t>
        <a:bodyPr/>
        <a:lstStyle/>
        <a:p>
          <a:endParaRPr lang="en-US"/>
        </a:p>
      </dgm:t>
    </dgm:pt>
    <dgm:pt modelId="{E2076E41-CA20-460A-AB55-C438FA3CEF06}">
      <dgm:prSet/>
      <dgm:spPr/>
      <dgm:t>
        <a:bodyPr/>
        <a:lstStyle/>
        <a:p>
          <a:r>
            <a:rPr lang="en-DE"/>
            <a:t>Halk/bizonytalan hang</a:t>
          </a:r>
          <a:endParaRPr lang="en-US"/>
        </a:p>
      </dgm:t>
    </dgm:pt>
    <dgm:pt modelId="{BE3779AC-6324-4210-BC4B-80FD6AC976B9}" type="parTrans" cxnId="{DE08F869-7900-4142-8DD0-495FF4FE4AE6}">
      <dgm:prSet/>
      <dgm:spPr/>
      <dgm:t>
        <a:bodyPr/>
        <a:lstStyle/>
        <a:p>
          <a:endParaRPr lang="en-US"/>
        </a:p>
      </dgm:t>
    </dgm:pt>
    <dgm:pt modelId="{7D81AB73-39CB-4963-A1B6-1501CF838CC8}" type="sibTrans" cxnId="{DE08F869-7900-4142-8DD0-495FF4FE4AE6}">
      <dgm:prSet/>
      <dgm:spPr/>
      <dgm:t>
        <a:bodyPr/>
        <a:lstStyle/>
        <a:p>
          <a:endParaRPr lang="en-US"/>
        </a:p>
      </dgm:t>
    </dgm:pt>
    <dgm:pt modelId="{4C03D809-1393-4B5B-B66A-FF02421F8FF3}">
      <dgm:prSet/>
      <dgm:spPr/>
      <dgm:t>
        <a:bodyPr/>
        <a:lstStyle/>
        <a:p>
          <a:r>
            <a:rPr lang="en-DE"/>
            <a:t>Túl sok töltelékszó</a:t>
          </a:r>
          <a:endParaRPr lang="en-US"/>
        </a:p>
      </dgm:t>
    </dgm:pt>
    <dgm:pt modelId="{1EC80E42-85B9-49D3-9636-481AEDF0F3FE}" type="parTrans" cxnId="{AF2F5C38-E255-4541-9680-08A282C321BD}">
      <dgm:prSet/>
      <dgm:spPr/>
      <dgm:t>
        <a:bodyPr/>
        <a:lstStyle/>
        <a:p>
          <a:endParaRPr lang="en-US"/>
        </a:p>
      </dgm:t>
    </dgm:pt>
    <dgm:pt modelId="{97B40F48-6FFD-49A8-8BE9-CF3827C3BC7A}" type="sibTrans" cxnId="{AF2F5C38-E255-4541-9680-08A282C321BD}">
      <dgm:prSet/>
      <dgm:spPr/>
      <dgm:t>
        <a:bodyPr/>
        <a:lstStyle/>
        <a:p>
          <a:endParaRPr lang="en-US"/>
        </a:p>
      </dgm:t>
    </dgm:pt>
    <dgm:pt modelId="{AC14089E-F66D-44B7-84DC-08DA9E0BCB95}">
      <dgm:prSet/>
      <dgm:spPr/>
      <dgm:t>
        <a:bodyPr/>
        <a:lstStyle/>
        <a:p>
          <a:r>
            <a:rPr lang="en-DE"/>
            <a:t>Jegyzet felolvasása megértés nélkül</a:t>
          </a:r>
          <a:endParaRPr lang="en-US"/>
        </a:p>
      </dgm:t>
    </dgm:pt>
    <dgm:pt modelId="{6217760F-AC2A-4CE0-A6E3-189F9D2ACB9F}" type="parTrans" cxnId="{1FC419DA-6ECF-42B0-98DF-871E1B9F3774}">
      <dgm:prSet/>
      <dgm:spPr/>
      <dgm:t>
        <a:bodyPr/>
        <a:lstStyle/>
        <a:p>
          <a:endParaRPr lang="en-US"/>
        </a:p>
      </dgm:t>
    </dgm:pt>
    <dgm:pt modelId="{A43C4658-1B6D-436E-A554-452C90D8731E}" type="sibTrans" cxnId="{1FC419DA-6ECF-42B0-98DF-871E1B9F3774}">
      <dgm:prSet/>
      <dgm:spPr/>
      <dgm:t>
        <a:bodyPr/>
        <a:lstStyle/>
        <a:p>
          <a:endParaRPr lang="en-US"/>
        </a:p>
      </dgm:t>
    </dgm:pt>
    <dgm:pt modelId="{DEC1E08A-73BC-4609-8D69-D4781D28785B}" type="pres">
      <dgm:prSet presAssocID="{C76F5EBD-6FD9-4B12-AEC4-FB4EEA3055CF}" presName="Name0" presStyleCnt="0">
        <dgm:presLayoutVars>
          <dgm:dir/>
          <dgm:animLvl val="lvl"/>
          <dgm:resizeHandles val="exact"/>
        </dgm:presLayoutVars>
      </dgm:prSet>
      <dgm:spPr/>
    </dgm:pt>
    <dgm:pt modelId="{438AAE34-2BF2-48E7-8F9D-A38A0EF7BD1E}" type="pres">
      <dgm:prSet presAssocID="{47B5BC3A-0A1B-4E10-BC94-49A96416AE79}" presName="linNode" presStyleCnt="0"/>
      <dgm:spPr/>
    </dgm:pt>
    <dgm:pt modelId="{3AFA5A6D-C302-4C48-BBF5-4C1E2194ED3F}" type="pres">
      <dgm:prSet presAssocID="{47B5BC3A-0A1B-4E10-BC94-49A96416AE7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23F6967-5D88-4FFE-8384-8EFED274F183}" type="pres">
      <dgm:prSet presAssocID="{79E0DC92-C123-40DB-92AA-E08E0537DDF9}" presName="sp" presStyleCnt="0"/>
      <dgm:spPr/>
    </dgm:pt>
    <dgm:pt modelId="{3F4A0348-0BD8-473B-BCF4-270DD7511D90}" type="pres">
      <dgm:prSet presAssocID="{E2076E41-CA20-460A-AB55-C438FA3CEF06}" presName="linNode" presStyleCnt="0"/>
      <dgm:spPr/>
    </dgm:pt>
    <dgm:pt modelId="{7F9924EE-826A-473C-A6EF-6F56DF70DA16}" type="pres">
      <dgm:prSet presAssocID="{E2076E41-CA20-460A-AB55-C438FA3CEF0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7AD2C34-BCAF-42E8-969B-0202E391CF24}" type="pres">
      <dgm:prSet presAssocID="{7D81AB73-39CB-4963-A1B6-1501CF838CC8}" presName="sp" presStyleCnt="0"/>
      <dgm:spPr/>
    </dgm:pt>
    <dgm:pt modelId="{25654B05-F1E5-4F07-AA1B-1FCA65E07078}" type="pres">
      <dgm:prSet presAssocID="{4C03D809-1393-4B5B-B66A-FF02421F8FF3}" presName="linNode" presStyleCnt="0"/>
      <dgm:spPr/>
    </dgm:pt>
    <dgm:pt modelId="{886A2386-B693-4E2C-B04F-E32BEAC01EFF}" type="pres">
      <dgm:prSet presAssocID="{4C03D809-1393-4B5B-B66A-FF02421F8FF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E607F49E-1ABF-45D6-B43F-62E08FEFF730}" type="pres">
      <dgm:prSet presAssocID="{97B40F48-6FFD-49A8-8BE9-CF3827C3BC7A}" presName="sp" presStyleCnt="0"/>
      <dgm:spPr/>
    </dgm:pt>
    <dgm:pt modelId="{77AE9F9B-FAFF-45BD-9736-8AC8146EA10F}" type="pres">
      <dgm:prSet presAssocID="{AC14089E-F66D-44B7-84DC-08DA9E0BCB95}" presName="linNode" presStyleCnt="0"/>
      <dgm:spPr/>
    </dgm:pt>
    <dgm:pt modelId="{274BFDB8-CC31-4C29-B2CA-0237DD73979B}" type="pres">
      <dgm:prSet presAssocID="{AC14089E-F66D-44B7-84DC-08DA9E0BCB95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0D83C80B-9A56-4EE2-9983-7C30DB9ACDA1}" type="presOf" srcId="{AC14089E-F66D-44B7-84DC-08DA9E0BCB95}" destId="{274BFDB8-CC31-4C29-B2CA-0237DD73979B}" srcOrd="0" destOrd="0" presId="urn:microsoft.com/office/officeart/2005/8/layout/vList5"/>
    <dgm:cxn modelId="{1561C31F-1CF2-4E80-8506-42956987EF43}" type="presOf" srcId="{47B5BC3A-0A1B-4E10-BC94-49A96416AE79}" destId="{3AFA5A6D-C302-4C48-BBF5-4C1E2194ED3F}" srcOrd="0" destOrd="0" presId="urn:microsoft.com/office/officeart/2005/8/layout/vList5"/>
    <dgm:cxn modelId="{AF2F5C38-E255-4541-9680-08A282C321BD}" srcId="{C76F5EBD-6FD9-4B12-AEC4-FB4EEA3055CF}" destId="{4C03D809-1393-4B5B-B66A-FF02421F8FF3}" srcOrd="2" destOrd="0" parTransId="{1EC80E42-85B9-49D3-9636-481AEDF0F3FE}" sibTransId="{97B40F48-6FFD-49A8-8BE9-CF3827C3BC7A}"/>
    <dgm:cxn modelId="{DE08F869-7900-4142-8DD0-495FF4FE4AE6}" srcId="{C76F5EBD-6FD9-4B12-AEC4-FB4EEA3055CF}" destId="{E2076E41-CA20-460A-AB55-C438FA3CEF06}" srcOrd="1" destOrd="0" parTransId="{BE3779AC-6324-4210-BC4B-80FD6AC976B9}" sibTransId="{7D81AB73-39CB-4963-A1B6-1501CF838CC8}"/>
    <dgm:cxn modelId="{BA7C73B0-D048-4C31-B552-4A5A5D005F85}" type="presOf" srcId="{C76F5EBD-6FD9-4B12-AEC4-FB4EEA3055CF}" destId="{DEC1E08A-73BC-4609-8D69-D4781D28785B}" srcOrd="0" destOrd="0" presId="urn:microsoft.com/office/officeart/2005/8/layout/vList5"/>
    <dgm:cxn modelId="{E969F8B2-A3A2-4077-90D3-CE021B17525D}" type="presOf" srcId="{E2076E41-CA20-460A-AB55-C438FA3CEF06}" destId="{7F9924EE-826A-473C-A6EF-6F56DF70DA16}" srcOrd="0" destOrd="0" presId="urn:microsoft.com/office/officeart/2005/8/layout/vList5"/>
    <dgm:cxn modelId="{617545B4-B84A-4E12-BC4B-85F82FD1B5C0}" srcId="{C76F5EBD-6FD9-4B12-AEC4-FB4EEA3055CF}" destId="{47B5BC3A-0A1B-4E10-BC94-49A96416AE79}" srcOrd="0" destOrd="0" parTransId="{A9DDD7C8-EBD0-4402-A318-F79DDBC4B97E}" sibTransId="{79E0DC92-C123-40DB-92AA-E08E0537DDF9}"/>
    <dgm:cxn modelId="{1FC419DA-6ECF-42B0-98DF-871E1B9F3774}" srcId="{C76F5EBD-6FD9-4B12-AEC4-FB4EEA3055CF}" destId="{AC14089E-F66D-44B7-84DC-08DA9E0BCB95}" srcOrd="3" destOrd="0" parTransId="{6217760F-AC2A-4CE0-A6E3-189F9D2ACB9F}" sibTransId="{A43C4658-1B6D-436E-A554-452C90D8731E}"/>
    <dgm:cxn modelId="{BF444FEE-8AA9-477F-9D3C-1244D80C02F2}" type="presOf" srcId="{4C03D809-1393-4B5B-B66A-FF02421F8FF3}" destId="{886A2386-B693-4E2C-B04F-E32BEAC01EFF}" srcOrd="0" destOrd="0" presId="urn:microsoft.com/office/officeart/2005/8/layout/vList5"/>
    <dgm:cxn modelId="{560DD85E-ACE6-486B-B851-018B740206D6}" type="presParOf" srcId="{DEC1E08A-73BC-4609-8D69-D4781D28785B}" destId="{438AAE34-2BF2-48E7-8F9D-A38A0EF7BD1E}" srcOrd="0" destOrd="0" presId="urn:microsoft.com/office/officeart/2005/8/layout/vList5"/>
    <dgm:cxn modelId="{78DFD890-FB5C-4953-8D8A-31588CF0A074}" type="presParOf" srcId="{438AAE34-2BF2-48E7-8F9D-A38A0EF7BD1E}" destId="{3AFA5A6D-C302-4C48-BBF5-4C1E2194ED3F}" srcOrd="0" destOrd="0" presId="urn:microsoft.com/office/officeart/2005/8/layout/vList5"/>
    <dgm:cxn modelId="{CE53BE9E-613F-448B-9AC1-095A7B1A8243}" type="presParOf" srcId="{DEC1E08A-73BC-4609-8D69-D4781D28785B}" destId="{923F6967-5D88-4FFE-8384-8EFED274F183}" srcOrd="1" destOrd="0" presId="urn:microsoft.com/office/officeart/2005/8/layout/vList5"/>
    <dgm:cxn modelId="{97F56531-8D9A-4331-9E2D-4EB034C356E8}" type="presParOf" srcId="{DEC1E08A-73BC-4609-8D69-D4781D28785B}" destId="{3F4A0348-0BD8-473B-BCF4-270DD7511D90}" srcOrd="2" destOrd="0" presId="urn:microsoft.com/office/officeart/2005/8/layout/vList5"/>
    <dgm:cxn modelId="{6B028FE7-BEB9-4D6D-839F-799FB29FB25C}" type="presParOf" srcId="{3F4A0348-0BD8-473B-BCF4-270DD7511D90}" destId="{7F9924EE-826A-473C-A6EF-6F56DF70DA16}" srcOrd="0" destOrd="0" presId="urn:microsoft.com/office/officeart/2005/8/layout/vList5"/>
    <dgm:cxn modelId="{7E3AF6BF-34C7-452F-8CB6-95F5CC87E6C0}" type="presParOf" srcId="{DEC1E08A-73BC-4609-8D69-D4781D28785B}" destId="{E7AD2C34-BCAF-42E8-969B-0202E391CF24}" srcOrd="3" destOrd="0" presId="urn:microsoft.com/office/officeart/2005/8/layout/vList5"/>
    <dgm:cxn modelId="{FF87C1D6-5490-43B7-B052-D2877297C01B}" type="presParOf" srcId="{DEC1E08A-73BC-4609-8D69-D4781D28785B}" destId="{25654B05-F1E5-4F07-AA1B-1FCA65E07078}" srcOrd="4" destOrd="0" presId="urn:microsoft.com/office/officeart/2005/8/layout/vList5"/>
    <dgm:cxn modelId="{EC3920BD-2B37-4A34-BFE1-E8D88A079E7C}" type="presParOf" srcId="{25654B05-F1E5-4F07-AA1B-1FCA65E07078}" destId="{886A2386-B693-4E2C-B04F-E32BEAC01EFF}" srcOrd="0" destOrd="0" presId="urn:microsoft.com/office/officeart/2005/8/layout/vList5"/>
    <dgm:cxn modelId="{64B71D7A-26A8-41FC-ADA5-072DCECB3D6E}" type="presParOf" srcId="{DEC1E08A-73BC-4609-8D69-D4781D28785B}" destId="{E607F49E-1ABF-45D6-B43F-62E08FEFF730}" srcOrd="5" destOrd="0" presId="urn:microsoft.com/office/officeart/2005/8/layout/vList5"/>
    <dgm:cxn modelId="{50586B3E-0999-450D-9ECA-AE5BA5533255}" type="presParOf" srcId="{DEC1E08A-73BC-4609-8D69-D4781D28785B}" destId="{77AE9F9B-FAFF-45BD-9736-8AC8146EA10F}" srcOrd="6" destOrd="0" presId="urn:microsoft.com/office/officeart/2005/8/layout/vList5"/>
    <dgm:cxn modelId="{D7FA3870-5516-439C-A4FE-7FC89A49ABBD}" type="presParOf" srcId="{77AE9F9B-FAFF-45BD-9736-8AC8146EA10F}" destId="{274BFDB8-CC31-4C29-B2CA-0237DD73979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FA894C-6B7A-464A-B1AD-EFF2807DE3C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FB63B5C-A590-4F2D-B523-506CAF3BDDB1}">
      <dgm:prSet/>
      <dgm:spPr/>
      <dgm:t>
        <a:bodyPr/>
        <a:lstStyle/>
        <a:p>
          <a:r>
            <a:rPr lang="en-DE"/>
            <a:t>Rendszeres gyakorlás</a:t>
          </a:r>
          <a:endParaRPr lang="en-US"/>
        </a:p>
      </dgm:t>
    </dgm:pt>
    <dgm:pt modelId="{5C1F7CBA-4EC9-4CD3-B4B1-ABFC104C3EFC}" type="parTrans" cxnId="{7DCBC56D-C70E-4244-B533-DC96B1F65F1A}">
      <dgm:prSet/>
      <dgm:spPr/>
      <dgm:t>
        <a:bodyPr/>
        <a:lstStyle/>
        <a:p>
          <a:endParaRPr lang="en-US"/>
        </a:p>
      </dgm:t>
    </dgm:pt>
    <dgm:pt modelId="{EA425CA9-26B8-43B9-BEA8-486862807DCE}" type="sibTrans" cxnId="{7DCBC56D-C70E-4244-B533-DC96B1F65F1A}">
      <dgm:prSet/>
      <dgm:spPr/>
      <dgm:t>
        <a:bodyPr/>
        <a:lstStyle/>
        <a:p>
          <a:endParaRPr lang="en-US"/>
        </a:p>
      </dgm:t>
    </dgm:pt>
    <dgm:pt modelId="{94F6CDE5-D2D0-4BDC-BD01-76108A496768}">
      <dgm:prSet/>
      <dgm:spPr/>
      <dgm:t>
        <a:bodyPr/>
        <a:lstStyle/>
        <a:p>
          <a:r>
            <a:rPr lang="en-DE"/>
            <a:t>Visszajelzés másoktól</a:t>
          </a:r>
          <a:endParaRPr lang="en-US"/>
        </a:p>
      </dgm:t>
    </dgm:pt>
    <dgm:pt modelId="{C966BD11-D2AF-4DC5-B598-529AE3A9A34E}" type="parTrans" cxnId="{411E7D10-BAE2-4D02-9CFD-CA743B2CC65E}">
      <dgm:prSet/>
      <dgm:spPr/>
      <dgm:t>
        <a:bodyPr/>
        <a:lstStyle/>
        <a:p>
          <a:endParaRPr lang="en-US"/>
        </a:p>
      </dgm:t>
    </dgm:pt>
    <dgm:pt modelId="{8E69696E-E9B1-4E86-8161-AFBCC737559F}" type="sibTrans" cxnId="{411E7D10-BAE2-4D02-9CFD-CA743B2CC65E}">
      <dgm:prSet/>
      <dgm:spPr/>
      <dgm:t>
        <a:bodyPr/>
        <a:lstStyle/>
        <a:p>
          <a:endParaRPr lang="en-US"/>
        </a:p>
      </dgm:t>
    </dgm:pt>
    <dgm:pt modelId="{164A0F5A-B8F4-417C-B77F-E9E24B6ECA5E}">
      <dgm:prSet/>
      <dgm:spPr/>
      <dgm:t>
        <a:bodyPr/>
        <a:lstStyle/>
        <a:p>
          <a:r>
            <a:rPr lang="en-DE"/>
            <a:t>Egyszerű mondatok használata</a:t>
          </a:r>
          <a:endParaRPr lang="en-US"/>
        </a:p>
      </dgm:t>
    </dgm:pt>
    <dgm:pt modelId="{A356973E-4F38-431C-827C-2364CECDA855}" type="parTrans" cxnId="{ACD1D670-E16C-4531-AE55-C914E59117F8}">
      <dgm:prSet/>
      <dgm:spPr/>
      <dgm:t>
        <a:bodyPr/>
        <a:lstStyle/>
        <a:p>
          <a:endParaRPr lang="en-US"/>
        </a:p>
      </dgm:t>
    </dgm:pt>
    <dgm:pt modelId="{C98A7021-F241-4056-945D-F3705B84EAEB}" type="sibTrans" cxnId="{ACD1D670-E16C-4531-AE55-C914E59117F8}">
      <dgm:prSet/>
      <dgm:spPr/>
      <dgm:t>
        <a:bodyPr/>
        <a:lstStyle/>
        <a:p>
          <a:endParaRPr lang="en-US"/>
        </a:p>
      </dgm:t>
    </dgm:pt>
    <dgm:pt modelId="{24CE7741-76CF-412F-A47B-BA83F752911F}">
      <dgm:prSet/>
      <dgm:spPr/>
      <dgm:t>
        <a:bodyPr/>
        <a:lstStyle/>
        <a:p>
          <a:r>
            <a:rPr lang="en-DE"/>
            <a:t>Nyugodt, magabiztos előadás</a:t>
          </a:r>
          <a:endParaRPr lang="en-US"/>
        </a:p>
      </dgm:t>
    </dgm:pt>
    <dgm:pt modelId="{557238F1-F4D7-4B2C-9AE8-63F4B04CF7A4}" type="parTrans" cxnId="{18E35A1B-84EE-4713-AD4A-B497282D33DC}">
      <dgm:prSet/>
      <dgm:spPr/>
      <dgm:t>
        <a:bodyPr/>
        <a:lstStyle/>
        <a:p>
          <a:endParaRPr lang="en-US"/>
        </a:p>
      </dgm:t>
    </dgm:pt>
    <dgm:pt modelId="{B2296609-EBEC-4CFF-99B2-81752C2CACB8}" type="sibTrans" cxnId="{18E35A1B-84EE-4713-AD4A-B497282D33DC}">
      <dgm:prSet/>
      <dgm:spPr/>
      <dgm:t>
        <a:bodyPr/>
        <a:lstStyle/>
        <a:p>
          <a:endParaRPr lang="en-US"/>
        </a:p>
      </dgm:t>
    </dgm:pt>
    <dgm:pt modelId="{BC6173E5-F8AE-446C-A1C0-0BB6D02FCAF8}" type="pres">
      <dgm:prSet presAssocID="{98FA894C-6B7A-464A-B1AD-EFF2807DE3C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D16A7B-A973-4F63-8AB1-F8499F97506F}" type="pres">
      <dgm:prSet presAssocID="{5FB63B5C-A590-4F2D-B523-506CAF3BDDB1}" presName="hierRoot1" presStyleCnt="0"/>
      <dgm:spPr/>
    </dgm:pt>
    <dgm:pt modelId="{1274EF05-D1B5-4BEA-BDAD-3996839151CB}" type="pres">
      <dgm:prSet presAssocID="{5FB63B5C-A590-4F2D-B523-506CAF3BDDB1}" presName="composite" presStyleCnt="0"/>
      <dgm:spPr/>
    </dgm:pt>
    <dgm:pt modelId="{328774EC-6A12-4B63-BFC4-3946623DC56C}" type="pres">
      <dgm:prSet presAssocID="{5FB63B5C-A590-4F2D-B523-506CAF3BDDB1}" presName="background" presStyleLbl="node0" presStyleIdx="0" presStyleCnt="4"/>
      <dgm:spPr/>
    </dgm:pt>
    <dgm:pt modelId="{923EC86B-A4D1-4509-9CA6-278AA97953A3}" type="pres">
      <dgm:prSet presAssocID="{5FB63B5C-A590-4F2D-B523-506CAF3BDDB1}" presName="text" presStyleLbl="fgAcc0" presStyleIdx="0" presStyleCnt="4">
        <dgm:presLayoutVars>
          <dgm:chPref val="3"/>
        </dgm:presLayoutVars>
      </dgm:prSet>
      <dgm:spPr/>
    </dgm:pt>
    <dgm:pt modelId="{61860D8E-8E2D-4D30-849B-63FCFA44F9F5}" type="pres">
      <dgm:prSet presAssocID="{5FB63B5C-A590-4F2D-B523-506CAF3BDDB1}" presName="hierChild2" presStyleCnt="0"/>
      <dgm:spPr/>
    </dgm:pt>
    <dgm:pt modelId="{71944930-1110-43FE-99DD-3AAF7652C6C9}" type="pres">
      <dgm:prSet presAssocID="{94F6CDE5-D2D0-4BDC-BD01-76108A496768}" presName="hierRoot1" presStyleCnt="0"/>
      <dgm:spPr/>
    </dgm:pt>
    <dgm:pt modelId="{683B61D5-DF76-403D-885E-103FFD666BE7}" type="pres">
      <dgm:prSet presAssocID="{94F6CDE5-D2D0-4BDC-BD01-76108A496768}" presName="composite" presStyleCnt="0"/>
      <dgm:spPr/>
    </dgm:pt>
    <dgm:pt modelId="{477C1BC9-DC6E-4448-BCE2-209E78B90151}" type="pres">
      <dgm:prSet presAssocID="{94F6CDE5-D2D0-4BDC-BD01-76108A496768}" presName="background" presStyleLbl="node0" presStyleIdx="1" presStyleCnt="4"/>
      <dgm:spPr/>
    </dgm:pt>
    <dgm:pt modelId="{AE7CC120-92A6-4968-844A-9CD3A79CE86B}" type="pres">
      <dgm:prSet presAssocID="{94F6CDE5-D2D0-4BDC-BD01-76108A496768}" presName="text" presStyleLbl="fgAcc0" presStyleIdx="1" presStyleCnt="4">
        <dgm:presLayoutVars>
          <dgm:chPref val="3"/>
        </dgm:presLayoutVars>
      </dgm:prSet>
      <dgm:spPr/>
    </dgm:pt>
    <dgm:pt modelId="{5A64AF9C-09A9-4E16-A638-127ED8EDBA64}" type="pres">
      <dgm:prSet presAssocID="{94F6CDE5-D2D0-4BDC-BD01-76108A496768}" presName="hierChild2" presStyleCnt="0"/>
      <dgm:spPr/>
    </dgm:pt>
    <dgm:pt modelId="{F4A657B8-E822-4C65-B545-76A16B8664F5}" type="pres">
      <dgm:prSet presAssocID="{164A0F5A-B8F4-417C-B77F-E9E24B6ECA5E}" presName="hierRoot1" presStyleCnt="0"/>
      <dgm:spPr/>
    </dgm:pt>
    <dgm:pt modelId="{FB86C10B-9D8D-4D30-9BE5-A935EF6ADD45}" type="pres">
      <dgm:prSet presAssocID="{164A0F5A-B8F4-417C-B77F-E9E24B6ECA5E}" presName="composite" presStyleCnt="0"/>
      <dgm:spPr/>
    </dgm:pt>
    <dgm:pt modelId="{2B79CEFD-5453-4CE5-A944-4AF20AFBA815}" type="pres">
      <dgm:prSet presAssocID="{164A0F5A-B8F4-417C-B77F-E9E24B6ECA5E}" presName="background" presStyleLbl="node0" presStyleIdx="2" presStyleCnt="4"/>
      <dgm:spPr/>
    </dgm:pt>
    <dgm:pt modelId="{6128A532-17F0-459C-AE94-EE8A3A16698D}" type="pres">
      <dgm:prSet presAssocID="{164A0F5A-B8F4-417C-B77F-E9E24B6ECA5E}" presName="text" presStyleLbl="fgAcc0" presStyleIdx="2" presStyleCnt="4">
        <dgm:presLayoutVars>
          <dgm:chPref val="3"/>
        </dgm:presLayoutVars>
      </dgm:prSet>
      <dgm:spPr/>
    </dgm:pt>
    <dgm:pt modelId="{B84B4AD5-DB50-4A85-9C9A-EED662CAC098}" type="pres">
      <dgm:prSet presAssocID="{164A0F5A-B8F4-417C-B77F-E9E24B6ECA5E}" presName="hierChild2" presStyleCnt="0"/>
      <dgm:spPr/>
    </dgm:pt>
    <dgm:pt modelId="{1A51E873-6CAA-4AA9-BDB0-67D2D46CAB4B}" type="pres">
      <dgm:prSet presAssocID="{24CE7741-76CF-412F-A47B-BA83F752911F}" presName="hierRoot1" presStyleCnt="0"/>
      <dgm:spPr/>
    </dgm:pt>
    <dgm:pt modelId="{D314B4D4-2316-45E0-AC3B-EEDF79466FD9}" type="pres">
      <dgm:prSet presAssocID="{24CE7741-76CF-412F-A47B-BA83F752911F}" presName="composite" presStyleCnt="0"/>
      <dgm:spPr/>
    </dgm:pt>
    <dgm:pt modelId="{D37C05CD-E6D4-4B78-9619-41CCC68CB5D0}" type="pres">
      <dgm:prSet presAssocID="{24CE7741-76CF-412F-A47B-BA83F752911F}" presName="background" presStyleLbl="node0" presStyleIdx="3" presStyleCnt="4"/>
      <dgm:spPr/>
    </dgm:pt>
    <dgm:pt modelId="{AA28274C-6BE5-4755-B098-53D7F0BAAB0F}" type="pres">
      <dgm:prSet presAssocID="{24CE7741-76CF-412F-A47B-BA83F752911F}" presName="text" presStyleLbl="fgAcc0" presStyleIdx="3" presStyleCnt="4">
        <dgm:presLayoutVars>
          <dgm:chPref val="3"/>
        </dgm:presLayoutVars>
      </dgm:prSet>
      <dgm:spPr/>
    </dgm:pt>
    <dgm:pt modelId="{8FDE9389-65DB-4CE0-B21E-85966D26F094}" type="pres">
      <dgm:prSet presAssocID="{24CE7741-76CF-412F-A47B-BA83F752911F}" presName="hierChild2" presStyleCnt="0"/>
      <dgm:spPr/>
    </dgm:pt>
  </dgm:ptLst>
  <dgm:cxnLst>
    <dgm:cxn modelId="{411E7D10-BAE2-4D02-9CFD-CA743B2CC65E}" srcId="{98FA894C-6B7A-464A-B1AD-EFF2807DE3C0}" destId="{94F6CDE5-D2D0-4BDC-BD01-76108A496768}" srcOrd="1" destOrd="0" parTransId="{C966BD11-D2AF-4DC5-B598-529AE3A9A34E}" sibTransId="{8E69696E-E9B1-4E86-8161-AFBCC737559F}"/>
    <dgm:cxn modelId="{18E35A1B-84EE-4713-AD4A-B497282D33DC}" srcId="{98FA894C-6B7A-464A-B1AD-EFF2807DE3C0}" destId="{24CE7741-76CF-412F-A47B-BA83F752911F}" srcOrd="3" destOrd="0" parTransId="{557238F1-F4D7-4B2C-9AE8-63F4B04CF7A4}" sibTransId="{B2296609-EBEC-4CFF-99B2-81752C2CACB8}"/>
    <dgm:cxn modelId="{AB9E8032-01DB-432B-A8D5-1FCC5B198DC3}" type="presOf" srcId="{164A0F5A-B8F4-417C-B77F-E9E24B6ECA5E}" destId="{6128A532-17F0-459C-AE94-EE8A3A16698D}" srcOrd="0" destOrd="0" presId="urn:microsoft.com/office/officeart/2005/8/layout/hierarchy1"/>
    <dgm:cxn modelId="{FC681A3A-F0CB-4175-8E22-624F468FADA5}" type="presOf" srcId="{24CE7741-76CF-412F-A47B-BA83F752911F}" destId="{AA28274C-6BE5-4755-B098-53D7F0BAAB0F}" srcOrd="0" destOrd="0" presId="urn:microsoft.com/office/officeart/2005/8/layout/hierarchy1"/>
    <dgm:cxn modelId="{5781C84C-B52A-456A-A452-AEFFE93EC845}" type="presOf" srcId="{98FA894C-6B7A-464A-B1AD-EFF2807DE3C0}" destId="{BC6173E5-F8AE-446C-A1C0-0BB6D02FCAF8}" srcOrd="0" destOrd="0" presId="urn:microsoft.com/office/officeart/2005/8/layout/hierarchy1"/>
    <dgm:cxn modelId="{7DCBC56D-C70E-4244-B533-DC96B1F65F1A}" srcId="{98FA894C-6B7A-464A-B1AD-EFF2807DE3C0}" destId="{5FB63B5C-A590-4F2D-B523-506CAF3BDDB1}" srcOrd="0" destOrd="0" parTransId="{5C1F7CBA-4EC9-4CD3-B4B1-ABFC104C3EFC}" sibTransId="{EA425CA9-26B8-43B9-BEA8-486862807DCE}"/>
    <dgm:cxn modelId="{ACD1D670-E16C-4531-AE55-C914E59117F8}" srcId="{98FA894C-6B7A-464A-B1AD-EFF2807DE3C0}" destId="{164A0F5A-B8F4-417C-B77F-E9E24B6ECA5E}" srcOrd="2" destOrd="0" parTransId="{A356973E-4F38-431C-827C-2364CECDA855}" sibTransId="{C98A7021-F241-4056-945D-F3705B84EAEB}"/>
    <dgm:cxn modelId="{D054DAAB-CC74-4D09-ACD3-370B053CED06}" type="presOf" srcId="{5FB63B5C-A590-4F2D-B523-506CAF3BDDB1}" destId="{923EC86B-A4D1-4509-9CA6-278AA97953A3}" srcOrd="0" destOrd="0" presId="urn:microsoft.com/office/officeart/2005/8/layout/hierarchy1"/>
    <dgm:cxn modelId="{C47820CB-7280-43DA-8306-32B49F5D018F}" type="presOf" srcId="{94F6CDE5-D2D0-4BDC-BD01-76108A496768}" destId="{AE7CC120-92A6-4968-844A-9CD3A79CE86B}" srcOrd="0" destOrd="0" presId="urn:microsoft.com/office/officeart/2005/8/layout/hierarchy1"/>
    <dgm:cxn modelId="{0B1E359F-F613-4A7B-B571-77A5C7764527}" type="presParOf" srcId="{BC6173E5-F8AE-446C-A1C0-0BB6D02FCAF8}" destId="{99D16A7B-A973-4F63-8AB1-F8499F97506F}" srcOrd="0" destOrd="0" presId="urn:microsoft.com/office/officeart/2005/8/layout/hierarchy1"/>
    <dgm:cxn modelId="{731E05A1-8B0D-465D-AA61-8239EDF46AF2}" type="presParOf" srcId="{99D16A7B-A973-4F63-8AB1-F8499F97506F}" destId="{1274EF05-D1B5-4BEA-BDAD-3996839151CB}" srcOrd="0" destOrd="0" presId="urn:microsoft.com/office/officeart/2005/8/layout/hierarchy1"/>
    <dgm:cxn modelId="{0182E83C-230F-41F6-9BAC-4F7317FC0844}" type="presParOf" srcId="{1274EF05-D1B5-4BEA-BDAD-3996839151CB}" destId="{328774EC-6A12-4B63-BFC4-3946623DC56C}" srcOrd="0" destOrd="0" presId="urn:microsoft.com/office/officeart/2005/8/layout/hierarchy1"/>
    <dgm:cxn modelId="{8D52F8E3-2C0A-47FC-B5AA-71749B17EDAA}" type="presParOf" srcId="{1274EF05-D1B5-4BEA-BDAD-3996839151CB}" destId="{923EC86B-A4D1-4509-9CA6-278AA97953A3}" srcOrd="1" destOrd="0" presId="urn:microsoft.com/office/officeart/2005/8/layout/hierarchy1"/>
    <dgm:cxn modelId="{894DF5B3-C253-4618-80F3-4CD280436967}" type="presParOf" srcId="{99D16A7B-A973-4F63-8AB1-F8499F97506F}" destId="{61860D8E-8E2D-4D30-849B-63FCFA44F9F5}" srcOrd="1" destOrd="0" presId="urn:microsoft.com/office/officeart/2005/8/layout/hierarchy1"/>
    <dgm:cxn modelId="{AD1A2AFB-773C-4311-9AE1-CCB7AB39CEA1}" type="presParOf" srcId="{BC6173E5-F8AE-446C-A1C0-0BB6D02FCAF8}" destId="{71944930-1110-43FE-99DD-3AAF7652C6C9}" srcOrd="1" destOrd="0" presId="urn:microsoft.com/office/officeart/2005/8/layout/hierarchy1"/>
    <dgm:cxn modelId="{CA458BE3-C8DA-4354-940A-8C50A0A8F242}" type="presParOf" srcId="{71944930-1110-43FE-99DD-3AAF7652C6C9}" destId="{683B61D5-DF76-403D-885E-103FFD666BE7}" srcOrd="0" destOrd="0" presId="urn:microsoft.com/office/officeart/2005/8/layout/hierarchy1"/>
    <dgm:cxn modelId="{AFFA75E4-5E19-448D-A9A9-94A819BD0D4F}" type="presParOf" srcId="{683B61D5-DF76-403D-885E-103FFD666BE7}" destId="{477C1BC9-DC6E-4448-BCE2-209E78B90151}" srcOrd="0" destOrd="0" presId="urn:microsoft.com/office/officeart/2005/8/layout/hierarchy1"/>
    <dgm:cxn modelId="{0BA5D493-4868-4225-9049-309B6ED23A28}" type="presParOf" srcId="{683B61D5-DF76-403D-885E-103FFD666BE7}" destId="{AE7CC120-92A6-4968-844A-9CD3A79CE86B}" srcOrd="1" destOrd="0" presId="urn:microsoft.com/office/officeart/2005/8/layout/hierarchy1"/>
    <dgm:cxn modelId="{3FF37950-5EFB-4098-8C4E-C80E270A4747}" type="presParOf" srcId="{71944930-1110-43FE-99DD-3AAF7652C6C9}" destId="{5A64AF9C-09A9-4E16-A638-127ED8EDBA64}" srcOrd="1" destOrd="0" presId="urn:microsoft.com/office/officeart/2005/8/layout/hierarchy1"/>
    <dgm:cxn modelId="{C096646C-3B8F-45C4-B6A1-72E13E3F16C9}" type="presParOf" srcId="{BC6173E5-F8AE-446C-A1C0-0BB6D02FCAF8}" destId="{F4A657B8-E822-4C65-B545-76A16B8664F5}" srcOrd="2" destOrd="0" presId="urn:microsoft.com/office/officeart/2005/8/layout/hierarchy1"/>
    <dgm:cxn modelId="{8D774729-0B97-4BE1-8532-F20B03AB9006}" type="presParOf" srcId="{F4A657B8-E822-4C65-B545-76A16B8664F5}" destId="{FB86C10B-9D8D-4D30-9BE5-A935EF6ADD45}" srcOrd="0" destOrd="0" presId="urn:microsoft.com/office/officeart/2005/8/layout/hierarchy1"/>
    <dgm:cxn modelId="{C6839FC0-778F-4BD3-A2BC-4D843D15B8C7}" type="presParOf" srcId="{FB86C10B-9D8D-4D30-9BE5-A935EF6ADD45}" destId="{2B79CEFD-5453-4CE5-A944-4AF20AFBA815}" srcOrd="0" destOrd="0" presId="urn:microsoft.com/office/officeart/2005/8/layout/hierarchy1"/>
    <dgm:cxn modelId="{C728EE45-2B87-4B06-87BB-152E2CF99BB3}" type="presParOf" srcId="{FB86C10B-9D8D-4D30-9BE5-A935EF6ADD45}" destId="{6128A532-17F0-459C-AE94-EE8A3A16698D}" srcOrd="1" destOrd="0" presId="urn:microsoft.com/office/officeart/2005/8/layout/hierarchy1"/>
    <dgm:cxn modelId="{22F5EE4D-4CA2-4AA2-9BCC-554E7F529AA9}" type="presParOf" srcId="{F4A657B8-E822-4C65-B545-76A16B8664F5}" destId="{B84B4AD5-DB50-4A85-9C9A-EED662CAC098}" srcOrd="1" destOrd="0" presId="urn:microsoft.com/office/officeart/2005/8/layout/hierarchy1"/>
    <dgm:cxn modelId="{5C159D43-56F1-42E6-AAE8-6CD346E55B34}" type="presParOf" srcId="{BC6173E5-F8AE-446C-A1C0-0BB6D02FCAF8}" destId="{1A51E873-6CAA-4AA9-BDB0-67D2D46CAB4B}" srcOrd="3" destOrd="0" presId="urn:microsoft.com/office/officeart/2005/8/layout/hierarchy1"/>
    <dgm:cxn modelId="{900EA2BE-B5C4-470F-9490-820476055043}" type="presParOf" srcId="{1A51E873-6CAA-4AA9-BDB0-67D2D46CAB4B}" destId="{D314B4D4-2316-45E0-AC3B-EEDF79466FD9}" srcOrd="0" destOrd="0" presId="urn:microsoft.com/office/officeart/2005/8/layout/hierarchy1"/>
    <dgm:cxn modelId="{9E7AC1B8-3A82-43A3-982A-1A153F14D77D}" type="presParOf" srcId="{D314B4D4-2316-45E0-AC3B-EEDF79466FD9}" destId="{D37C05CD-E6D4-4B78-9619-41CCC68CB5D0}" srcOrd="0" destOrd="0" presId="urn:microsoft.com/office/officeart/2005/8/layout/hierarchy1"/>
    <dgm:cxn modelId="{286509C9-8281-4A0D-BE44-EE94DFE8B34E}" type="presParOf" srcId="{D314B4D4-2316-45E0-AC3B-EEDF79466FD9}" destId="{AA28274C-6BE5-4755-B098-53D7F0BAAB0F}" srcOrd="1" destOrd="0" presId="urn:microsoft.com/office/officeart/2005/8/layout/hierarchy1"/>
    <dgm:cxn modelId="{5AC5E243-F78B-47BD-920A-0473AF1C1B58}" type="presParOf" srcId="{1A51E873-6CAA-4AA9-BDB0-67D2D46CAB4B}" destId="{8FDE9389-65DB-4CE0-B21E-85966D26F0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3FB27-9F1C-430B-B7FD-5360F4E71BBC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28CD3-B11D-470D-8E36-AD359388E126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Segíti a kommunikációt</a:t>
          </a:r>
          <a:endParaRPr lang="en-US" sz="2300" kern="1200"/>
        </a:p>
      </dsp:txBody>
      <dsp:txXfrm>
        <a:off x="299702" y="1282093"/>
        <a:ext cx="2200851" cy="1366505"/>
      </dsp:txXfrm>
    </dsp:sp>
    <dsp:sp modelId="{788E144E-44C1-403A-BF0B-7F13918753F5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32A20-2D31-4068-85F9-DE69630DBFBF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Növeli az önbizalmat</a:t>
          </a:r>
          <a:endParaRPr lang="en-US" sz="2300" kern="1200"/>
        </a:p>
      </dsp:txBody>
      <dsp:txXfrm>
        <a:off x="3093555" y="1282093"/>
        <a:ext cx="2200851" cy="1366505"/>
      </dsp:txXfrm>
    </dsp:sp>
    <dsp:sp modelId="{8A68514C-7A0C-453D-871F-FF737657F8CB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35F3C-09C4-4A21-9724-E3DEB137811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Könnyebb megértés</a:t>
          </a:r>
          <a:endParaRPr lang="en-US" sz="2300" kern="1200"/>
        </a:p>
      </dsp:txBody>
      <dsp:txXfrm>
        <a:off x="5887408" y="1282093"/>
        <a:ext cx="2200851" cy="1366505"/>
      </dsp:txXfrm>
    </dsp:sp>
    <dsp:sp modelId="{08FE5C86-972E-488D-90D4-19E5982D2E65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55C2F-85AE-4A8A-BFD6-D0066AEA39F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Hatásosabb előadások</a:t>
          </a:r>
          <a:endParaRPr lang="en-US" sz="2300" kern="1200"/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A5108-A3CC-451C-A853-72E58FA88A7F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F3F27-E180-4537-8078-A3D62921936E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600" kern="1200"/>
            <a:t>Tiszta és érthető kiejtés</a:t>
          </a:r>
          <a:endParaRPr lang="en-US" sz="2600" kern="1200"/>
        </a:p>
      </dsp:txBody>
      <dsp:txXfrm>
        <a:off x="299702" y="1282093"/>
        <a:ext cx="2200851" cy="1366505"/>
      </dsp:txXfrm>
    </dsp:sp>
    <dsp:sp modelId="{A8A75A8B-1744-47E4-9E31-0747294752A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DE5EF-941E-414C-8648-7238A08AC434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600" kern="1200"/>
            <a:t>Megfelelő hangerő használata</a:t>
          </a:r>
          <a:endParaRPr lang="en-US" sz="2600" kern="1200"/>
        </a:p>
      </dsp:txBody>
      <dsp:txXfrm>
        <a:off x="3093555" y="1282093"/>
        <a:ext cx="2200851" cy="1366505"/>
      </dsp:txXfrm>
    </dsp:sp>
    <dsp:sp modelId="{A6E7F3E4-B96A-4065-91E0-AC2B8CC1CB86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4EA7C-2C26-453B-9B45-437D85C29AC3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600" kern="1200"/>
            <a:t>Egyenletes beszédtempó</a:t>
          </a:r>
          <a:endParaRPr lang="en-US" sz="2600" kern="1200"/>
        </a:p>
      </dsp:txBody>
      <dsp:txXfrm>
        <a:off x="5887408" y="1282093"/>
        <a:ext cx="2200851" cy="1366505"/>
      </dsp:txXfrm>
    </dsp:sp>
    <dsp:sp modelId="{E1EDC15E-83B4-437E-85CD-9E52F1D360C8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6D98A-630B-495F-A117-1008EE31B3E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600" kern="1200"/>
            <a:t>Szünetek alkalmazása</a:t>
          </a:r>
          <a:endParaRPr lang="en-US" sz="26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16EDF-8A1E-42D4-A7AA-5B2CA569327A}">
      <dsp:nvSpPr>
        <dsp:cNvPr id="0" name=""/>
        <dsp:cNvSpPr/>
      </dsp:nvSpPr>
      <dsp:spPr>
        <a:xfrm>
          <a:off x="3496905" y="2098"/>
          <a:ext cx="3934018" cy="1009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kern="1200"/>
            <a:t>Hangos felolvasás</a:t>
          </a:r>
          <a:endParaRPr lang="en-US" sz="2800" kern="1200"/>
        </a:p>
      </dsp:txBody>
      <dsp:txXfrm>
        <a:off x="3546175" y="51368"/>
        <a:ext cx="3835478" cy="910763"/>
      </dsp:txXfrm>
    </dsp:sp>
    <dsp:sp modelId="{D787BB5E-C270-47B1-BA9A-FC6C3F03EF9E}">
      <dsp:nvSpPr>
        <dsp:cNvPr id="0" name=""/>
        <dsp:cNvSpPr/>
      </dsp:nvSpPr>
      <dsp:spPr>
        <a:xfrm>
          <a:off x="3496905" y="1061866"/>
          <a:ext cx="3934018" cy="1009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kern="1200"/>
            <a:t>Előadás tükör előtt</a:t>
          </a:r>
          <a:endParaRPr lang="en-US" sz="2800" kern="1200"/>
        </a:p>
      </dsp:txBody>
      <dsp:txXfrm>
        <a:off x="3546175" y="1111136"/>
        <a:ext cx="3835478" cy="910763"/>
      </dsp:txXfrm>
    </dsp:sp>
    <dsp:sp modelId="{EF467B21-2571-4F1C-A510-310AA1D86847}">
      <dsp:nvSpPr>
        <dsp:cNvPr id="0" name=""/>
        <dsp:cNvSpPr/>
      </dsp:nvSpPr>
      <dsp:spPr>
        <a:xfrm>
          <a:off x="3496905" y="2121635"/>
          <a:ext cx="3934018" cy="1009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kern="1200"/>
            <a:t>Saját hang felvétel</a:t>
          </a:r>
          <a:endParaRPr lang="en-US" sz="2800" kern="1200"/>
        </a:p>
      </dsp:txBody>
      <dsp:txXfrm>
        <a:off x="3546175" y="2170905"/>
        <a:ext cx="3835478" cy="910763"/>
      </dsp:txXfrm>
    </dsp:sp>
    <dsp:sp modelId="{EA7FEC3F-3DD6-4AB8-AD9D-5DA9EEAAB4B3}">
      <dsp:nvSpPr>
        <dsp:cNvPr id="0" name=""/>
        <dsp:cNvSpPr/>
      </dsp:nvSpPr>
      <dsp:spPr>
        <a:xfrm>
          <a:off x="3496905" y="3181403"/>
          <a:ext cx="3934018" cy="1009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kern="1200"/>
            <a:t>Gyakorlás család vagy barátok előtt</a:t>
          </a:r>
          <a:endParaRPr lang="en-US" sz="2800" kern="1200"/>
        </a:p>
      </dsp:txBody>
      <dsp:txXfrm>
        <a:off x="3546175" y="3230673"/>
        <a:ext cx="3835478" cy="9107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A5A6D-C302-4C48-BBF5-4C1E2194ED3F}">
      <dsp:nvSpPr>
        <dsp:cNvPr id="0" name=""/>
        <dsp:cNvSpPr/>
      </dsp:nvSpPr>
      <dsp:spPr>
        <a:xfrm>
          <a:off x="3496905" y="2098"/>
          <a:ext cx="3934018" cy="1009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kern="1200"/>
            <a:t>Túl gyors beszéd</a:t>
          </a:r>
          <a:endParaRPr lang="en-US" sz="2800" kern="1200"/>
        </a:p>
      </dsp:txBody>
      <dsp:txXfrm>
        <a:off x="3546175" y="51368"/>
        <a:ext cx="3835478" cy="910763"/>
      </dsp:txXfrm>
    </dsp:sp>
    <dsp:sp modelId="{7F9924EE-826A-473C-A6EF-6F56DF70DA16}">
      <dsp:nvSpPr>
        <dsp:cNvPr id="0" name=""/>
        <dsp:cNvSpPr/>
      </dsp:nvSpPr>
      <dsp:spPr>
        <a:xfrm>
          <a:off x="3496905" y="1061866"/>
          <a:ext cx="3934018" cy="1009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kern="1200"/>
            <a:t>Halk/bizonytalan hang</a:t>
          </a:r>
          <a:endParaRPr lang="en-US" sz="2800" kern="1200"/>
        </a:p>
      </dsp:txBody>
      <dsp:txXfrm>
        <a:off x="3546175" y="1111136"/>
        <a:ext cx="3835478" cy="910763"/>
      </dsp:txXfrm>
    </dsp:sp>
    <dsp:sp modelId="{886A2386-B693-4E2C-B04F-E32BEAC01EFF}">
      <dsp:nvSpPr>
        <dsp:cNvPr id="0" name=""/>
        <dsp:cNvSpPr/>
      </dsp:nvSpPr>
      <dsp:spPr>
        <a:xfrm>
          <a:off x="3496905" y="2121635"/>
          <a:ext cx="3934018" cy="1009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kern="1200"/>
            <a:t>Túl sok töltelékszó</a:t>
          </a:r>
          <a:endParaRPr lang="en-US" sz="2800" kern="1200"/>
        </a:p>
      </dsp:txBody>
      <dsp:txXfrm>
        <a:off x="3546175" y="2170905"/>
        <a:ext cx="3835478" cy="910763"/>
      </dsp:txXfrm>
    </dsp:sp>
    <dsp:sp modelId="{274BFDB8-CC31-4C29-B2CA-0237DD73979B}">
      <dsp:nvSpPr>
        <dsp:cNvPr id="0" name=""/>
        <dsp:cNvSpPr/>
      </dsp:nvSpPr>
      <dsp:spPr>
        <a:xfrm>
          <a:off x="3496905" y="3181403"/>
          <a:ext cx="3934018" cy="10093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kern="1200"/>
            <a:t>Jegyzet felolvasása megértés nélkül</a:t>
          </a:r>
          <a:endParaRPr lang="en-US" sz="2800" kern="1200"/>
        </a:p>
      </dsp:txBody>
      <dsp:txXfrm>
        <a:off x="3546175" y="3230673"/>
        <a:ext cx="3835478" cy="9107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774EC-6A12-4B63-BFC4-3946623DC56C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3EC86B-A4D1-4509-9CA6-278AA97953A3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Rendszeres gyakorlás</a:t>
          </a:r>
          <a:endParaRPr lang="en-US" sz="2700" kern="1200"/>
        </a:p>
      </dsp:txBody>
      <dsp:txXfrm>
        <a:off x="299702" y="1282093"/>
        <a:ext cx="2200851" cy="1366505"/>
      </dsp:txXfrm>
    </dsp:sp>
    <dsp:sp modelId="{477C1BC9-DC6E-4448-BCE2-209E78B9015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CC120-92A6-4968-844A-9CD3A79CE86B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Visszajelzés másoktól</a:t>
          </a:r>
          <a:endParaRPr lang="en-US" sz="2700" kern="1200"/>
        </a:p>
      </dsp:txBody>
      <dsp:txXfrm>
        <a:off x="3093555" y="1282093"/>
        <a:ext cx="2200851" cy="1366505"/>
      </dsp:txXfrm>
    </dsp:sp>
    <dsp:sp modelId="{2B79CEFD-5453-4CE5-A944-4AF20AFBA815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8A532-17F0-459C-AE94-EE8A3A16698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Egyszerű mondatok használata</a:t>
          </a:r>
          <a:endParaRPr lang="en-US" sz="2700" kern="1200"/>
        </a:p>
      </dsp:txBody>
      <dsp:txXfrm>
        <a:off x="5887408" y="1282093"/>
        <a:ext cx="2200851" cy="1366505"/>
      </dsp:txXfrm>
    </dsp:sp>
    <dsp:sp modelId="{D37C05CD-E6D4-4B78-9619-41CCC68CB5D0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8274C-6BE5-4755-B098-53D7F0BAAB0F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Nyugodt, magabiztos előadás</a:t>
          </a:r>
          <a:endParaRPr lang="en-US" sz="2700" kern="1200"/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4DAC34-8E58-639C-7796-CE11D090C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ABF4A26-258D-6F09-1659-7724B2918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D52BCBF-B239-E1F0-D0A7-95FF73A2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EBB2523-1F4F-2580-A841-7926EDF2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84099BB-DF68-BBD6-0C2A-8CF807BB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867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6E6B02-057E-1A1E-C285-1D95AA8D3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8F9FDB-4C9C-54CB-7033-83D2FF949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B58CCB4-25EB-D48E-00B5-D6CF1989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98ADB7-9E33-5FF8-8C5E-916881E7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1B0BB9-5546-3D4F-04CF-69473006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785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A3035C-8642-2ABF-69C3-5012C1D3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3C05D76-2E4D-D8F7-0903-C279BAF89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C822EB5-9BB1-E3AA-5EB1-3227EEA95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FA4BC15-7443-7E2F-B156-BAF09E41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27EC902-CCFE-C4D4-95EC-18C05289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1624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4450CE-2027-4FF3-6201-F1AE7B7F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97AABD-EE3B-0BBD-9BD9-19E882C7D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108676E-EFD5-7DC4-4BF8-4CF485226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02ED7B6-9C47-A14F-4D94-4DF21CEC5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7758ED5-E334-B98D-7D36-7FDB9F43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9A836CA-F7CF-B04D-B548-F5830EABA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900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D9D310-45B0-B6BD-95F6-F3AC4654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3E91181-A071-F79E-670D-A5717B86E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C8A2E56-2C69-9B07-4907-94B6D1D92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DE8A5AC-C114-1124-B1F9-3F7B174C3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ABF0015-15A4-E938-D743-2A5EB287D0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8464DA1-A10B-E730-D09E-4D158C1E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192F0AC-0168-4D31-53E9-6CA5B2DA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9381903-E712-1D2F-D377-B8963205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820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96C66C-BA9B-CAC4-AA0A-BB2CBCF95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DD4B96F-3DF6-3022-8B3D-868BC27A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C15D5BC-03C3-AEAA-D39F-0FEE2616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1C8E1B5-7E1D-3305-E4B2-FF510966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270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A589606-7E93-CBA0-F44F-E9EA7E31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FC1018E-F9CE-DDA0-7DAA-6476309B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D02C799-E6E2-0504-E9F4-A416703A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768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BCDABE-A175-98D8-358E-75A05AD2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16AD87-E00B-B0FC-616C-C83852202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6D15129-762B-586E-95D1-7A3D0EF57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881EC13-A6B9-FA0D-5D6D-41B8F941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32B2BA-4013-1507-273A-DCE39F51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9A001CB-982D-635D-1F39-A1C0CF4C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9854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E20C83-F2E0-39EC-3B22-D03BC3FB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2469E33-BFE2-349C-F7BB-7785312BB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BB2F534-3FDA-24C1-2168-FB6026D3A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EBE1E95-23AC-03FF-E5A8-E1C5DA88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5DFA9A4-F828-6069-7B66-681E2EB9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33A0C34-0BD8-7644-0C7C-70476261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557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270059-AAC1-5424-449C-CC378B6BA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E6E0E25-7D93-F5B8-B98E-35F4466A2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4FE641A-6FC4-2037-3568-C3C46424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A41A8CA-6408-A259-3587-DBEF5A65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F91E00-73CE-D487-776B-ED5091D7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623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C1D5109-5F3D-7EB5-1893-C29AE5D48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B9115CB-E31A-4032-38E9-95EA0AA64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C8B05B8-E0D2-4647-CD0B-F83C2CE7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C3ABBC5-32AF-B5ED-BE26-E3859756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1BC4FEB-291A-93E5-37B5-E89C4E90E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114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83771FC-8DB9-A731-66E6-E00FC7F49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A578AA2-B8BD-942D-19E5-83042580E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7450A32-383A-8DC8-547D-387F9FFA4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895E1-52FA-4565-9046-4E8DEA341EBF}" type="datetimeFigureOut">
              <a:rPr lang="hu-HU" smtClean="0"/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F7221AC-9074-0890-AE7F-4595434D4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51E1D8E-CC0E-DBCC-9EB2-5359AA10D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E6D59-B360-4005-959A-A01E067E7C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7844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users.atw.hu/varadiniki/35163.pdf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en.hu/legyel-profi-eloado-avagy-gyakorlat-prezentacios-keszseg-fejlesztesere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52B1BB8-17BF-14C7-F0D1-68DED0E1F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hu-HU" sz="4800">
                <a:solidFill>
                  <a:srgbClr val="FFFFFF"/>
                </a:solidFill>
              </a:rPr>
              <a:t>Verbális gyakorlatok a jó előadói készség elsajátításához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A0B273D-B653-F8A2-9F69-7970D023E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DE">
                <a:solidFill>
                  <a:srgbClr val="FFFFFF"/>
                </a:solidFill>
              </a:rPr>
              <a:t>Molek Tamás Sándor</a:t>
            </a:r>
          </a:p>
          <a:p>
            <a:pPr algn="r"/>
            <a:r>
              <a:rPr lang="en-DE">
                <a:solidFill>
                  <a:srgbClr val="FFFFFF"/>
                </a:solidFill>
              </a:rPr>
              <a:t>12.E</a:t>
            </a:r>
            <a:endParaRPr lang="hu-HU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3A1B4BE-B7FB-E9BD-3EDC-E508F0DD2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Miért fontos a verbális készség?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5F254B77-5A53-03D2-4215-03801C18B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585336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8169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CACDEC2-4C45-AC40-7D32-93DEA4E2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Hang és beszéd gyakorlása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69932EED-8B0A-FFC3-F4E4-17EA6F5FAF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11080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504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D1F1BF4-0C01-8C6A-F242-49F3A8622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Gyakorlási módszerek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D79A52DD-2BFE-4259-87EA-5785D9FC2F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20628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4316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66D9485-D230-23A9-A748-FC06F6A8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Gyakori hibák elkerülése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048F0769-6486-A222-B9C0-F2AF39386E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5327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7176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D7EAC55-FB1D-9C41-D14F-1F8C9B31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>
                <a:solidFill>
                  <a:srgbClr val="FFFFFF"/>
                </a:solidFill>
              </a:rPr>
              <a:t>Fejlődést segítő tippek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59E3EE30-F111-84B2-6579-32E3AF974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64182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1876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EBA760-C7FC-A3BD-4889-E7C1C47A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Források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8798A1-4018-947A-60FB-780E01F7F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hlinkClick r:id="rId2"/>
              </a:rPr>
              <a:t>https://beszedero.hu/szobeli-kommunikacios-keszsegek-fejlesztese-tippek/</a:t>
            </a:r>
            <a:endParaRPr lang="en-DE" dirty="0">
              <a:hlinkClick r:id="rId2"/>
            </a:endParaRPr>
          </a:p>
          <a:p>
            <a:r>
              <a:rPr lang="en-DE" dirty="0">
                <a:hlinkClick r:id="rId2"/>
              </a:rPr>
              <a:t>https://chat.openai.com/</a:t>
            </a:r>
            <a:r>
              <a:rPr lang="en-DE" dirty="0"/>
              <a:t> </a:t>
            </a:r>
          </a:p>
          <a:p>
            <a:r>
              <a:rPr lang="hu-HU" dirty="0">
                <a:hlinkClick r:id="rId3"/>
              </a:rPr>
              <a:t>http://users.atw.hu/varadiniki/35163.pdf</a:t>
            </a:r>
            <a:r>
              <a:rPr lang="en-DE" dirty="0"/>
              <a:t> </a:t>
            </a:r>
          </a:p>
          <a:p>
            <a:r>
              <a:rPr lang="hu-HU" dirty="0">
                <a:hlinkClick r:id="rId4"/>
              </a:rPr>
              <a:t>https://www.bien.hu/legyel-profi-eloado-avagy-gyakorlat-prezentacios-keszseg-fejlesztesere/</a:t>
            </a:r>
            <a:r>
              <a:rPr lang="en-DE"/>
              <a:t>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0168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0246011-B358-BFD4-66C2-9BE1CFC2E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DE" sz="4800">
                <a:solidFill>
                  <a:srgbClr val="FFFFFF"/>
                </a:solidFill>
              </a:rPr>
              <a:t>Köszönöm a figyelmet!</a:t>
            </a:r>
            <a:endParaRPr lang="hu-HU" sz="48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A577B07-3FDD-4A1A-C473-86063FAD3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hu-HU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59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134</Words>
  <Application>Microsoft Office PowerPoint</Application>
  <PresentationFormat>Szélesvásznú</PresentationFormat>
  <Paragraphs>34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Verbális gyakorlatok a jó előadói készség elsajátításához</vt:lpstr>
      <vt:lpstr>Miért fontos a verbális készség?</vt:lpstr>
      <vt:lpstr>Hang és beszéd gyakorlása</vt:lpstr>
      <vt:lpstr>Gyakorlási módszerek</vt:lpstr>
      <vt:lpstr>Gyakori hibák elkerülése</vt:lpstr>
      <vt:lpstr>Fejlődést segítő tippek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2</cp:revision>
  <dcterms:created xsi:type="dcterms:W3CDTF">2026-02-18T10:53:42Z</dcterms:created>
  <dcterms:modified xsi:type="dcterms:W3CDTF">2026-02-18T11:05:34Z</dcterms:modified>
</cp:coreProperties>
</file>