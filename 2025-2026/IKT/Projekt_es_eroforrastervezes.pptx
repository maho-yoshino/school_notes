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E5345BC-F933-4671-8A69-6EA5C83E1799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24EE380B-4740-42B9-8B0A-A50A017F426D}">
      <dgm:prSet/>
      <dgm:spPr/>
      <dgm:t>
        <a:bodyPr/>
        <a:lstStyle/>
        <a:p>
          <a:r>
            <a:rPr lang="hu-HU"/>
            <a:t>A projekt </a:t>
          </a:r>
          <a:r>
            <a:rPr lang="en-DE"/>
            <a:t>részletes előkészítése</a:t>
          </a:r>
          <a:endParaRPr lang="en-US"/>
        </a:p>
      </dgm:t>
    </dgm:pt>
    <dgm:pt modelId="{B6C2C352-2203-4A46-99ED-9B83F2518EAF}" type="parTrans" cxnId="{150AAFE0-1791-4DBB-9086-AD642976F364}">
      <dgm:prSet/>
      <dgm:spPr/>
      <dgm:t>
        <a:bodyPr/>
        <a:lstStyle/>
        <a:p>
          <a:endParaRPr lang="en-US"/>
        </a:p>
      </dgm:t>
    </dgm:pt>
    <dgm:pt modelId="{E9CD5DBF-C1C2-42C1-9650-45E8BB722A50}" type="sibTrans" cxnId="{150AAFE0-1791-4DBB-9086-AD642976F364}">
      <dgm:prSet/>
      <dgm:spPr/>
      <dgm:t>
        <a:bodyPr/>
        <a:lstStyle/>
        <a:p>
          <a:endParaRPr lang="en-US"/>
        </a:p>
      </dgm:t>
    </dgm:pt>
    <dgm:pt modelId="{CDB2A4C5-DA5C-42FC-A4DC-546ED675D6AC}">
      <dgm:prSet/>
      <dgm:spPr/>
      <dgm:t>
        <a:bodyPr/>
        <a:lstStyle/>
        <a:p>
          <a:r>
            <a:rPr lang="en-DE"/>
            <a:t>Feladatok, célok meghatározása</a:t>
          </a:r>
          <a:endParaRPr lang="en-US"/>
        </a:p>
      </dgm:t>
    </dgm:pt>
    <dgm:pt modelId="{0F838CF7-EC5E-4704-87BE-16399DC4C42C}" type="parTrans" cxnId="{6001F409-B905-4DF5-8BB9-F2E32D688FF0}">
      <dgm:prSet/>
      <dgm:spPr/>
      <dgm:t>
        <a:bodyPr/>
        <a:lstStyle/>
        <a:p>
          <a:endParaRPr lang="en-US"/>
        </a:p>
      </dgm:t>
    </dgm:pt>
    <dgm:pt modelId="{12FA765C-8F8A-42FD-9493-FA0D28235F4D}" type="sibTrans" cxnId="{6001F409-B905-4DF5-8BB9-F2E32D688FF0}">
      <dgm:prSet/>
      <dgm:spPr/>
      <dgm:t>
        <a:bodyPr/>
        <a:lstStyle/>
        <a:p>
          <a:endParaRPr lang="en-US"/>
        </a:p>
      </dgm:t>
    </dgm:pt>
    <dgm:pt modelId="{3F404AEA-DFCC-437C-A5F2-486E489349A5}">
      <dgm:prSet/>
      <dgm:spPr/>
      <dgm:t>
        <a:bodyPr/>
        <a:lstStyle/>
        <a:p>
          <a:r>
            <a:rPr lang="en-DE"/>
            <a:t>Idő és lépések megtervezése</a:t>
          </a:r>
          <a:endParaRPr lang="en-US"/>
        </a:p>
      </dgm:t>
    </dgm:pt>
    <dgm:pt modelId="{B70A0242-7B9E-433E-9CA0-066B4516DD15}" type="parTrans" cxnId="{3CC058FA-E358-40AD-B651-301CD46A0AD2}">
      <dgm:prSet/>
      <dgm:spPr/>
      <dgm:t>
        <a:bodyPr/>
        <a:lstStyle/>
        <a:p>
          <a:endParaRPr lang="en-US"/>
        </a:p>
      </dgm:t>
    </dgm:pt>
    <dgm:pt modelId="{2D5C98AF-3B20-4816-9A7D-1B2C090F29DC}" type="sibTrans" cxnId="{3CC058FA-E358-40AD-B651-301CD46A0AD2}">
      <dgm:prSet/>
      <dgm:spPr/>
      <dgm:t>
        <a:bodyPr/>
        <a:lstStyle/>
        <a:p>
          <a:endParaRPr lang="en-US"/>
        </a:p>
      </dgm:t>
    </dgm:pt>
    <dgm:pt modelId="{EA850126-AD9D-4742-B000-8785FBC50FCD}">
      <dgm:prSet/>
      <dgm:spPr/>
      <dgm:t>
        <a:bodyPr/>
        <a:lstStyle/>
        <a:p>
          <a:r>
            <a:rPr lang="en-DE"/>
            <a:t>A sikeres megvalósítás alapja</a:t>
          </a:r>
          <a:endParaRPr lang="en-US"/>
        </a:p>
      </dgm:t>
    </dgm:pt>
    <dgm:pt modelId="{503FA26E-2C72-4C8F-B51B-86B16A85DD32}" type="parTrans" cxnId="{D2AB8348-9F58-4344-9094-0EB0CBDCF532}">
      <dgm:prSet/>
      <dgm:spPr/>
      <dgm:t>
        <a:bodyPr/>
        <a:lstStyle/>
        <a:p>
          <a:endParaRPr lang="en-US"/>
        </a:p>
      </dgm:t>
    </dgm:pt>
    <dgm:pt modelId="{82B27C55-7281-45E0-9360-24DD55E8137D}" type="sibTrans" cxnId="{D2AB8348-9F58-4344-9094-0EB0CBDCF532}">
      <dgm:prSet/>
      <dgm:spPr/>
      <dgm:t>
        <a:bodyPr/>
        <a:lstStyle/>
        <a:p>
          <a:endParaRPr lang="en-US"/>
        </a:p>
      </dgm:t>
    </dgm:pt>
    <dgm:pt modelId="{669F0A64-5629-4FD7-8F65-46BABCF67A79}" type="pres">
      <dgm:prSet presAssocID="{0E5345BC-F933-4671-8A69-6EA5C83E179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149A8E-C760-4AC4-BE99-705F0E5F31DD}" type="pres">
      <dgm:prSet presAssocID="{24EE380B-4740-42B9-8B0A-A50A017F426D}" presName="hierRoot1" presStyleCnt="0"/>
      <dgm:spPr/>
    </dgm:pt>
    <dgm:pt modelId="{BA6E0A30-60AE-44F8-81FE-28A23C870B51}" type="pres">
      <dgm:prSet presAssocID="{24EE380B-4740-42B9-8B0A-A50A017F426D}" presName="composite" presStyleCnt="0"/>
      <dgm:spPr/>
    </dgm:pt>
    <dgm:pt modelId="{B3D19C9B-F576-4392-B259-405AAA451728}" type="pres">
      <dgm:prSet presAssocID="{24EE380B-4740-42B9-8B0A-A50A017F426D}" presName="background" presStyleLbl="node0" presStyleIdx="0" presStyleCnt="4"/>
      <dgm:spPr/>
    </dgm:pt>
    <dgm:pt modelId="{29F2C809-919B-467E-98C4-3DAD848D73CE}" type="pres">
      <dgm:prSet presAssocID="{24EE380B-4740-42B9-8B0A-A50A017F426D}" presName="text" presStyleLbl="fgAcc0" presStyleIdx="0" presStyleCnt="4">
        <dgm:presLayoutVars>
          <dgm:chPref val="3"/>
        </dgm:presLayoutVars>
      </dgm:prSet>
      <dgm:spPr/>
    </dgm:pt>
    <dgm:pt modelId="{58B6823E-9FA4-41A7-BAB4-6CB0DA4045B0}" type="pres">
      <dgm:prSet presAssocID="{24EE380B-4740-42B9-8B0A-A50A017F426D}" presName="hierChild2" presStyleCnt="0"/>
      <dgm:spPr/>
    </dgm:pt>
    <dgm:pt modelId="{0655AB9B-ECE5-4997-AB83-78CA1CE1C741}" type="pres">
      <dgm:prSet presAssocID="{CDB2A4C5-DA5C-42FC-A4DC-546ED675D6AC}" presName="hierRoot1" presStyleCnt="0"/>
      <dgm:spPr/>
    </dgm:pt>
    <dgm:pt modelId="{FAB96485-FB59-43F6-B72D-5E41D4BCD9F2}" type="pres">
      <dgm:prSet presAssocID="{CDB2A4C5-DA5C-42FC-A4DC-546ED675D6AC}" presName="composite" presStyleCnt="0"/>
      <dgm:spPr/>
    </dgm:pt>
    <dgm:pt modelId="{C9171563-E54E-4D2C-8C0C-47EAC8454F37}" type="pres">
      <dgm:prSet presAssocID="{CDB2A4C5-DA5C-42FC-A4DC-546ED675D6AC}" presName="background" presStyleLbl="node0" presStyleIdx="1" presStyleCnt="4"/>
      <dgm:spPr/>
    </dgm:pt>
    <dgm:pt modelId="{F7FD2FCA-A041-4CE4-9520-37560101DCA9}" type="pres">
      <dgm:prSet presAssocID="{CDB2A4C5-DA5C-42FC-A4DC-546ED675D6AC}" presName="text" presStyleLbl="fgAcc0" presStyleIdx="1" presStyleCnt="4">
        <dgm:presLayoutVars>
          <dgm:chPref val="3"/>
        </dgm:presLayoutVars>
      </dgm:prSet>
      <dgm:spPr/>
    </dgm:pt>
    <dgm:pt modelId="{078400FB-91FC-4556-85AA-BD0F87E9BE5F}" type="pres">
      <dgm:prSet presAssocID="{CDB2A4C5-DA5C-42FC-A4DC-546ED675D6AC}" presName="hierChild2" presStyleCnt="0"/>
      <dgm:spPr/>
    </dgm:pt>
    <dgm:pt modelId="{F3224F99-EE48-4506-98D0-D204D461778A}" type="pres">
      <dgm:prSet presAssocID="{3F404AEA-DFCC-437C-A5F2-486E489349A5}" presName="hierRoot1" presStyleCnt="0"/>
      <dgm:spPr/>
    </dgm:pt>
    <dgm:pt modelId="{20CFA758-90B0-4A5B-A6EF-CE532DB5107B}" type="pres">
      <dgm:prSet presAssocID="{3F404AEA-DFCC-437C-A5F2-486E489349A5}" presName="composite" presStyleCnt="0"/>
      <dgm:spPr/>
    </dgm:pt>
    <dgm:pt modelId="{E4EC9829-2F7D-4336-B8EC-DEC7D7FA1054}" type="pres">
      <dgm:prSet presAssocID="{3F404AEA-DFCC-437C-A5F2-486E489349A5}" presName="background" presStyleLbl="node0" presStyleIdx="2" presStyleCnt="4"/>
      <dgm:spPr/>
    </dgm:pt>
    <dgm:pt modelId="{B5728E9C-0DED-4AE0-886C-8192930CB485}" type="pres">
      <dgm:prSet presAssocID="{3F404AEA-DFCC-437C-A5F2-486E489349A5}" presName="text" presStyleLbl="fgAcc0" presStyleIdx="2" presStyleCnt="4">
        <dgm:presLayoutVars>
          <dgm:chPref val="3"/>
        </dgm:presLayoutVars>
      </dgm:prSet>
      <dgm:spPr/>
    </dgm:pt>
    <dgm:pt modelId="{ECCC3E7F-A0A3-4195-8A86-66B5C98CB88E}" type="pres">
      <dgm:prSet presAssocID="{3F404AEA-DFCC-437C-A5F2-486E489349A5}" presName="hierChild2" presStyleCnt="0"/>
      <dgm:spPr/>
    </dgm:pt>
    <dgm:pt modelId="{00B5E6C6-2BBE-4701-89F5-727E8C0773C4}" type="pres">
      <dgm:prSet presAssocID="{EA850126-AD9D-4742-B000-8785FBC50FCD}" presName="hierRoot1" presStyleCnt="0"/>
      <dgm:spPr/>
    </dgm:pt>
    <dgm:pt modelId="{9956FB1D-CF3E-452C-A259-80B7DBC27C32}" type="pres">
      <dgm:prSet presAssocID="{EA850126-AD9D-4742-B000-8785FBC50FCD}" presName="composite" presStyleCnt="0"/>
      <dgm:spPr/>
    </dgm:pt>
    <dgm:pt modelId="{1DF76112-E1F8-4574-86B1-6AACEB7B3945}" type="pres">
      <dgm:prSet presAssocID="{EA850126-AD9D-4742-B000-8785FBC50FCD}" presName="background" presStyleLbl="node0" presStyleIdx="3" presStyleCnt="4"/>
      <dgm:spPr/>
    </dgm:pt>
    <dgm:pt modelId="{4798F15A-C766-4F88-9EFD-7694E4D62195}" type="pres">
      <dgm:prSet presAssocID="{EA850126-AD9D-4742-B000-8785FBC50FCD}" presName="text" presStyleLbl="fgAcc0" presStyleIdx="3" presStyleCnt="4">
        <dgm:presLayoutVars>
          <dgm:chPref val="3"/>
        </dgm:presLayoutVars>
      </dgm:prSet>
      <dgm:spPr/>
    </dgm:pt>
    <dgm:pt modelId="{E9AFA7E6-EC66-4F26-B540-69E313A57BA0}" type="pres">
      <dgm:prSet presAssocID="{EA850126-AD9D-4742-B000-8785FBC50FCD}" presName="hierChild2" presStyleCnt="0"/>
      <dgm:spPr/>
    </dgm:pt>
  </dgm:ptLst>
  <dgm:cxnLst>
    <dgm:cxn modelId="{6001F409-B905-4DF5-8BB9-F2E32D688FF0}" srcId="{0E5345BC-F933-4671-8A69-6EA5C83E1799}" destId="{CDB2A4C5-DA5C-42FC-A4DC-546ED675D6AC}" srcOrd="1" destOrd="0" parTransId="{0F838CF7-EC5E-4704-87BE-16399DC4C42C}" sibTransId="{12FA765C-8F8A-42FD-9493-FA0D28235F4D}"/>
    <dgm:cxn modelId="{0680B21C-F948-4E17-B34C-5C5E985E7880}" type="presOf" srcId="{0E5345BC-F933-4671-8A69-6EA5C83E1799}" destId="{669F0A64-5629-4FD7-8F65-46BABCF67A79}" srcOrd="0" destOrd="0" presId="urn:microsoft.com/office/officeart/2005/8/layout/hierarchy1"/>
    <dgm:cxn modelId="{D33A2234-97D1-406F-914B-2C9C8C9F4A3A}" type="presOf" srcId="{3F404AEA-DFCC-437C-A5F2-486E489349A5}" destId="{B5728E9C-0DED-4AE0-886C-8192930CB485}" srcOrd="0" destOrd="0" presId="urn:microsoft.com/office/officeart/2005/8/layout/hierarchy1"/>
    <dgm:cxn modelId="{5492C042-EED9-41E0-919E-C296BDCC9B9A}" type="presOf" srcId="{24EE380B-4740-42B9-8B0A-A50A017F426D}" destId="{29F2C809-919B-467E-98C4-3DAD848D73CE}" srcOrd="0" destOrd="0" presId="urn:microsoft.com/office/officeart/2005/8/layout/hierarchy1"/>
    <dgm:cxn modelId="{D2AB8348-9F58-4344-9094-0EB0CBDCF532}" srcId="{0E5345BC-F933-4671-8A69-6EA5C83E1799}" destId="{EA850126-AD9D-4742-B000-8785FBC50FCD}" srcOrd="3" destOrd="0" parTransId="{503FA26E-2C72-4C8F-B51B-86B16A85DD32}" sibTransId="{82B27C55-7281-45E0-9360-24DD55E8137D}"/>
    <dgm:cxn modelId="{6F6ADEC3-B802-4E20-BA5F-DAD88E7A39CE}" type="presOf" srcId="{CDB2A4C5-DA5C-42FC-A4DC-546ED675D6AC}" destId="{F7FD2FCA-A041-4CE4-9520-37560101DCA9}" srcOrd="0" destOrd="0" presId="urn:microsoft.com/office/officeart/2005/8/layout/hierarchy1"/>
    <dgm:cxn modelId="{F3B200DC-5AAC-4D93-9B7E-216E76489A50}" type="presOf" srcId="{EA850126-AD9D-4742-B000-8785FBC50FCD}" destId="{4798F15A-C766-4F88-9EFD-7694E4D62195}" srcOrd="0" destOrd="0" presId="urn:microsoft.com/office/officeart/2005/8/layout/hierarchy1"/>
    <dgm:cxn modelId="{150AAFE0-1791-4DBB-9086-AD642976F364}" srcId="{0E5345BC-F933-4671-8A69-6EA5C83E1799}" destId="{24EE380B-4740-42B9-8B0A-A50A017F426D}" srcOrd="0" destOrd="0" parTransId="{B6C2C352-2203-4A46-99ED-9B83F2518EAF}" sibTransId="{E9CD5DBF-C1C2-42C1-9650-45E8BB722A50}"/>
    <dgm:cxn modelId="{3CC058FA-E358-40AD-B651-301CD46A0AD2}" srcId="{0E5345BC-F933-4671-8A69-6EA5C83E1799}" destId="{3F404AEA-DFCC-437C-A5F2-486E489349A5}" srcOrd="2" destOrd="0" parTransId="{B70A0242-7B9E-433E-9CA0-066B4516DD15}" sibTransId="{2D5C98AF-3B20-4816-9A7D-1B2C090F29DC}"/>
    <dgm:cxn modelId="{854347D9-62E0-45E4-8C37-47C2068EFE2B}" type="presParOf" srcId="{669F0A64-5629-4FD7-8F65-46BABCF67A79}" destId="{E8149A8E-C760-4AC4-BE99-705F0E5F31DD}" srcOrd="0" destOrd="0" presId="urn:microsoft.com/office/officeart/2005/8/layout/hierarchy1"/>
    <dgm:cxn modelId="{50CEBAE7-DFE9-4297-9A85-E824510CB651}" type="presParOf" srcId="{E8149A8E-C760-4AC4-BE99-705F0E5F31DD}" destId="{BA6E0A30-60AE-44F8-81FE-28A23C870B51}" srcOrd="0" destOrd="0" presId="urn:microsoft.com/office/officeart/2005/8/layout/hierarchy1"/>
    <dgm:cxn modelId="{B42DEB8A-0520-477C-A5CA-3E959D826A3A}" type="presParOf" srcId="{BA6E0A30-60AE-44F8-81FE-28A23C870B51}" destId="{B3D19C9B-F576-4392-B259-405AAA451728}" srcOrd="0" destOrd="0" presId="urn:microsoft.com/office/officeart/2005/8/layout/hierarchy1"/>
    <dgm:cxn modelId="{CC693FFE-F4A7-4290-AC77-E56DD7982849}" type="presParOf" srcId="{BA6E0A30-60AE-44F8-81FE-28A23C870B51}" destId="{29F2C809-919B-467E-98C4-3DAD848D73CE}" srcOrd="1" destOrd="0" presId="urn:microsoft.com/office/officeart/2005/8/layout/hierarchy1"/>
    <dgm:cxn modelId="{EBB4DE03-7271-47CF-BA03-BCA23556F3BF}" type="presParOf" srcId="{E8149A8E-C760-4AC4-BE99-705F0E5F31DD}" destId="{58B6823E-9FA4-41A7-BAB4-6CB0DA4045B0}" srcOrd="1" destOrd="0" presId="urn:microsoft.com/office/officeart/2005/8/layout/hierarchy1"/>
    <dgm:cxn modelId="{DEAB5A9A-D383-4D7F-AAF3-E64291D3CA04}" type="presParOf" srcId="{669F0A64-5629-4FD7-8F65-46BABCF67A79}" destId="{0655AB9B-ECE5-4997-AB83-78CA1CE1C741}" srcOrd="1" destOrd="0" presId="urn:microsoft.com/office/officeart/2005/8/layout/hierarchy1"/>
    <dgm:cxn modelId="{C86FD977-C195-4468-9FFB-BB838687DA75}" type="presParOf" srcId="{0655AB9B-ECE5-4997-AB83-78CA1CE1C741}" destId="{FAB96485-FB59-43F6-B72D-5E41D4BCD9F2}" srcOrd="0" destOrd="0" presId="urn:microsoft.com/office/officeart/2005/8/layout/hierarchy1"/>
    <dgm:cxn modelId="{93B2014D-D0DE-49C2-9803-6DC75244282B}" type="presParOf" srcId="{FAB96485-FB59-43F6-B72D-5E41D4BCD9F2}" destId="{C9171563-E54E-4D2C-8C0C-47EAC8454F37}" srcOrd="0" destOrd="0" presId="urn:microsoft.com/office/officeart/2005/8/layout/hierarchy1"/>
    <dgm:cxn modelId="{B3E2E5FE-9FB4-4448-85D3-AA933901CB08}" type="presParOf" srcId="{FAB96485-FB59-43F6-B72D-5E41D4BCD9F2}" destId="{F7FD2FCA-A041-4CE4-9520-37560101DCA9}" srcOrd="1" destOrd="0" presId="urn:microsoft.com/office/officeart/2005/8/layout/hierarchy1"/>
    <dgm:cxn modelId="{ADAB2803-DD76-4E83-A372-D76F69DC5FDB}" type="presParOf" srcId="{0655AB9B-ECE5-4997-AB83-78CA1CE1C741}" destId="{078400FB-91FC-4556-85AA-BD0F87E9BE5F}" srcOrd="1" destOrd="0" presId="urn:microsoft.com/office/officeart/2005/8/layout/hierarchy1"/>
    <dgm:cxn modelId="{B8719CA7-6AFB-4D93-A707-8CDDB8EA08DC}" type="presParOf" srcId="{669F0A64-5629-4FD7-8F65-46BABCF67A79}" destId="{F3224F99-EE48-4506-98D0-D204D461778A}" srcOrd="2" destOrd="0" presId="urn:microsoft.com/office/officeart/2005/8/layout/hierarchy1"/>
    <dgm:cxn modelId="{F778D3FE-227D-47AE-9CD0-0BE5C55BF2F9}" type="presParOf" srcId="{F3224F99-EE48-4506-98D0-D204D461778A}" destId="{20CFA758-90B0-4A5B-A6EF-CE532DB5107B}" srcOrd="0" destOrd="0" presId="urn:microsoft.com/office/officeart/2005/8/layout/hierarchy1"/>
    <dgm:cxn modelId="{B6547B17-25BE-4F89-B052-2B1D85C420B8}" type="presParOf" srcId="{20CFA758-90B0-4A5B-A6EF-CE532DB5107B}" destId="{E4EC9829-2F7D-4336-B8EC-DEC7D7FA1054}" srcOrd="0" destOrd="0" presId="urn:microsoft.com/office/officeart/2005/8/layout/hierarchy1"/>
    <dgm:cxn modelId="{2270DC31-720D-4137-A441-20E55F7A47BB}" type="presParOf" srcId="{20CFA758-90B0-4A5B-A6EF-CE532DB5107B}" destId="{B5728E9C-0DED-4AE0-886C-8192930CB485}" srcOrd="1" destOrd="0" presId="urn:microsoft.com/office/officeart/2005/8/layout/hierarchy1"/>
    <dgm:cxn modelId="{1AFF927D-0214-4AC9-8AE2-01E7367EDF2A}" type="presParOf" srcId="{F3224F99-EE48-4506-98D0-D204D461778A}" destId="{ECCC3E7F-A0A3-4195-8A86-66B5C98CB88E}" srcOrd="1" destOrd="0" presId="urn:microsoft.com/office/officeart/2005/8/layout/hierarchy1"/>
    <dgm:cxn modelId="{06C49DA4-08FB-42BD-94B2-F5541F66BA7D}" type="presParOf" srcId="{669F0A64-5629-4FD7-8F65-46BABCF67A79}" destId="{00B5E6C6-2BBE-4701-89F5-727E8C0773C4}" srcOrd="3" destOrd="0" presId="urn:microsoft.com/office/officeart/2005/8/layout/hierarchy1"/>
    <dgm:cxn modelId="{0F428740-E6B4-4A31-AC08-621A86CD0F01}" type="presParOf" srcId="{00B5E6C6-2BBE-4701-89F5-727E8C0773C4}" destId="{9956FB1D-CF3E-452C-A259-80B7DBC27C32}" srcOrd="0" destOrd="0" presId="urn:microsoft.com/office/officeart/2005/8/layout/hierarchy1"/>
    <dgm:cxn modelId="{BD80D7A9-67C1-4F8C-B538-57F7403428E1}" type="presParOf" srcId="{9956FB1D-CF3E-452C-A259-80B7DBC27C32}" destId="{1DF76112-E1F8-4574-86B1-6AACEB7B3945}" srcOrd="0" destOrd="0" presId="urn:microsoft.com/office/officeart/2005/8/layout/hierarchy1"/>
    <dgm:cxn modelId="{EF08D767-FC6D-4257-A462-8B6F844BCDF6}" type="presParOf" srcId="{9956FB1D-CF3E-452C-A259-80B7DBC27C32}" destId="{4798F15A-C766-4F88-9EFD-7694E4D62195}" srcOrd="1" destOrd="0" presId="urn:microsoft.com/office/officeart/2005/8/layout/hierarchy1"/>
    <dgm:cxn modelId="{90EBD353-42FC-4EFB-8C71-C07925F02F5D}" type="presParOf" srcId="{00B5E6C6-2BBE-4701-89F5-727E8C0773C4}" destId="{E9AFA7E6-EC66-4F26-B540-69E313A57BA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4AE085E-7DA1-4A0D-BE24-1EF2E41BE5A3}" type="doc">
      <dgm:prSet loTypeId="urn:microsoft.com/office/officeart/2005/8/layout/hierarchy1" loCatId="hierarchy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F2842B8A-A716-4107-89C1-5DA1BBEDEFE3}">
      <dgm:prSet/>
      <dgm:spPr/>
      <dgm:t>
        <a:bodyPr/>
        <a:lstStyle/>
        <a:p>
          <a:r>
            <a:rPr lang="en-DE"/>
            <a:t>Feladatok listázása</a:t>
          </a:r>
          <a:endParaRPr lang="en-US"/>
        </a:p>
      </dgm:t>
    </dgm:pt>
    <dgm:pt modelId="{622F10A0-9DA5-4A7F-8D0B-A0541252474B}" type="parTrans" cxnId="{3EDC9D02-CCBF-4D39-8A13-E0CF7ABD18EE}">
      <dgm:prSet/>
      <dgm:spPr/>
      <dgm:t>
        <a:bodyPr/>
        <a:lstStyle/>
        <a:p>
          <a:endParaRPr lang="en-US"/>
        </a:p>
      </dgm:t>
    </dgm:pt>
    <dgm:pt modelId="{3B61D64C-DED6-47B2-8583-E1130C3054E5}" type="sibTrans" cxnId="{3EDC9D02-CCBF-4D39-8A13-E0CF7ABD18EE}">
      <dgm:prSet/>
      <dgm:spPr/>
      <dgm:t>
        <a:bodyPr/>
        <a:lstStyle/>
        <a:p>
          <a:endParaRPr lang="en-US"/>
        </a:p>
      </dgm:t>
    </dgm:pt>
    <dgm:pt modelId="{E9A46C71-A283-492E-A691-D7986C9D3DC9}">
      <dgm:prSet/>
      <dgm:spPr/>
      <dgm:t>
        <a:bodyPr/>
        <a:lstStyle/>
        <a:p>
          <a:r>
            <a:rPr lang="en-DE"/>
            <a:t>Határidők kijelölése</a:t>
          </a:r>
          <a:endParaRPr lang="en-US"/>
        </a:p>
      </dgm:t>
    </dgm:pt>
    <dgm:pt modelId="{BAE4CEC2-7A1A-40C1-91FD-727EC0128EF2}" type="parTrans" cxnId="{BC7BA107-40D1-4542-8395-3029196647B3}">
      <dgm:prSet/>
      <dgm:spPr/>
      <dgm:t>
        <a:bodyPr/>
        <a:lstStyle/>
        <a:p>
          <a:endParaRPr lang="en-US"/>
        </a:p>
      </dgm:t>
    </dgm:pt>
    <dgm:pt modelId="{DDE20109-4CBE-46B4-9186-5EAA09BCDE49}" type="sibTrans" cxnId="{BC7BA107-40D1-4542-8395-3029196647B3}">
      <dgm:prSet/>
      <dgm:spPr/>
      <dgm:t>
        <a:bodyPr/>
        <a:lstStyle/>
        <a:p>
          <a:endParaRPr lang="en-US"/>
        </a:p>
      </dgm:t>
    </dgm:pt>
    <dgm:pt modelId="{9D83155B-1CC5-4C17-8635-0199B35DD1CD}">
      <dgm:prSet/>
      <dgm:spPr/>
      <dgm:t>
        <a:bodyPr/>
        <a:lstStyle/>
        <a:p>
          <a:r>
            <a:rPr lang="en-DE"/>
            <a:t>Felelősök meghatározása</a:t>
          </a:r>
          <a:endParaRPr lang="en-US"/>
        </a:p>
      </dgm:t>
    </dgm:pt>
    <dgm:pt modelId="{880023A7-88D4-40FD-BB09-F8E7CB839F6E}" type="parTrans" cxnId="{29C69981-A2FD-432F-894B-0B9D420BF43C}">
      <dgm:prSet/>
      <dgm:spPr/>
      <dgm:t>
        <a:bodyPr/>
        <a:lstStyle/>
        <a:p>
          <a:endParaRPr lang="en-US"/>
        </a:p>
      </dgm:t>
    </dgm:pt>
    <dgm:pt modelId="{F31268F3-B2D9-48E8-90A1-F36D5805CE0B}" type="sibTrans" cxnId="{29C69981-A2FD-432F-894B-0B9D420BF43C}">
      <dgm:prSet/>
      <dgm:spPr/>
      <dgm:t>
        <a:bodyPr/>
        <a:lstStyle/>
        <a:p>
          <a:endParaRPr lang="en-US"/>
        </a:p>
      </dgm:t>
    </dgm:pt>
    <dgm:pt modelId="{37A77149-9979-4519-8215-84422A8454F3}">
      <dgm:prSet/>
      <dgm:spPr/>
      <dgm:t>
        <a:bodyPr/>
        <a:lstStyle/>
        <a:p>
          <a:r>
            <a:rPr lang="en-DE"/>
            <a:t>Munkafolyamatok kialakítása</a:t>
          </a:r>
          <a:endParaRPr lang="en-US"/>
        </a:p>
      </dgm:t>
    </dgm:pt>
    <dgm:pt modelId="{040BB55D-7C60-41E0-AF76-2E0F65AA178C}" type="parTrans" cxnId="{85C7E0FE-C70C-43F9-B5E1-F8037D3612A3}">
      <dgm:prSet/>
      <dgm:spPr/>
      <dgm:t>
        <a:bodyPr/>
        <a:lstStyle/>
        <a:p>
          <a:endParaRPr lang="en-US"/>
        </a:p>
      </dgm:t>
    </dgm:pt>
    <dgm:pt modelId="{2FEA69DB-BFA8-4151-A179-58883C32E2E6}" type="sibTrans" cxnId="{85C7E0FE-C70C-43F9-B5E1-F8037D3612A3}">
      <dgm:prSet/>
      <dgm:spPr/>
      <dgm:t>
        <a:bodyPr/>
        <a:lstStyle/>
        <a:p>
          <a:endParaRPr lang="en-US"/>
        </a:p>
      </dgm:t>
    </dgm:pt>
    <dgm:pt modelId="{BA8F5188-8F74-40C6-8C7B-E9EFCDA78374}" type="pres">
      <dgm:prSet presAssocID="{A4AE085E-7DA1-4A0D-BE24-1EF2E41BE5A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CAFDE5E-01C3-45FE-B951-E57AAE07A7A7}" type="pres">
      <dgm:prSet presAssocID="{F2842B8A-A716-4107-89C1-5DA1BBEDEFE3}" presName="hierRoot1" presStyleCnt="0"/>
      <dgm:spPr/>
    </dgm:pt>
    <dgm:pt modelId="{5B5D6044-32A6-4490-AA28-3590AE56285E}" type="pres">
      <dgm:prSet presAssocID="{F2842B8A-A716-4107-89C1-5DA1BBEDEFE3}" presName="composite" presStyleCnt="0"/>
      <dgm:spPr/>
    </dgm:pt>
    <dgm:pt modelId="{1D2B18C5-9E80-41DC-8B6F-F772327741E8}" type="pres">
      <dgm:prSet presAssocID="{F2842B8A-A716-4107-89C1-5DA1BBEDEFE3}" presName="background" presStyleLbl="node0" presStyleIdx="0" presStyleCnt="4"/>
      <dgm:spPr/>
    </dgm:pt>
    <dgm:pt modelId="{493A3DB5-DB21-4177-8730-1E7DA0A05D27}" type="pres">
      <dgm:prSet presAssocID="{F2842B8A-A716-4107-89C1-5DA1BBEDEFE3}" presName="text" presStyleLbl="fgAcc0" presStyleIdx="0" presStyleCnt="4">
        <dgm:presLayoutVars>
          <dgm:chPref val="3"/>
        </dgm:presLayoutVars>
      </dgm:prSet>
      <dgm:spPr/>
    </dgm:pt>
    <dgm:pt modelId="{FC49B5A2-5AEB-4497-A3B8-EE5F4EC9DE1B}" type="pres">
      <dgm:prSet presAssocID="{F2842B8A-A716-4107-89C1-5DA1BBEDEFE3}" presName="hierChild2" presStyleCnt="0"/>
      <dgm:spPr/>
    </dgm:pt>
    <dgm:pt modelId="{409FCEBF-08C6-4A88-A930-B84522EADFA7}" type="pres">
      <dgm:prSet presAssocID="{E9A46C71-A283-492E-A691-D7986C9D3DC9}" presName="hierRoot1" presStyleCnt="0"/>
      <dgm:spPr/>
    </dgm:pt>
    <dgm:pt modelId="{5CDD128A-2008-44BF-9E82-4B7B0B136A20}" type="pres">
      <dgm:prSet presAssocID="{E9A46C71-A283-492E-A691-D7986C9D3DC9}" presName="composite" presStyleCnt="0"/>
      <dgm:spPr/>
    </dgm:pt>
    <dgm:pt modelId="{3D182D8C-E9A0-48CA-8946-3D597CA74B44}" type="pres">
      <dgm:prSet presAssocID="{E9A46C71-A283-492E-A691-D7986C9D3DC9}" presName="background" presStyleLbl="node0" presStyleIdx="1" presStyleCnt="4"/>
      <dgm:spPr/>
    </dgm:pt>
    <dgm:pt modelId="{8358D8D9-2943-4A74-B556-7DD182DC2994}" type="pres">
      <dgm:prSet presAssocID="{E9A46C71-A283-492E-A691-D7986C9D3DC9}" presName="text" presStyleLbl="fgAcc0" presStyleIdx="1" presStyleCnt="4">
        <dgm:presLayoutVars>
          <dgm:chPref val="3"/>
        </dgm:presLayoutVars>
      </dgm:prSet>
      <dgm:spPr/>
    </dgm:pt>
    <dgm:pt modelId="{5E0C8A6E-4737-4B0E-91CA-1A55C989302D}" type="pres">
      <dgm:prSet presAssocID="{E9A46C71-A283-492E-A691-D7986C9D3DC9}" presName="hierChild2" presStyleCnt="0"/>
      <dgm:spPr/>
    </dgm:pt>
    <dgm:pt modelId="{A5471F73-CB39-4A48-BE0F-AD569FAD8B2B}" type="pres">
      <dgm:prSet presAssocID="{9D83155B-1CC5-4C17-8635-0199B35DD1CD}" presName="hierRoot1" presStyleCnt="0"/>
      <dgm:spPr/>
    </dgm:pt>
    <dgm:pt modelId="{340D645E-31F8-455B-B719-A10B22923EAF}" type="pres">
      <dgm:prSet presAssocID="{9D83155B-1CC5-4C17-8635-0199B35DD1CD}" presName="composite" presStyleCnt="0"/>
      <dgm:spPr/>
    </dgm:pt>
    <dgm:pt modelId="{4B61252C-2B42-42B8-B65F-FB6A61C2F6C5}" type="pres">
      <dgm:prSet presAssocID="{9D83155B-1CC5-4C17-8635-0199B35DD1CD}" presName="background" presStyleLbl="node0" presStyleIdx="2" presStyleCnt="4"/>
      <dgm:spPr/>
    </dgm:pt>
    <dgm:pt modelId="{FF40A647-C312-469A-83FC-67504929F33A}" type="pres">
      <dgm:prSet presAssocID="{9D83155B-1CC5-4C17-8635-0199B35DD1CD}" presName="text" presStyleLbl="fgAcc0" presStyleIdx="2" presStyleCnt="4">
        <dgm:presLayoutVars>
          <dgm:chPref val="3"/>
        </dgm:presLayoutVars>
      </dgm:prSet>
      <dgm:spPr/>
    </dgm:pt>
    <dgm:pt modelId="{D933EC95-C7BA-4870-ACC3-6521EB12A091}" type="pres">
      <dgm:prSet presAssocID="{9D83155B-1CC5-4C17-8635-0199B35DD1CD}" presName="hierChild2" presStyleCnt="0"/>
      <dgm:spPr/>
    </dgm:pt>
    <dgm:pt modelId="{1FF8AE1A-4D4A-4F2F-B076-A40776CDCC2D}" type="pres">
      <dgm:prSet presAssocID="{37A77149-9979-4519-8215-84422A8454F3}" presName="hierRoot1" presStyleCnt="0"/>
      <dgm:spPr/>
    </dgm:pt>
    <dgm:pt modelId="{AE9FB749-3D7B-4134-905F-2FB09C18FE40}" type="pres">
      <dgm:prSet presAssocID="{37A77149-9979-4519-8215-84422A8454F3}" presName="composite" presStyleCnt="0"/>
      <dgm:spPr/>
    </dgm:pt>
    <dgm:pt modelId="{37DEE2A5-BD66-4E83-986E-6498BE80DD31}" type="pres">
      <dgm:prSet presAssocID="{37A77149-9979-4519-8215-84422A8454F3}" presName="background" presStyleLbl="node0" presStyleIdx="3" presStyleCnt="4"/>
      <dgm:spPr/>
    </dgm:pt>
    <dgm:pt modelId="{A0D069FE-BB11-46EE-B39F-6F5956E4689E}" type="pres">
      <dgm:prSet presAssocID="{37A77149-9979-4519-8215-84422A8454F3}" presName="text" presStyleLbl="fgAcc0" presStyleIdx="3" presStyleCnt="4">
        <dgm:presLayoutVars>
          <dgm:chPref val="3"/>
        </dgm:presLayoutVars>
      </dgm:prSet>
      <dgm:spPr/>
    </dgm:pt>
    <dgm:pt modelId="{0230C56C-9031-4CED-BC20-DF31C136EADC}" type="pres">
      <dgm:prSet presAssocID="{37A77149-9979-4519-8215-84422A8454F3}" presName="hierChild2" presStyleCnt="0"/>
      <dgm:spPr/>
    </dgm:pt>
  </dgm:ptLst>
  <dgm:cxnLst>
    <dgm:cxn modelId="{3B6FEA01-A81B-4A11-83F9-3A8B9ED962A0}" type="presOf" srcId="{37A77149-9979-4519-8215-84422A8454F3}" destId="{A0D069FE-BB11-46EE-B39F-6F5956E4689E}" srcOrd="0" destOrd="0" presId="urn:microsoft.com/office/officeart/2005/8/layout/hierarchy1"/>
    <dgm:cxn modelId="{3EDC9D02-CCBF-4D39-8A13-E0CF7ABD18EE}" srcId="{A4AE085E-7DA1-4A0D-BE24-1EF2E41BE5A3}" destId="{F2842B8A-A716-4107-89C1-5DA1BBEDEFE3}" srcOrd="0" destOrd="0" parTransId="{622F10A0-9DA5-4A7F-8D0B-A0541252474B}" sibTransId="{3B61D64C-DED6-47B2-8583-E1130C3054E5}"/>
    <dgm:cxn modelId="{BC7BA107-40D1-4542-8395-3029196647B3}" srcId="{A4AE085E-7DA1-4A0D-BE24-1EF2E41BE5A3}" destId="{E9A46C71-A283-492E-A691-D7986C9D3DC9}" srcOrd="1" destOrd="0" parTransId="{BAE4CEC2-7A1A-40C1-91FD-727EC0128EF2}" sibTransId="{DDE20109-4CBE-46B4-9186-5EAA09BCDE49}"/>
    <dgm:cxn modelId="{C04F3408-FDA4-4FF7-B893-190452DB6A90}" type="presOf" srcId="{F2842B8A-A716-4107-89C1-5DA1BBEDEFE3}" destId="{493A3DB5-DB21-4177-8730-1E7DA0A05D27}" srcOrd="0" destOrd="0" presId="urn:microsoft.com/office/officeart/2005/8/layout/hierarchy1"/>
    <dgm:cxn modelId="{AC017B62-2403-4D27-AD59-4CC357337DB2}" type="presOf" srcId="{A4AE085E-7DA1-4A0D-BE24-1EF2E41BE5A3}" destId="{BA8F5188-8F74-40C6-8C7B-E9EFCDA78374}" srcOrd="0" destOrd="0" presId="urn:microsoft.com/office/officeart/2005/8/layout/hierarchy1"/>
    <dgm:cxn modelId="{AADCDC65-D447-4BB2-9D7E-060FB8931C05}" type="presOf" srcId="{9D83155B-1CC5-4C17-8635-0199B35DD1CD}" destId="{FF40A647-C312-469A-83FC-67504929F33A}" srcOrd="0" destOrd="0" presId="urn:microsoft.com/office/officeart/2005/8/layout/hierarchy1"/>
    <dgm:cxn modelId="{29C69981-A2FD-432F-894B-0B9D420BF43C}" srcId="{A4AE085E-7DA1-4A0D-BE24-1EF2E41BE5A3}" destId="{9D83155B-1CC5-4C17-8635-0199B35DD1CD}" srcOrd="2" destOrd="0" parTransId="{880023A7-88D4-40FD-BB09-F8E7CB839F6E}" sibTransId="{F31268F3-B2D9-48E8-90A1-F36D5805CE0B}"/>
    <dgm:cxn modelId="{9753C5C3-4A14-41C6-8A3F-2CA2B1635307}" type="presOf" srcId="{E9A46C71-A283-492E-A691-D7986C9D3DC9}" destId="{8358D8D9-2943-4A74-B556-7DD182DC2994}" srcOrd="0" destOrd="0" presId="urn:microsoft.com/office/officeart/2005/8/layout/hierarchy1"/>
    <dgm:cxn modelId="{85C7E0FE-C70C-43F9-B5E1-F8037D3612A3}" srcId="{A4AE085E-7DA1-4A0D-BE24-1EF2E41BE5A3}" destId="{37A77149-9979-4519-8215-84422A8454F3}" srcOrd="3" destOrd="0" parTransId="{040BB55D-7C60-41E0-AF76-2E0F65AA178C}" sibTransId="{2FEA69DB-BFA8-4151-A179-58883C32E2E6}"/>
    <dgm:cxn modelId="{603CEA99-A706-4B95-BE24-E38BC4582BF9}" type="presParOf" srcId="{BA8F5188-8F74-40C6-8C7B-E9EFCDA78374}" destId="{0CAFDE5E-01C3-45FE-B951-E57AAE07A7A7}" srcOrd="0" destOrd="0" presId="urn:microsoft.com/office/officeart/2005/8/layout/hierarchy1"/>
    <dgm:cxn modelId="{C14506CC-4590-4BB3-8083-2FC49FBE602D}" type="presParOf" srcId="{0CAFDE5E-01C3-45FE-B951-E57AAE07A7A7}" destId="{5B5D6044-32A6-4490-AA28-3590AE56285E}" srcOrd="0" destOrd="0" presId="urn:microsoft.com/office/officeart/2005/8/layout/hierarchy1"/>
    <dgm:cxn modelId="{9A748C31-1EF5-4C60-AFB9-E945056827C0}" type="presParOf" srcId="{5B5D6044-32A6-4490-AA28-3590AE56285E}" destId="{1D2B18C5-9E80-41DC-8B6F-F772327741E8}" srcOrd="0" destOrd="0" presId="urn:microsoft.com/office/officeart/2005/8/layout/hierarchy1"/>
    <dgm:cxn modelId="{E76B16A4-9DDA-4468-AAC5-01164D7F9199}" type="presParOf" srcId="{5B5D6044-32A6-4490-AA28-3590AE56285E}" destId="{493A3DB5-DB21-4177-8730-1E7DA0A05D27}" srcOrd="1" destOrd="0" presId="urn:microsoft.com/office/officeart/2005/8/layout/hierarchy1"/>
    <dgm:cxn modelId="{9623EB52-3D31-441A-9B7D-DE92977201E5}" type="presParOf" srcId="{0CAFDE5E-01C3-45FE-B951-E57AAE07A7A7}" destId="{FC49B5A2-5AEB-4497-A3B8-EE5F4EC9DE1B}" srcOrd="1" destOrd="0" presId="urn:microsoft.com/office/officeart/2005/8/layout/hierarchy1"/>
    <dgm:cxn modelId="{804FF3D6-287B-4A56-9A14-B5DD9BC2DEB5}" type="presParOf" srcId="{BA8F5188-8F74-40C6-8C7B-E9EFCDA78374}" destId="{409FCEBF-08C6-4A88-A930-B84522EADFA7}" srcOrd="1" destOrd="0" presId="urn:microsoft.com/office/officeart/2005/8/layout/hierarchy1"/>
    <dgm:cxn modelId="{D72604D5-67D8-4730-BE64-808F6C0B7238}" type="presParOf" srcId="{409FCEBF-08C6-4A88-A930-B84522EADFA7}" destId="{5CDD128A-2008-44BF-9E82-4B7B0B136A20}" srcOrd="0" destOrd="0" presId="urn:microsoft.com/office/officeart/2005/8/layout/hierarchy1"/>
    <dgm:cxn modelId="{6BEE61E0-E84D-4E63-A949-72E854169FBD}" type="presParOf" srcId="{5CDD128A-2008-44BF-9E82-4B7B0B136A20}" destId="{3D182D8C-E9A0-48CA-8946-3D597CA74B44}" srcOrd="0" destOrd="0" presId="urn:microsoft.com/office/officeart/2005/8/layout/hierarchy1"/>
    <dgm:cxn modelId="{837029FD-A340-442B-98D9-1F61FB885EE9}" type="presParOf" srcId="{5CDD128A-2008-44BF-9E82-4B7B0B136A20}" destId="{8358D8D9-2943-4A74-B556-7DD182DC2994}" srcOrd="1" destOrd="0" presId="urn:microsoft.com/office/officeart/2005/8/layout/hierarchy1"/>
    <dgm:cxn modelId="{1C48E444-C24D-4921-9B57-0DA9CC911C5D}" type="presParOf" srcId="{409FCEBF-08C6-4A88-A930-B84522EADFA7}" destId="{5E0C8A6E-4737-4B0E-91CA-1A55C989302D}" srcOrd="1" destOrd="0" presId="urn:microsoft.com/office/officeart/2005/8/layout/hierarchy1"/>
    <dgm:cxn modelId="{D5E77863-F81F-4353-84E0-80AAAC3B3C5C}" type="presParOf" srcId="{BA8F5188-8F74-40C6-8C7B-E9EFCDA78374}" destId="{A5471F73-CB39-4A48-BE0F-AD569FAD8B2B}" srcOrd="2" destOrd="0" presId="urn:microsoft.com/office/officeart/2005/8/layout/hierarchy1"/>
    <dgm:cxn modelId="{87617C26-10AD-49D2-905E-C5E2AEC12CF8}" type="presParOf" srcId="{A5471F73-CB39-4A48-BE0F-AD569FAD8B2B}" destId="{340D645E-31F8-455B-B719-A10B22923EAF}" srcOrd="0" destOrd="0" presId="urn:microsoft.com/office/officeart/2005/8/layout/hierarchy1"/>
    <dgm:cxn modelId="{5A40EF32-8C15-4744-AFAB-9F183521D31C}" type="presParOf" srcId="{340D645E-31F8-455B-B719-A10B22923EAF}" destId="{4B61252C-2B42-42B8-B65F-FB6A61C2F6C5}" srcOrd="0" destOrd="0" presId="urn:microsoft.com/office/officeart/2005/8/layout/hierarchy1"/>
    <dgm:cxn modelId="{EAE038FC-D820-477B-AD87-34577D213B5B}" type="presParOf" srcId="{340D645E-31F8-455B-B719-A10B22923EAF}" destId="{FF40A647-C312-469A-83FC-67504929F33A}" srcOrd="1" destOrd="0" presId="urn:microsoft.com/office/officeart/2005/8/layout/hierarchy1"/>
    <dgm:cxn modelId="{213F4B06-8BC2-4542-8A2D-8276A23521CC}" type="presParOf" srcId="{A5471F73-CB39-4A48-BE0F-AD569FAD8B2B}" destId="{D933EC95-C7BA-4870-ACC3-6521EB12A091}" srcOrd="1" destOrd="0" presId="urn:microsoft.com/office/officeart/2005/8/layout/hierarchy1"/>
    <dgm:cxn modelId="{128E8B6C-1EE1-40D5-9DC3-C00297848FB6}" type="presParOf" srcId="{BA8F5188-8F74-40C6-8C7B-E9EFCDA78374}" destId="{1FF8AE1A-4D4A-4F2F-B076-A40776CDCC2D}" srcOrd="3" destOrd="0" presId="urn:microsoft.com/office/officeart/2005/8/layout/hierarchy1"/>
    <dgm:cxn modelId="{E9B68496-74B0-454C-847B-3287FB682B96}" type="presParOf" srcId="{1FF8AE1A-4D4A-4F2F-B076-A40776CDCC2D}" destId="{AE9FB749-3D7B-4134-905F-2FB09C18FE40}" srcOrd="0" destOrd="0" presId="urn:microsoft.com/office/officeart/2005/8/layout/hierarchy1"/>
    <dgm:cxn modelId="{697DC9D8-ED56-4A68-8E53-5F6D45BCDAF6}" type="presParOf" srcId="{AE9FB749-3D7B-4134-905F-2FB09C18FE40}" destId="{37DEE2A5-BD66-4E83-986E-6498BE80DD31}" srcOrd="0" destOrd="0" presId="urn:microsoft.com/office/officeart/2005/8/layout/hierarchy1"/>
    <dgm:cxn modelId="{FC0A250B-6AE7-4117-94EB-A19BAA525981}" type="presParOf" srcId="{AE9FB749-3D7B-4134-905F-2FB09C18FE40}" destId="{A0D069FE-BB11-46EE-B39F-6F5956E4689E}" srcOrd="1" destOrd="0" presId="urn:microsoft.com/office/officeart/2005/8/layout/hierarchy1"/>
    <dgm:cxn modelId="{797E6EF1-35FC-4187-83D0-604B3956B4E7}" type="presParOf" srcId="{1FF8AE1A-4D4A-4F2F-B076-A40776CDCC2D}" destId="{0230C56C-9031-4CED-BC20-DF31C136EAD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5D6B5AB-131B-41FD-969B-351BC723C2C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E9802E-DB8D-434B-9F1E-AD82C00685BD}">
      <dgm:prSet/>
      <dgm:spPr/>
      <dgm:t>
        <a:bodyPr/>
        <a:lstStyle/>
        <a:p>
          <a:r>
            <a:rPr lang="en-DE"/>
            <a:t>Emberi</a:t>
          </a:r>
          <a:endParaRPr lang="en-US"/>
        </a:p>
      </dgm:t>
    </dgm:pt>
    <dgm:pt modelId="{61AA4462-69E8-4EFA-B758-41E199981860}" type="parTrans" cxnId="{9991AA7C-4F19-4D76-BE8C-873617B49D35}">
      <dgm:prSet/>
      <dgm:spPr/>
      <dgm:t>
        <a:bodyPr/>
        <a:lstStyle/>
        <a:p>
          <a:endParaRPr lang="en-US"/>
        </a:p>
      </dgm:t>
    </dgm:pt>
    <dgm:pt modelId="{D33E39CC-B94E-44E6-A82F-4C06E8C63623}" type="sibTrans" cxnId="{9991AA7C-4F19-4D76-BE8C-873617B49D35}">
      <dgm:prSet/>
      <dgm:spPr/>
      <dgm:t>
        <a:bodyPr/>
        <a:lstStyle/>
        <a:p>
          <a:endParaRPr lang="en-US"/>
        </a:p>
      </dgm:t>
    </dgm:pt>
    <dgm:pt modelId="{16C55F18-72C9-43A0-8E94-3B9E8A4240D7}">
      <dgm:prSet/>
      <dgm:spPr/>
      <dgm:t>
        <a:bodyPr/>
        <a:lstStyle/>
        <a:p>
          <a:r>
            <a:rPr lang="en-DE"/>
            <a:t>Eszközök és anyagok</a:t>
          </a:r>
          <a:endParaRPr lang="en-US"/>
        </a:p>
      </dgm:t>
    </dgm:pt>
    <dgm:pt modelId="{E3AE9745-48DF-4BDF-9766-0B46A9E0CA00}" type="parTrans" cxnId="{2FF2C9D2-6C65-4DD9-A160-D86AF103F006}">
      <dgm:prSet/>
      <dgm:spPr/>
      <dgm:t>
        <a:bodyPr/>
        <a:lstStyle/>
        <a:p>
          <a:endParaRPr lang="en-US"/>
        </a:p>
      </dgm:t>
    </dgm:pt>
    <dgm:pt modelId="{CE07AC20-AF00-4BAD-A327-0D6E8FD6B278}" type="sibTrans" cxnId="{2FF2C9D2-6C65-4DD9-A160-D86AF103F006}">
      <dgm:prSet/>
      <dgm:spPr/>
      <dgm:t>
        <a:bodyPr/>
        <a:lstStyle/>
        <a:p>
          <a:endParaRPr lang="en-US"/>
        </a:p>
      </dgm:t>
    </dgm:pt>
    <dgm:pt modelId="{C635AE5A-F276-4E8D-8B52-F9D27E4ACA6C}">
      <dgm:prSet/>
      <dgm:spPr/>
      <dgm:t>
        <a:bodyPr/>
        <a:lstStyle/>
        <a:p>
          <a:r>
            <a:rPr lang="en-DE"/>
            <a:t>Pénzügyi</a:t>
          </a:r>
          <a:endParaRPr lang="en-US"/>
        </a:p>
      </dgm:t>
    </dgm:pt>
    <dgm:pt modelId="{BE402B35-5613-4924-B468-F9FD00F1233A}" type="parTrans" cxnId="{E9592BB7-4A93-411E-85B1-B0A03A239E56}">
      <dgm:prSet/>
      <dgm:spPr/>
      <dgm:t>
        <a:bodyPr/>
        <a:lstStyle/>
        <a:p>
          <a:endParaRPr lang="en-US"/>
        </a:p>
      </dgm:t>
    </dgm:pt>
    <dgm:pt modelId="{2F5BFA26-A631-4B80-AB80-58A371343CC3}" type="sibTrans" cxnId="{E9592BB7-4A93-411E-85B1-B0A03A239E56}">
      <dgm:prSet/>
      <dgm:spPr/>
      <dgm:t>
        <a:bodyPr/>
        <a:lstStyle/>
        <a:p>
          <a:endParaRPr lang="en-US"/>
        </a:p>
      </dgm:t>
    </dgm:pt>
    <dgm:pt modelId="{C4CE1F18-5C6B-441E-871B-CF38FB51BEAF}">
      <dgm:prSet/>
      <dgm:spPr/>
      <dgm:t>
        <a:bodyPr/>
        <a:lstStyle/>
        <a:p>
          <a:r>
            <a:rPr lang="en-DE"/>
            <a:t>Idő</a:t>
          </a:r>
          <a:endParaRPr lang="en-US"/>
        </a:p>
      </dgm:t>
    </dgm:pt>
    <dgm:pt modelId="{D6F4E7DB-7D7F-4998-9070-32AC194DD2C4}" type="parTrans" cxnId="{8ED8E854-AFFB-4E3D-A022-D188E4CFF6CA}">
      <dgm:prSet/>
      <dgm:spPr/>
      <dgm:t>
        <a:bodyPr/>
        <a:lstStyle/>
        <a:p>
          <a:endParaRPr lang="en-US"/>
        </a:p>
      </dgm:t>
    </dgm:pt>
    <dgm:pt modelId="{E766484A-5FB4-4EFF-80DC-06E4A7AEEFD8}" type="sibTrans" cxnId="{8ED8E854-AFFB-4E3D-A022-D188E4CFF6CA}">
      <dgm:prSet/>
      <dgm:spPr/>
      <dgm:t>
        <a:bodyPr/>
        <a:lstStyle/>
        <a:p>
          <a:endParaRPr lang="en-US"/>
        </a:p>
      </dgm:t>
    </dgm:pt>
    <dgm:pt modelId="{2E276B26-6FDC-4893-A109-3F68AF8D97E9}" type="pres">
      <dgm:prSet presAssocID="{F5D6B5AB-131B-41FD-969B-351BC723C2CE}" presName="matrix" presStyleCnt="0">
        <dgm:presLayoutVars>
          <dgm:chMax val="1"/>
          <dgm:dir/>
          <dgm:resizeHandles val="exact"/>
        </dgm:presLayoutVars>
      </dgm:prSet>
      <dgm:spPr/>
    </dgm:pt>
    <dgm:pt modelId="{9F771EB9-ABA4-4EA5-BD42-9B4B88F5C3F0}" type="pres">
      <dgm:prSet presAssocID="{F5D6B5AB-131B-41FD-969B-351BC723C2CE}" presName="diamond" presStyleLbl="bgShp" presStyleIdx="0" presStyleCnt="1"/>
      <dgm:spPr/>
    </dgm:pt>
    <dgm:pt modelId="{78328068-0807-4303-8292-A555CCA7D51A}" type="pres">
      <dgm:prSet presAssocID="{F5D6B5AB-131B-41FD-969B-351BC723C2C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E492F0E-F410-416D-A8BC-A4499DB8943B}" type="pres">
      <dgm:prSet presAssocID="{F5D6B5AB-131B-41FD-969B-351BC723C2C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3418162-CCC7-4EA8-8CE4-FF61BB753120}" type="pres">
      <dgm:prSet presAssocID="{F5D6B5AB-131B-41FD-969B-351BC723C2C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55470969-4045-486D-8CFC-88F9FD32025B}" type="pres">
      <dgm:prSet presAssocID="{F5D6B5AB-131B-41FD-969B-351BC723C2C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F5DD25B-2BCF-400F-B370-4F8167EC19A3}" type="presOf" srcId="{D6E9802E-DB8D-434B-9F1E-AD82C00685BD}" destId="{78328068-0807-4303-8292-A555CCA7D51A}" srcOrd="0" destOrd="0" presId="urn:microsoft.com/office/officeart/2005/8/layout/matrix3"/>
    <dgm:cxn modelId="{84E7F85E-85E1-4C8A-BF3E-3A77B380B703}" type="presOf" srcId="{C4CE1F18-5C6B-441E-871B-CF38FB51BEAF}" destId="{55470969-4045-486D-8CFC-88F9FD32025B}" srcOrd="0" destOrd="0" presId="urn:microsoft.com/office/officeart/2005/8/layout/matrix3"/>
    <dgm:cxn modelId="{487C344D-2FC6-4735-A9D6-17DD62955A94}" type="presOf" srcId="{F5D6B5AB-131B-41FD-969B-351BC723C2CE}" destId="{2E276B26-6FDC-4893-A109-3F68AF8D97E9}" srcOrd="0" destOrd="0" presId="urn:microsoft.com/office/officeart/2005/8/layout/matrix3"/>
    <dgm:cxn modelId="{8ED8E854-AFFB-4E3D-A022-D188E4CFF6CA}" srcId="{F5D6B5AB-131B-41FD-969B-351BC723C2CE}" destId="{C4CE1F18-5C6B-441E-871B-CF38FB51BEAF}" srcOrd="3" destOrd="0" parTransId="{D6F4E7DB-7D7F-4998-9070-32AC194DD2C4}" sibTransId="{E766484A-5FB4-4EFF-80DC-06E4A7AEEFD8}"/>
    <dgm:cxn modelId="{9991AA7C-4F19-4D76-BE8C-873617B49D35}" srcId="{F5D6B5AB-131B-41FD-969B-351BC723C2CE}" destId="{D6E9802E-DB8D-434B-9F1E-AD82C00685BD}" srcOrd="0" destOrd="0" parTransId="{61AA4462-69E8-4EFA-B758-41E199981860}" sibTransId="{D33E39CC-B94E-44E6-A82F-4C06E8C63623}"/>
    <dgm:cxn modelId="{E9592BB7-4A93-411E-85B1-B0A03A239E56}" srcId="{F5D6B5AB-131B-41FD-969B-351BC723C2CE}" destId="{C635AE5A-F276-4E8D-8B52-F9D27E4ACA6C}" srcOrd="2" destOrd="0" parTransId="{BE402B35-5613-4924-B468-F9FD00F1233A}" sibTransId="{2F5BFA26-A631-4B80-AB80-58A371343CC3}"/>
    <dgm:cxn modelId="{A37A0BD1-C534-4BE8-A077-38BC33B7B6E8}" type="presOf" srcId="{C635AE5A-F276-4E8D-8B52-F9D27E4ACA6C}" destId="{B3418162-CCC7-4EA8-8CE4-FF61BB753120}" srcOrd="0" destOrd="0" presId="urn:microsoft.com/office/officeart/2005/8/layout/matrix3"/>
    <dgm:cxn modelId="{2FF2C9D2-6C65-4DD9-A160-D86AF103F006}" srcId="{F5D6B5AB-131B-41FD-969B-351BC723C2CE}" destId="{16C55F18-72C9-43A0-8E94-3B9E8A4240D7}" srcOrd="1" destOrd="0" parTransId="{E3AE9745-48DF-4BDF-9766-0B46A9E0CA00}" sibTransId="{CE07AC20-AF00-4BAD-A327-0D6E8FD6B278}"/>
    <dgm:cxn modelId="{E9A5C0E8-ADEB-48BB-A044-8D94902A3DDA}" type="presOf" srcId="{16C55F18-72C9-43A0-8E94-3B9E8A4240D7}" destId="{BE492F0E-F410-416D-A8BC-A4499DB8943B}" srcOrd="0" destOrd="0" presId="urn:microsoft.com/office/officeart/2005/8/layout/matrix3"/>
    <dgm:cxn modelId="{066F0596-C99D-4555-9C08-EEBC484418BB}" type="presParOf" srcId="{2E276B26-6FDC-4893-A109-3F68AF8D97E9}" destId="{9F771EB9-ABA4-4EA5-BD42-9B4B88F5C3F0}" srcOrd="0" destOrd="0" presId="urn:microsoft.com/office/officeart/2005/8/layout/matrix3"/>
    <dgm:cxn modelId="{5CDBE76A-4110-49AD-9794-2C3F3F20B27F}" type="presParOf" srcId="{2E276B26-6FDC-4893-A109-3F68AF8D97E9}" destId="{78328068-0807-4303-8292-A555CCA7D51A}" srcOrd="1" destOrd="0" presId="urn:microsoft.com/office/officeart/2005/8/layout/matrix3"/>
    <dgm:cxn modelId="{A7C7D076-4E97-4CC7-9EC3-ED6840551C28}" type="presParOf" srcId="{2E276B26-6FDC-4893-A109-3F68AF8D97E9}" destId="{BE492F0E-F410-416D-A8BC-A4499DB8943B}" srcOrd="2" destOrd="0" presId="urn:microsoft.com/office/officeart/2005/8/layout/matrix3"/>
    <dgm:cxn modelId="{7110A547-2386-42C3-B7DE-18B8E462C074}" type="presParOf" srcId="{2E276B26-6FDC-4893-A109-3F68AF8D97E9}" destId="{B3418162-CCC7-4EA8-8CE4-FF61BB753120}" srcOrd="3" destOrd="0" presId="urn:microsoft.com/office/officeart/2005/8/layout/matrix3"/>
    <dgm:cxn modelId="{E3C49A3B-C9A4-440C-9928-62C470FBD3F9}" type="presParOf" srcId="{2E276B26-6FDC-4893-A109-3F68AF8D97E9}" destId="{55470969-4045-486D-8CFC-88F9FD32025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35D0F2-5E73-462C-A720-ABEA72015BA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4950937-71E0-405B-9A70-4F4D2BD932A7}">
      <dgm:prSet/>
      <dgm:spPr/>
      <dgm:t>
        <a:bodyPr/>
        <a:lstStyle/>
        <a:p>
          <a:r>
            <a:rPr lang="en-DE"/>
            <a:t>Szükséges erőforrások felmérése</a:t>
          </a:r>
          <a:endParaRPr lang="en-US"/>
        </a:p>
      </dgm:t>
    </dgm:pt>
    <dgm:pt modelId="{0E691DCD-79C9-42CE-90EB-CBFC40E8CBE7}" type="parTrans" cxnId="{4F15414F-E796-46B8-8D3D-B3DA62C1E883}">
      <dgm:prSet/>
      <dgm:spPr/>
      <dgm:t>
        <a:bodyPr/>
        <a:lstStyle/>
        <a:p>
          <a:endParaRPr lang="en-US"/>
        </a:p>
      </dgm:t>
    </dgm:pt>
    <dgm:pt modelId="{A3E8A3F2-BC99-437A-A65A-5B7EB41F34CC}" type="sibTrans" cxnId="{4F15414F-E796-46B8-8D3D-B3DA62C1E883}">
      <dgm:prSet/>
      <dgm:spPr/>
      <dgm:t>
        <a:bodyPr/>
        <a:lstStyle/>
        <a:p>
          <a:endParaRPr lang="en-US"/>
        </a:p>
      </dgm:t>
    </dgm:pt>
    <dgm:pt modelId="{A821145A-ED84-4C9F-9B0C-0B7BD1C89778}">
      <dgm:prSet/>
      <dgm:spPr/>
      <dgm:t>
        <a:bodyPr/>
        <a:lstStyle/>
        <a:p>
          <a:r>
            <a:rPr lang="en-DE"/>
            <a:t>Erőforrások beosztása</a:t>
          </a:r>
          <a:endParaRPr lang="en-US"/>
        </a:p>
      </dgm:t>
    </dgm:pt>
    <dgm:pt modelId="{25A4C1BF-53DF-4164-AD5C-BA3F5B9CA2C4}" type="parTrans" cxnId="{FFCCA688-7AF4-478B-BC48-378BDE31B211}">
      <dgm:prSet/>
      <dgm:spPr/>
      <dgm:t>
        <a:bodyPr/>
        <a:lstStyle/>
        <a:p>
          <a:endParaRPr lang="en-US"/>
        </a:p>
      </dgm:t>
    </dgm:pt>
    <dgm:pt modelId="{E8D47F27-1EEE-43B1-9B37-33D45A9275DC}" type="sibTrans" cxnId="{FFCCA688-7AF4-478B-BC48-378BDE31B211}">
      <dgm:prSet/>
      <dgm:spPr/>
      <dgm:t>
        <a:bodyPr/>
        <a:lstStyle/>
        <a:p>
          <a:endParaRPr lang="en-US"/>
        </a:p>
      </dgm:t>
    </dgm:pt>
    <dgm:pt modelId="{98211C6B-2E35-400E-9AF5-D83B60964A21}">
      <dgm:prSet/>
      <dgm:spPr/>
      <dgm:t>
        <a:bodyPr/>
        <a:lstStyle/>
        <a:p>
          <a:r>
            <a:rPr lang="en-DE"/>
            <a:t>Tartalék beépítése</a:t>
          </a:r>
          <a:endParaRPr lang="en-US"/>
        </a:p>
      </dgm:t>
    </dgm:pt>
    <dgm:pt modelId="{53C932F1-973E-44F6-B1B9-934F7F192118}" type="parTrans" cxnId="{7D7E2E0A-5DCE-45DC-8A80-B79E15BE1033}">
      <dgm:prSet/>
      <dgm:spPr/>
      <dgm:t>
        <a:bodyPr/>
        <a:lstStyle/>
        <a:p>
          <a:endParaRPr lang="en-US"/>
        </a:p>
      </dgm:t>
    </dgm:pt>
    <dgm:pt modelId="{EC485197-B5A6-4E42-9CF3-CA3D136A788A}" type="sibTrans" cxnId="{7D7E2E0A-5DCE-45DC-8A80-B79E15BE1033}">
      <dgm:prSet/>
      <dgm:spPr/>
      <dgm:t>
        <a:bodyPr/>
        <a:lstStyle/>
        <a:p>
          <a:endParaRPr lang="en-US"/>
        </a:p>
      </dgm:t>
    </dgm:pt>
    <dgm:pt modelId="{72C2FBD7-DF27-466E-A930-5C9D7BAF5C36}" type="pres">
      <dgm:prSet presAssocID="{B035D0F2-5E73-462C-A720-ABEA72015BA2}" presName="linear" presStyleCnt="0">
        <dgm:presLayoutVars>
          <dgm:animLvl val="lvl"/>
          <dgm:resizeHandles val="exact"/>
        </dgm:presLayoutVars>
      </dgm:prSet>
      <dgm:spPr/>
    </dgm:pt>
    <dgm:pt modelId="{714B3B12-DD08-4C5C-B3BA-EC28E354B6BC}" type="pres">
      <dgm:prSet presAssocID="{64950937-71E0-405B-9A70-4F4D2BD932A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E12B4DC-254A-46BA-A501-4CDFCEB4FDA4}" type="pres">
      <dgm:prSet presAssocID="{A3E8A3F2-BC99-437A-A65A-5B7EB41F34CC}" presName="spacer" presStyleCnt="0"/>
      <dgm:spPr/>
    </dgm:pt>
    <dgm:pt modelId="{2EDC4992-D13C-4F21-843C-E8E51C10FC60}" type="pres">
      <dgm:prSet presAssocID="{A821145A-ED84-4C9F-9B0C-0B7BD1C897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9D15821-1D99-4F71-BC36-C2E49425681A}" type="pres">
      <dgm:prSet presAssocID="{E8D47F27-1EEE-43B1-9B37-33D45A9275DC}" presName="spacer" presStyleCnt="0"/>
      <dgm:spPr/>
    </dgm:pt>
    <dgm:pt modelId="{30058D8C-4285-4F7B-A94C-AAE444DE3D02}" type="pres">
      <dgm:prSet presAssocID="{98211C6B-2E35-400E-9AF5-D83B60964A2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D7E2E0A-5DCE-45DC-8A80-B79E15BE1033}" srcId="{B035D0F2-5E73-462C-A720-ABEA72015BA2}" destId="{98211C6B-2E35-400E-9AF5-D83B60964A21}" srcOrd="2" destOrd="0" parTransId="{53C932F1-973E-44F6-B1B9-934F7F192118}" sibTransId="{EC485197-B5A6-4E42-9CF3-CA3D136A788A}"/>
    <dgm:cxn modelId="{A6DFDD13-9A50-4E63-BE8B-683582F3CCFC}" type="presOf" srcId="{98211C6B-2E35-400E-9AF5-D83B60964A21}" destId="{30058D8C-4285-4F7B-A94C-AAE444DE3D02}" srcOrd="0" destOrd="0" presId="urn:microsoft.com/office/officeart/2005/8/layout/vList2"/>
    <dgm:cxn modelId="{6F30744C-C818-4A04-9EB0-5DCF96B13920}" type="presOf" srcId="{64950937-71E0-405B-9A70-4F4D2BD932A7}" destId="{714B3B12-DD08-4C5C-B3BA-EC28E354B6BC}" srcOrd="0" destOrd="0" presId="urn:microsoft.com/office/officeart/2005/8/layout/vList2"/>
    <dgm:cxn modelId="{4F15414F-E796-46B8-8D3D-B3DA62C1E883}" srcId="{B035D0F2-5E73-462C-A720-ABEA72015BA2}" destId="{64950937-71E0-405B-9A70-4F4D2BD932A7}" srcOrd="0" destOrd="0" parTransId="{0E691DCD-79C9-42CE-90EB-CBFC40E8CBE7}" sibTransId="{A3E8A3F2-BC99-437A-A65A-5B7EB41F34CC}"/>
    <dgm:cxn modelId="{13D69F86-3BE2-4D41-B928-F3460846CF90}" type="presOf" srcId="{B035D0F2-5E73-462C-A720-ABEA72015BA2}" destId="{72C2FBD7-DF27-466E-A930-5C9D7BAF5C36}" srcOrd="0" destOrd="0" presId="urn:microsoft.com/office/officeart/2005/8/layout/vList2"/>
    <dgm:cxn modelId="{FFCCA688-7AF4-478B-BC48-378BDE31B211}" srcId="{B035D0F2-5E73-462C-A720-ABEA72015BA2}" destId="{A821145A-ED84-4C9F-9B0C-0B7BD1C89778}" srcOrd="1" destOrd="0" parTransId="{25A4C1BF-53DF-4164-AD5C-BA3F5B9CA2C4}" sibTransId="{E8D47F27-1EEE-43B1-9B37-33D45A9275DC}"/>
    <dgm:cxn modelId="{D1EA16AB-B987-4638-8ABC-AD2AE3900597}" type="presOf" srcId="{A821145A-ED84-4C9F-9B0C-0B7BD1C89778}" destId="{2EDC4992-D13C-4F21-843C-E8E51C10FC60}" srcOrd="0" destOrd="0" presId="urn:microsoft.com/office/officeart/2005/8/layout/vList2"/>
    <dgm:cxn modelId="{338F0BF4-C24E-4A1A-B3EC-26383A77FD10}" type="presParOf" srcId="{72C2FBD7-DF27-466E-A930-5C9D7BAF5C36}" destId="{714B3B12-DD08-4C5C-B3BA-EC28E354B6BC}" srcOrd="0" destOrd="0" presId="urn:microsoft.com/office/officeart/2005/8/layout/vList2"/>
    <dgm:cxn modelId="{12E65162-7CE7-4972-962C-44CAF4A30990}" type="presParOf" srcId="{72C2FBD7-DF27-466E-A930-5C9D7BAF5C36}" destId="{7E12B4DC-254A-46BA-A501-4CDFCEB4FDA4}" srcOrd="1" destOrd="0" presId="urn:microsoft.com/office/officeart/2005/8/layout/vList2"/>
    <dgm:cxn modelId="{DCFB373E-EF00-47AA-B001-347693950678}" type="presParOf" srcId="{72C2FBD7-DF27-466E-A930-5C9D7BAF5C36}" destId="{2EDC4992-D13C-4F21-843C-E8E51C10FC60}" srcOrd="2" destOrd="0" presId="urn:microsoft.com/office/officeart/2005/8/layout/vList2"/>
    <dgm:cxn modelId="{F09A8454-96BD-488C-881B-F6001FDFC25C}" type="presParOf" srcId="{72C2FBD7-DF27-466E-A930-5C9D7BAF5C36}" destId="{79D15821-1D99-4F71-BC36-C2E49425681A}" srcOrd="3" destOrd="0" presId="urn:microsoft.com/office/officeart/2005/8/layout/vList2"/>
    <dgm:cxn modelId="{E3F0BA5E-B99A-406C-9CCA-899712BDB920}" type="presParOf" srcId="{72C2FBD7-DF27-466E-A930-5C9D7BAF5C36}" destId="{30058D8C-4285-4F7B-A94C-AAE444DE3D0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D702054-7DE0-4920-A3E4-ADDDEBE0E31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A627FD3-CFFF-4490-99F2-FCE184E118B2}">
      <dgm:prSet/>
      <dgm:spPr/>
      <dgm:t>
        <a:bodyPr/>
        <a:lstStyle/>
        <a:p>
          <a:r>
            <a:rPr lang="en-DE"/>
            <a:t>Reális becslések készítése</a:t>
          </a:r>
          <a:endParaRPr lang="en-US"/>
        </a:p>
      </dgm:t>
    </dgm:pt>
    <dgm:pt modelId="{7A84C561-AC09-41BB-8CE4-080036D4F6AA}" type="parTrans" cxnId="{AD3E4ED8-B810-41C5-BCF0-5209A27E5898}">
      <dgm:prSet/>
      <dgm:spPr/>
      <dgm:t>
        <a:bodyPr/>
        <a:lstStyle/>
        <a:p>
          <a:endParaRPr lang="en-US"/>
        </a:p>
      </dgm:t>
    </dgm:pt>
    <dgm:pt modelId="{08EEF2BA-B8A5-4D2C-9483-F34D01123B41}" type="sibTrans" cxnId="{AD3E4ED8-B810-41C5-BCF0-5209A27E5898}">
      <dgm:prSet/>
      <dgm:spPr/>
      <dgm:t>
        <a:bodyPr/>
        <a:lstStyle/>
        <a:p>
          <a:endParaRPr lang="en-US"/>
        </a:p>
      </dgm:t>
    </dgm:pt>
    <dgm:pt modelId="{E623C483-2253-4C58-9A33-4025B43B5358}">
      <dgm:prSet/>
      <dgm:spPr/>
      <dgm:t>
        <a:bodyPr/>
        <a:lstStyle/>
        <a:p>
          <a:r>
            <a:rPr lang="en-DE"/>
            <a:t>Prioritások meghatározása</a:t>
          </a:r>
          <a:endParaRPr lang="en-US"/>
        </a:p>
      </dgm:t>
    </dgm:pt>
    <dgm:pt modelId="{90B0C2D7-8BE7-4E2F-B767-F9FBD340637B}" type="parTrans" cxnId="{C2F15D35-0F2F-4763-9728-8C4150902751}">
      <dgm:prSet/>
      <dgm:spPr/>
      <dgm:t>
        <a:bodyPr/>
        <a:lstStyle/>
        <a:p>
          <a:endParaRPr lang="en-US"/>
        </a:p>
      </dgm:t>
    </dgm:pt>
    <dgm:pt modelId="{D5E4E604-4D47-43F6-9688-401A032D634E}" type="sibTrans" cxnId="{C2F15D35-0F2F-4763-9728-8C4150902751}">
      <dgm:prSet/>
      <dgm:spPr/>
      <dgm:t>
        <a:bodyPr/>
        <a:lstStyle/>
        <a:p>
          <a:endParaRPr lang="en-US"/>
        </a:p>
      </dgm:t>
    </dgm:pt>
    <dgm:pt modelId="{427BDCB4-6D9E-4A16-ACAF-4309687B3D3C}">
      <dgm:prSet/>
      <dgm:spPr/>
      <dgm:t>
        <a:bodyPr/>
        <a:lstStyle/>
        <a:p>
          <a:r>
            <a:rPr lang="en-DE"/>
            <a:t>Rugalmasság biztosítása</a:t>
          </a:r>
          <a:endParaRPr lang="en-US"/>
        </a:p>
      </dgm:t>
    </dgm:pt>
    <dgm:pt modelId="{910B6BB7-71CE-48B5-B52B-4CF831ECA83D}" type="parTrans" cxnId="{75F04E0C-5A14-4AC4-BADF-C2BACE593763}">
      <dgm:prSet/>
      <dgm:spPr/>
      <dgm:t>
        <a:bodyPr/>
        <a:lstStyle/>
        <a:p>
          <a:endParaRPr lang="en-US"/>
        </a:p>
      </dgm:t>
    </dgm:pt>
    <dgm:pt modelId="{C5D26836-56AA-4B4A-B473-0DCCE2809E9C}" type="sibTrans" cxnId="{75F04E0C-5A14-4AC4-BADF-C2BACE593763}">
      <dgm:prSet/>
      <dgm:spPr/>
      <dgm:t>
        <a:bodyPr/>
        <a:lstStyle/>
        <a:p>
          <a:endParaRPr lang="en-US"/>
        </a:p>
      </dgm:t>
    </dgm:pt>
    <dgm:pt modelId="{420F4EE8-24FA-49D4-B400-1E27DDFF2984}">
      <dgm:prSet/>
      <dgm:spPr/>
      <dgm:t>
        <a:bodyPr/>
        <a:lstStyle/>
        <a:p>
          <a:r>
            <a:rPr lang="en-DE"/>
            <a:t>Folyamatos ellenőrzés, módosítás, ha kell</a:t>
          </a:r>
          <a:endParaRPr lang="en-US"/>
        </a:p>
      </dgm:t>
    </dgm:pt>
    <dgm:pt modelId="{C6DEA817-9203-4A83-A5FA-057CD912F0B3}" type="parTrans" cxnId="{DCF7CD76-762B-4E0D-857B-88C5F11F5C9D}">
      <dgm:prSet/>
      <dgm:spPr/>
      <dgm:t>
        <a:bodyPr/>
        <a:lstStyle/>
        <a:p>
          <a:endParaRPr lang="en-US"/>
        </a:p>
      </dgm:t>
    </dgm:pt>
    <dgm:pt modelId="{504DC209-107B-4697-90A3-AD1D9EA0A598}" type="sibTrans" cxnId="{DCF7CD76-762B-4E0D-857B-88C5F11F5C9D}">
      <dgm:prSet/>
      <dgm:spPr/>
      <dgm:t>
        <a:bodyPr/>
        <a:lstStyle/>
        <a:p>
          <a:endParaRPr lang="en-US"/>
        </a:p>
      </dgm:t>
    </dgm:pt>
    <dgm:pt modelId="{C2162201-79E7-43A7-8504-DD7B9D8B411F}" type="pres">
      <dgm:prSet presAssocID="{8D702054-7DE0-4920-A3E4-ADDDEBE0E313}" presName="linear" presStyleCnt="0">
        <dgm:presLayoutVars>
          <dgm:animLvl val="lvl"/>
          <dgm:resizeHandles val="exact"/>
        </dgm:presLayoutVars>
      </dgm:prSet>
      <dgm:spPr/>
    </dgm:pt>
    <dgm:pt modelId="{055B9AA9-47A2-4790-BDBC-438DEC03E5A1}" type="pres">
      <dgm:prSet presAssocID="{0A627FD3-CFFF-4490-99F2-FCE184E118B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1023517-ECD6-4C95-A76A-C94676F1450B}" type="pres">
      <dgm:prSet presAssocID="{08EEF2BA-B8A5-4D2C-9483-F34D01123B41}" presName="spacer" presStyleCnt="0"/>
      <dgm:spPr/>
    </dgm:pt>
    <dgm:pt modelId="{CD06A6AA-CD68-4C63-BE60-130B5F9C74B6}" type="pres">
      <dgm:prSet presAssocID="{E623C483-2253-4C58-9A33-4025B43B535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3F0C39-A1C8-47CE-8AC1-4A28A3104AA9}" type="pres">
      <dgm:prSet presAssocID="{D5E4E604-4D47-43F6-9688-401A032D634E}" presName="spacer" presStyleCnt="0"/>
      <dgm:spPr/>
    </dgm:pt>
    <dgm:pt modelId="{9A3E2A48-A96F-4B22-9500-3D97F1E201CE}" type="pres">
      <dgm:prSet presAssocID="{427BDCB4-6D9E-4A16-ACAF-4309687B3D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4D58183-F1D1-4491-96D0-7A2579C170A9}" type="pres">
      <dgm:prSet presAssocID="{C5D26836-56AA-4B4A-B473-0DCCE2809E9C}" presName="spacer" presStyleCnt="0"/>
      <dgm:spPr/>
    </dgm:pt>
    <dgm:pt modelId="{887B2BDD-BD30-41A9-8F0C-00271E9D3E91}" type="pres">
      <dgm:prSet presAssocID="{420F4EE8-24FA-49D4-B400-1E27DDFF298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5F04E0C-5A14-4AC4-BADF-C2BACE593763}" srcId="{8D702054-7DE0-4920-A3E4-ADDDEBE0E313}" destId="{427BDCB4-6D9E-4A16-ACAF-4309687B3D3C}" srcOrd="2" destOrd="0" parTransId="{910B6BB7-71CE-48B5-B52B-4CF831ECA83D}" sibTransId="{C5D26836-56AA-4B4A-B473-0DCCE2809E9C}"/>
    <dgm:cxn modelId="{C2F15D35-0F2F-4763-9728-8C4150902751}" srcId="{8D702054-7DE0-4920-A3E4-ADDDEBE0E313}" destId="{E623C483-2253-4C58-9A33-4025B43B5358}" srcOrd="1" destOrd="0" parTransId="{90B0C2D7-8BE7-4E2F-B767-F9FBD340637B}" sibTransId="{D5E4E604-4D47-43F6-9688-401A032D634E}"/>
    <dgm:cxn modelId="{737FFB68-537E-4279-BAF7-5A7318485F29}" type="presOf" srcId="{8D702054-7DE0-4920-A3E4-ADDDEBE0E313}" destId="{C2162201-79E7-43A7-8504-DD7B9D8B411F}" srcOrd="0" destOrd="0" presId="urn:microsoft.com/office/officeart/2005/8/layout/vList2"/>
    <dgm:cxn modelId="{D194656B-A24B-4007-A22E-11EDDBDE23D9}" type="presOf" srcId="{427BDCB4-6D9E-4A16-ACAF-4309687B3D3C}" destId="{9A3E2A48-A96F-4B22-9500-3D97F1E201CE}" srcOrd="0" destOrd="0" presId="urn:microsoft.com/office/officeart/2005/8/layout/vList2"/>
    <dgm:cxn modelId="{B67C5476-DC5E-45F8-B362-852640D5C32E}" type="presOf" srcId="{E623C483-2253-4C58-9A33-4025B43B5358}" destId="{CD06A6AA-CD68-4C63-BE60-130B5F9C74B6}" srcOrd="0" destOrd="0" presId="urn:microsoft.com/office/officeart/2005/8/layout/vList2"/>
    <dgm:cxn modelId="{DCF7CD76-762B-4E0D-857B-88C5F11F5C9D}" srcId="{8D702054-7DE0-4920-A3E4-ADDDEBE0E313}" destId="{420F4EE8-24FA-49D4-B400-1E27DDFF2984}" srcOrd="3" destOrd="0" parTransId="{C6DEA817-9203-4A83-A5FA-057CD912F0B3}" sibTransId="{504DC209-107B-4697-90A3-AD1D9EA0A598}"/>
    <dgm:cxn modelId="{AD3E4ED8-B810-41C5-BCF0-5209A27E5898}" srcId="{8D702054-7DE0-4920-A3E4-ADDDEBE0E313}" destId="{0A627FD3-CFFF-4490-99F2-FCE184E118B2}" srcOrd="0" destOrd="0" parTransId="{7A84C561-AC09-41BB-8CE4-080036D4F6AA}" sibTransId="{08EEF2BA-B8A5-4D2C-9483-F34D01123B41}"/>
    <dgm:cxn modelId="{713D0DE8-90A5-4D91-A459-97A0246ABCE8}" type="presOf" srcId="{420F4EE8-24FA-49D4-B400-1E27DDFF2984}" destId="{887B2BDD-BD30-41A9-8F0C-00271E9D3E91}" srcOrd="0" destOrd="0" presId="urn:microsoft.com/office/officeart/2005/8/layout/vList2"/>
    <dgm:cxn modelId="{4DE6D2FC-5B91-46C0-A868-D873634E84EA}" type="presOf" srcId="{0A627FD3-CFFF-4490-99F2-FCE184E118B2}" destId="{055B9AA9-47A2-4790-BDBC-438DEC03E5A1}" srcOrd="0" destOrd="0" presId="urn:microsoft.com/office/officeart/2005/8/layout/vList2"/>
    <dgm:cxn modelId="{07930C90-9717-42A8-B165-3E7D2C2C473E}" type="presParOf" srcId="{C2162201-79E7-43A7-8504-DD7B9D8B411F}" destId="{055B9AA9-47A2-4790-BDBC-438DEC03E5A1}" srcOrd="0" destOrd="0" presId="urn:microsoft.com/office/officeart/2005/8/layout/vList2"/>
    <dgm:cxn modelId="{3F0690A7-C409-4752-A6E2-4C06CA6589F4}" type="presParOf" srcId="{C2162201-79E7-43A7-8504-DD7B9D8B411F}" destId="{21023517-ECD6-4C95-A76A-C94676F1450B}" srcOrd="1" destOrd="0" presId="urn:microsoft.com/office/officeart/2005/8/layout/vList2"/>
    <dgm:cxn modelId="{FFC541C6-E24C-4EF7-AC8C-608A62E66A72}" type="presParOf" srcId="{C2162201-79E7-43A7-8504-DD7B9D8B411F}" destId="{CD06A6AA-CD68-4C63-BE60-130B5F9C74B6}" srcOrd="2" destOrd="0" presId="urn:microsoft.com/office/officeart/2005/8/layout/vList2"/>
    <dgm:cxn modelId="{45177734-60D4-436E-9E24-0F69BC1DE469}" type="presParOf" srcId="{C2162201-79E7-43A7-8504-DD7B9D8B411F}" destId="{E53F0C39-A1C8-47CE-8AC1-4A28A3104AA9}" srcOrd="3" destOrd="0" presId="urn:microsoft.com/office/officeart/2005/8/layout/vList2"/>
    <dgm:cxn modelId="{AACE82EC-F847-47FA-B325-84FB84DD995E}" type="presParOf" srcId="{C2162201-79E7-43A7-8504-DD7B9D8B411F}" destId="{9A3E2A48-A96F-4B22-9500-3D97F1E201CE}" srcOrd="4" destOrd="0" presId="urn:microsoft.com/office/officeart/2005/8/layout/vList2"/>
    <dgm:cxn modelId="{70EB2B4E-B1EF-48C1-A75A-D03F6712D997}" type="presParOf" srcId="{C2162201-79E7-43A7-8504-DD7B9D8B411F}" destId="{14D58183-F1D1-4491-96D0-7A2579C170A9}" srcOrd="5" destOrd="0" presId="urn:microsoft.com/office/officeart/2005/8/layout/vList2"/>
    <dgm:cxn modelId="{ADFEAD1A-20B6-45B3-9D56-7327ED7480A5}" type="presParOf" srcId="{C2162201-79E7-43A7-8504-DD7B9D8B411F}" destId="{887B2BDD-BD30-41A9-8F0C-00271E9D3E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19C9B-F576-4392-B259-405AAA451728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2C809-919B-467E-98C4-3DAD848D73CE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u-HU" sz="2300" kern="1200"/>
            <a:t>A projekt </a:t>
          </a:r>
          <a:r>
            <a:rPr lang="en-DE" sz="2300" kern="1200"/>
            <a:t>részletes előkészítése</a:t>
          </a:r>
          <a:endParaRPr lang="en-US" sz="2300" kern="1200"/>
        </a:p>
      </dsp:txBody>
      <dsp:txXfrm>
        <a:off x="299702" y="1282093"/>
        <a:ext cx="2200851" cy="1366505"/>
      </dsp:txXfrm>
    </dsp:sp>
    <dsp:sp modelId="{C9171563-E54E-4D2C-8C0C-47EAC8454F37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FD2FCA-A041-4CE4-9520-37560101DCA9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Feladatok, célok meghatározása</a:t>
          </a:r>
          <a:endParaRPr lang="en-US" sz="2300" kern="1200"/>
        </a:p>
      </dsp:txBody>
      <dsp:txXfrm>
        <a:off x="3093555" y="1282093"/>
        <a:ext cx="2200851" cy="1366505"/>
      </dsp:txXfrm>
    </dsp:sp>
    <dsp:sp modelId="{E4EC9829-2F7D-4336-B8EC-DEC7D7FA1054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28E9C-0DED-4AE0-886C-8192930CB485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Idő és lépések megtervezése</a:t>
          </a:r>
          <a:endParaRPr lang="en-US" sz="2300" kern="1200"/>
        </a:p>
      </dsp:txBody>
      <dsp:txXfrm>
        <a:off x="5887408" y="1282093"/>
        <a:ext cx="2200851" cy="1366505"/>
      </dsp:txXfrm>
    </dsp:sp>
    <dsp:sp modelId="{1DF76112-E1F8-4574-86B1-6AACEB7B3945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98F15A-C766-4F88-9EFD-7694E4D62195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300" kern="1200"/>
            <a:t>A sikeres megvalósítás alapja</a:t>
          </a:r>
          <a:endParaRPr lang="en-US" sz="2300" kern="1200"/>
        </a:p>
      </dsp:txBody>
      <dsp:txXfrm>
        <a:off x="8681261" y="1282093"/>
        <a:ext cx="2200851" cy="136650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2B18C5-9E80-41DC-8B6F-F772327741E8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3A3DB5-DB21-4177-8730-1E7DA0A05D27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000" kern="1200"/>
            <a:t>Feladatok listázása</a:t>
          </a:r>
          <a:endParaRPr lang="en-US" sz="2000" kern="1200"/>
        </a:p>
      </dsp:txBody>
      <dsp:txXfrm>
        <a:off x="299702" y="1282093"/>
        <a:ext cx="2200851" cy="1366505"/>
      </dsp:txXfrm>
    </dsp:sp>
    <dsp:sp modelId="{3D182D8C-E9A0-48CA-8946-3D597CA74B44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58D8D9-2943-4A74-B556-7DD182DC2994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000" kern="1200"/>
            <a:t>Határidők kijelölése</a:t>
          </a:r>
          <a:endParaRPr lang="en-US" sz="2000" kern="1200"/>
        </a:p>
      </dsp:txBody>
      <dsp:txXfrm>
        <a:off x="3093555" y="1282093"/>
        <a:ext cx="2200851" cy="1366505"/>
      </dsp:txXfrm>
    </dsp:sp>
    <dsp:sp modelId="{4B61252C-2B42-42B8-B65F-FB6A61C2F6C5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0A647-C312-469A-83FC-67504929F33A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000" kern="1200"/>
            <a:t>Felelősök meghatározása</a:t>
          </a:r>
          <a:endParaRPr lang="en-US" sz="2000" kern="1200"/>
        </a:p>
      </dsp:txBody>
      <dsp:txXfrm>
        <a:off x="5887408" y="1282093"/>
        <a:ext cx="2200851" cy="1366505"/>
      </dsp:txXfrm>
    </dsp:sp>
    <dsp:sp modelId="{37DEE2A5-BD66-4E83-986E-6498BE80DD31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069FE-BB11-46EE-B39F-6F5956E4689E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000" kern="1200"/>
            <a:t>Munkafolyamatok kialakítása</a:t>
          </a:r>
          <a:endParaRPr lang="en-US" sz="20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71EB9-ABA4-4EA5-BD42-9B4B88F5C3F0}">
      <dsp:nvSpPr>
        <dsp:cNvPr id="0" name=""/>
        <dsp:cNvSpPr/>
      </dsp:nvSpPr>
      <dsp:spPr>
        <a:xfrm>
          <a:off x="3367512" y="0"/>
          <a:ext cx="4192805" cy="4192805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328068-0807-4303-8292-A555CCA7D51A}">
      <dsp:nvSpPr>
        <dsp:cNvPr id="0" name=""/>
        <dsp:cNvSpPr/>
      </dsp:nvSpPr>
      <dsp:spPr>
        <a:xfrm>
          <a:off x="3765828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/>
            <a:t>Emberi</a:t>
          </a:r>
          <a:endParaRPr lang="en-US" sz="2500" kern="1200"/>
        </a:p>
      </dsp:txBody>
      <dsp:txXfrm>
        <a:off x="3845652" y="478140"/>
        <a:ext cx="1475545" cy="1475545"/>
      </dsp:txXfrm>
    </dsp:sp>
    <dsp:sp modelId="{BE492F0E-F410-416D-A8BC-A4499DB8943B}">
      <dsp:nvSpPr>
        <dsp:cNvPr id="0" name=""/>
        <dsp:cNvSpPr/>
      </dsp:nvSpPr>
      <dsp:spPr>
        <a:xfrm>
          <a:off x="5526806" y="398316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/>
            <a:t>Eszközök és anyagok</a:t>
          </a:r>
          <a:endParaRPr lang="en-US" sz="2500" kern="1200"/>
        </a:p>
      </dsp:txBody>
      <dsp:txXfrm>
        <a:off x="5606630" y="478140"/>
        <a:ext cx="1475545" cy="1475545"/>
      </dsp:txXfrm>
    </dsp:sp>
    <dsp:sp modelId="{B3418162-CCC7-4EA8-8CE4-FF61BB753120}">
      <dsp:nvSpPr>
        <dsp:cNvPr id="0" name=""/>
        <dsp:cNvSpPr/>
      </dsp:nvSpPr>
      <dsp:spPr>
        <a:xfrm>
          <a:off x="3765828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/>
            <a:t>Pénzügyi</a:t>
          </a:r>
          <a:endParaRPr lang="en-US" sz="2500" kern="1200"/>
        </a:p>
      </dsp:txBody>
      <dsp:txXfrm>
        <a:off x="3845652" y="2239118"/>
        <a:ext cx="1475545" cy="1475545"/>
      </dsp:txXfrm>
    </dsp:sp>
    <dsp:sp modelId="{55470969-4045-486D-8CFC-88F9FD32025B}">
      <dsp:nvSpPr>
        <dsp:cNvPr id="0" name=""/>
        <dsp:cNvSpPr/>
      </dsp:nvSpPr>
      <dsp:spPr>
        <a:xfrm>
          <a:off x="5526806" y="2159294"/>
          <a:ext cx="1635193" cy="16351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2500" kern="1200"/>
            <a:t>Idő</a:t>
          </a:r>
          <a:endParaRPr lang="en-US" sz="2500" kern="1200"/>
        </a:p>
      </dsp:txBody>
      <dsp:txXfrm>
        <a:off x="5606630" y="2239118"/>
        <a:ext cx="1475545" cy="14755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4B3B12-DD08-4C5C-B3BA-EC28E354B6BC}">
      <dsp:nvSpPr>
        <dsp:cNvPr id="0" name=""/>
        <dsp:cNvSpPr/>
      </dsp:nvSpPr>
      <dsp:spPr>
        <a:xfrm>
          <a:off x="0" y="30182"/>
          <a:ext cx="10927829" cy="1277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5200" kern="1200"/>
            <a:t>Szükséges erőforrások felmérése</a:t>
          </a:r>
          <a:endParaRPr lang="en-US" sz="5200" kern="1200"/>
        </a:p>
      </dsp:txBody>
      <dsp:txXfrm>
        <a:off x="62369" y="92551"/>
        <a:ext cx="10803091" cy="1152902"/>
      </dsp:txXfrm>
    </dsp:sp>
    <dsp:sp modelId="{2EDC4992-D13C-4F21-843C-E8E51C10FC60}">
      <dsp:nvSpPr>
        <dsp:cNvPr id="0" name=""/>
        <dsp:cNvSpPr/>
      </dsp:nvSpPr>
      <dsp:spPr>
        <a:xfrm>
          <a:off x="0" y="1457582"/>
          <a:ext cx="10927829" cy="127764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5200" kern="1200"/>
            <a:t>Erőforrások beosztása</a:t>
          </a:r>
          <a:endParaRPr lang="en-US" sz="5200" kern="1200"/>
        </a:p>
      </dsp:txBody>
      <dsp:txXfrm>
        <a:off x="62369" y="1519951"/>
        <a:ext cx="10803091" cy="1152902"/>
      </dsp:txXfrm>
    </dsp:sp>
    <dsp:sp modelId="{30058D8C-4285-4F7B-A94C-AAE444DE3D02}">
      <dsp:nvSpPr>
        <dsp:cNvPr id="0" name=""/>
        <dsp:cNvSpPr/>
      </dsp:nvSpPr>
      <dsp:spPr>
        <a:xfrm>
          <a:off x="0" y="2884982"/>
          <a:ext cx="10927829" cy="127764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marL="0" lvl="0" indent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5200" kern="1200"/>
            <a:t>Tartalék beépítése</a:t>
          </a:r>
          <a:endParaRPr lang="en-US" sz="5200" kern="1200"/>
        </a:p>
      </dsp:txBody>
      <dsp:txXfrm>
        <a:off x="62369" y="2947351"/>
        <a:ext cx="10803091" cy="11529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5B9AA9-47A2-4790-BDBC-438DEC03E5A1}">
      <dsp:nvSpPr>
        <dsp:cNvPr id="0" name=""/>
        <dsp:cNvSpPr/>
      </dsp:nvSpPr>
      <dsp:spPr>
        <a:xfrm>
          <a:off x="0" y="11462"/>
          <a:ext cx="10927829" cy="9582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900" kern="1200"/>
            <a:t>Reális becslések készítése</a:t>
          </a:r>
          <a:endParaRPr lang="en-US" sz="3900" kern="1200"/>
        </a:p>
      </dsp:txBody>
      <dsp:txXfrm>
        <a:off x="46777" y="58239"/>
        <a:ext cx="10834275" cy="864676"/>
      </dsp:txXfrm>
    </dsp:sp>
    <dsp:sp modelId="{CD06A6AA-CD68-4C63-BE60-130B5F9C74B6}">
      <dsp:nvSpPr>
        <dsp:cNvPr id="0" name=""/>
        <dsp:cNvSpPr/>
      </dsp:nvSpPr>
      <dsp:spPr>
        <a:xfrm>
          <a:off x="0" y="1082012"/>
          <a:ext cx="10927829" cy="95823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900" kern="1200"/>
            <a:t>Prioritások meghatározása</a:t>
          </a:r>
          <a:endParaRPr lang="en-US" sz="3900" kern="1200"/>
        </a:p>
      </dsp:txBody>
      <dsp:txXfrm>
        <a:off x="46777" y="1128789"/>
        <a:ext cx="10834275" cy="864676"/>
      </dsp:txXfrm>
    </dsp:sp>
    <dsp:sp modelId="{9A3E2A48-A96F-4B22-9500-3D97F1E201CE}">
      <dsp:nvSpPr>
        <dsp:cNvPr id="0" name=""/>
        <dsp:cNvSpPr/>
      </dsp:nvSpPr>
      <dsp:spPr>
        <a:xfrm>
          <a:off x="0" y="2152562"/>
          <a:ext cx="10927829" cy="95823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900" kern="1200"/>
            <a:t>Rugalmasság biztosítása</a:t>
          </a:r>
          <a:endParaRPr lang="en-US" sz="3900" kern="1200"/>
        </a:p>
      </dsp:txBody>
      <dsp:txXfrm>
        <a:off x="46777" y="2199339"/>
        <a:ext cx="10834275" cy="864676"/>
      </dsp:txXfrm>
    </dsp:sp>
    <dsp:sp modelId="{887B2BDD-BD30-41A9-8F0C-00271E9D3E91}">
      <dsp:nvSpPr>
        <dsp:cNvPr id="0" name=""/>
        <dsp:cNvSpPr/>
      </dsp:nvSpPr>
      <dsp:spPr>
        <a:xfrm>
          <a:off x="0" y="3223112"/>
          <a:ext cx="10927829" cy="95823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DE" sz="3900" kern="1200"/>
            <a:t>Folyamatos ellenőrzés, módosítás, ha kell</a:t>
          </a:r>
          <a:endParaRPr lang="en-US" sz="3900" kern="1200"/>
        </a:p>
      </dsp:txBody>
      <dsp:txXfrm>
        <a:off x="46777" y="3269889"/>
        <a:ext cx="10834275" cy="8646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19A441-5F63-42B0-B063-C9DB3AFB6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C165CDD-CF5D-51C9-9479-C452BEBD9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44988C6-8034-860A-0288-7610EDB7B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B211DD0-7081-72B3-C35F-CB8140A1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D34816C-0E90-27A2-62FF-B7BE6EAB4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77926906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E8D7CF-C98C-034F-931B-AB81C3AC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58B8DC6-F7F3-22D6-CC1C-1D737BBE1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0AAE2C7-9C2A-E56B-E988-A8857C36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51D2F8A-3D8A-BAA3-B641-D7DEA11EA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EC1923B-F82E-A04B-BC48-C69CCD0BB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54626936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B1372A-B796-1C1B-3DCF-15A69CAA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DCADDAA-D800-65F4-D230-D0058ACDC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3B8A7C3-84E5-FFCD-9C13-62BBDC31E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85161F0-E5F6-0ABE-4CA1-21C910D59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0336CE5-3A3B-5111-50D0-F88CEFC2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51761039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956951-5CCB-98AF-E5FB-4526DF2BE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A2F8D1B-B25E-E2D5-4F0D-047DD71F54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86A8FDC-59A7-FB5D-ED43-2D6AEDEA7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CABD6C-1CF2-CA72-C135-3FB90E812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84BA415-2869-0E9F-7C58-CA91FB38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B4B5FF2-177F-63B1-9A5D-55863CB6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3634154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18466A7-83E0-1939-94D9-2B8F9A931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3766FA3-EA4E-F377-15BA-8DBB289C8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5E745B9-EED7-CC50-3638-6C71E7550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1BF7BA2-1DF7-29E1-7323-5F6B406C3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CC93FDE-B50A-D7EC-68D1-3A0DA56AB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41FDB308-483F-F25B-BC5E-7350FE4C4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5DFC29FA-5F87-D621-70C5-C0C79FA7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F72D4201-1A61-F0D8-7432-0B1CC17A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0186954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E92F7B-88A8-800B-9AE7-F6D01AC8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E404F6B-D589-7EAF-EB7D-E03A2ECD6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1AB83D7-B809-6976-A140-4A225DD7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0273D41A-C0F7-BAB0-E112-71A856DA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470628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3DD4B66-F2D9-9A71-8714-949259AF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4EA16FF-3FD1-95F7-B826-8B149B9A2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13821BD4-60EB-DBD9-A468-B8ED08F4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7243933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D9DC2D6-61C0-7801-54B0-91C49E534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C166071-090A-32B0-5D66-480C47F9C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163FE12-F229-AE8B-E272-EE8E9BCAC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5D3BAB6-B29E-999E-CE46-306384AAA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9C66CF4-00BB-E89F-1C2A-B8A7C47C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A352255-5B3F-4643-23CA-831511CDA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5313788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AFAF79D-B1A0-6CC8-C0AA-DE8E9823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A954C477-450A-9CA1-D941-D2179BF7A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33E309D-2013-3E6E-CD8E-4F5B79421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58CA79A-9B17-CA47-451C-C802305ED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8A69035-0479-FA6B-DD9D-FC721687F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18B05FF-5496-A948-8BD6-0D1E1652E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9839262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C540A8-27EA-FBEF-2778-053472805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D0AE95A-D22C-ED91-9CAF-99A8AFC74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925789-C882-DC9F-8CFA-7226C39D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8FF9880-0A3F-C210-69FF-363F8C740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FAD0DB-B0DC-E929-B9E5-80B7C93D6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1572307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9F3447F-5668-EA34-268A-ABF837985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69486706-A27A-3BC9-19D2-0773FA737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F345702-6BBA-FB89-45EB-FC3D4B95F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3607A12-99FF-52D8-26F8-20BB28679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184E75-7CF1-85E3-5145-6C694A68C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574953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CA7174E2-56BA-A082-4301-938A33ACC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03B646A-4D85-F916-559A-56DCF87B7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3307C40-3DB9-0765-EA3A-45C60A42CD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4ED10-9F55-4B33-8B2D-3DC2A1904D9A}" type="datetimeFigureOut">
              <a:rPr lang="hu-HU" smtClean="0"/>
              <a:t>2026. 03. 25.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CB38A8D-1128-866F-EDCF-10C845655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391C80F-EC85-7E7D-AE57-8400A5995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664FF8-33D8-47FA-AF2B-6E524296357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2593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otebooklm.google.com/" TargetMode="External"/><Relationship Id="rId7" Type="http://schemas.openxmlformats.org/officeDocument/2006/relationships/hyperlink" Target="https://journal.uni-mate.hu/index.php/stm/en/article/view/2936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lexi-project.com/hu/hatekony-projekt-eroforras-menedzsment-flexiproject/" TargetMode="External"/><Relationship Id="rId5" Type="http://schemas.openxmlformats.org/officeDocument/2006/relationships/hyperlink" Target="http://staff.mans.edu.eg/faceng/elbeltagi/CIS361%20Ch4.pdf" TargetMode="External"/><Relationship Id="rId4" Type="http://schemas.openxmlformats.org/officeDocument/2006/relationships/hyperlink" Target="https://www.tziconsulting.hu/l/a-projektmenedzsment-5-fazisa-utmutato-lepesrol-lepesre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6BE0CC1-C9F3-530C-3A2F-A6D2BDF8D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 noProof="0">
                <a:solidFill>
                  <a:srgbClr val="FFFFFF"/>
                </a:solidFill>
              </a:rPr>
              <a:t>Projekt- és erőforrástervezés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900807C-EB49-B584-634B-E2A360378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hu-HU" noProof="0" dirty="0"/>
              <a:t>Molek Tamás Sándor</a:t>
            </a:r>
            <a:endParaRPr lang="hu-HU" noProof="0"/>
          </a:p>
          <a:p>
            <a:pPr algn="l"/>
            <a:r>
              <a:rPr lang="hu-HU" noProof="0" dirty="0"/>
              <a:t>12.E</a:t>
            </a:r>
            <a:endParaRPr lang="hu-HU" noProof="0"/>
          </a:p>
        </p:txBody>
      </p:sp>
    </p:spTree>
    <p:extLst>
      <p:ext uri="{BB962C8B-B14F-4D97-AF65-F5344CB8AC3E}">
        <p14:creationId xmlns:p14="http://schemas.microsoft.com/office/powerpoint/2010/main" val="3901282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BFC7565-9EC7-19F0-6877-DA779515A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hu-HU" sz="4000" noProof="0">
                <a:solidFill>
                  <a:srgbClr val="FFFFFF"/>
                </a:solidFill>
              </a:rPr>
              <a:t>Mi az a projekttervezés?</a:t>
            </a: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BDBB71AD-05E9-DFF9-76B4-953D6194D4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562526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8423284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11B4C39-43D8-55BC-1BC2-8326718D1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DE" sz="4000" noProof="0">
                <a:solidFill>
                  <a:srgbClr val="FFFFFF"/>
                </a:solidFill>
              </a:rPr>
              <a:t>A tervezés fő elemei</a:t>
            </a:r>
            <a:endParaRPr lang="hu-HU" sz="4000" noProof="0">
              <a:solidFill>
                <a:srgbClr val="FFFFFF"/>
              </a:solidFill>
            </a:endParaRPr>
          </a:p>
        </p:txBody>
      </p:sp>
      <p:graphicFrame>
        <p:nvGraphicFramePr>
          <p:cNvPr id="21" name="Tartalom helye 2">
            <a:extLst>
              <a:ext uri="{FF2B5EF4-FFF2-40B4-BE49-F238E27FC236}">
                <a16:creationId xmlns:a16="http://schemas.microsoft.com/office/drawing/2014/main" id="{1F1A3F0A-14AE-15AD-40BA-0B3028879C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130101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415616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E0CAE66-5D64-92BF-2637-ED76C399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DE" sz="4000" noProof="0">
                <a:solidFill>
                  <a:srgbClr val="FFFFFF"/>
                </a:solidFill>
              </a:rPr>
              <a:t>Erőforrások típusai</a:t>
            </a:r>
            <a:endParaRPr lang="hu-HU" sz="4000" noProof="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C7758AFA-564A-D8E8-BC44-53C8B527E2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54174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2783268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8A575ED-2855-E4F7-DDA4-FD4C939A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DE" sz="4000" noProof="0">
                <a:solidFill>
                  <a:srgbClr val="FFFFFF"/>
                </a:solidFill>
              </a:rPr>
              <a:t>Erőforrás-tervezés folyamata</a:t>
            </a:r>
            <a:endParaRPr lang="hu-HU" sz="4000" noProof="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84A04A6E-6EEE-D49A-AF42-B7B873A67A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671938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28258975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36C57D68-3CE9-46EC-CF8F-98A3D83DB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DE" sz="4000">
                <a:solidFill>
                  <a:srgbClr val="FFFFFF"/>
                </a:solidFill>
              </a:rPr>
              <a:t>Hatékony tervezési tippek</a:t>
            </a:r>
            <a:endParaRPr lang="hu-HU" sz="4000">
              <a:solidFill>
                <a:srgbClr val="FFFFFF"/>
              </a:solidFill>
            </a:endParaRPr>
          </a:p>
        </p:txBody>
      </p:sp>
      <p:graphicFrame>
        <p:nvGraphicFramePr>
          <p:cNvPr id="5" name="Tartalom helye 2">
            <a:extLst>
              <a:ext uri="{FF2B5EF4-FFF2-40B4-BE49-F238E27FC236}">
                <a16:creationId xmlns:a16="http://schemas.microsoft.com/office/drawing/2014/main" id="{EC79611C-60F2-1611-F67C-E0CB03F631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533995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3065002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59D323F7-A8D4-985C-137C-C029AB1F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hu-HU" sz="4000" noProof="0">
                <a:solidFill>
                  <a:srgbClr val="FFFFFF"/>
                </a:solidFill>
              </a:rPr>
              <a:t>Források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B320566-33AE-AEEA-C966-48720D4C0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hu-HU" sz="2000" noProof="0">
                <a:hlinkClick r:id="rId2"/>
              </a:rPr>
              <a:t>https://chat.openai.com/</a:t>
            </a:r>
            <a:r>
              <a:rPr lang="hu-HU" sz="2000" noProof="0"/>
              <a:t> </a:t>
            </a:r>
          </a:p>
          <a:p>
            <a:r>
              <a:rPr lang="hu-HU" sz="2000" noProof="0">
                <a:hlinkClick r:id="rId3"/>
              </a:rPr>
              <a:t>https://notebooklm.google.com/</a:t>
            </a:r>
            <a:endParaRPr lang="hu-HU" sz="2000" noProof="0"/>
          </a:p>
          <a:p>
            <a:pPr lvl="1"/>
            <a:r>
              <a:rPr lang="hu-HU" sz="2000" noProof="0">
                <a:hlinkClick r:id="rId4"/>
              </a:rPr>
              <a:t>https://www.tziconsulting.hu/l/a-projektmenedzsment-5-fazisa-utmutato-lepesrol-lepesre/</a:t>
            </a:r>
            <a:endParaRPr lang="hu-HU" sz="2000" noProof="0"/>
          </a:p>
          <a:p>
            <a:pPr lvl="1"/>
            <a:r>
              <a:rPr lang="hu-HU" sz="2000" noProof="0">
                <a:hlinkClick r:id="rId5"/>
              </a:rPr>
              <a:t>http://staff.mans.edu.eg/faceng/elbeltagi/CIS361%20Ch4.pdf</a:t>
            </a:r>
            <a:endParaRPr lang="hu-HU" sz="2000" noProof="0"/>
          </a:p>
          <a:p>
            <a:pPr lvl="1"/>
            <a:r>
              <a:rPr lang="hu-HU" sz="2000" noProof="0">
                <a:hlinkClick r:id="rId6"/>
              </a:rPr>
              <a:t>https://flexi-project.com/hu/hatekony-projekt-eroforras-menedzsment-flexiproject/</a:t>
            </a:r>
            <a:endParaRPr lang="hu-HU" sz="2000" noProof="0"/>
          </a:p>
          <a:p>
            <a:pPr lvl="1"/>
            <a:r>
              <a:rPr lang="hu-HU" sz="2000" noProof="0">
                <a:hlinkClick r:id="rId7"/>
              </a:rPr>
              <a:t>https://journal.uni-mate.hu/index.php/stm/en/article/view/2936</a:t>
            </a:r>
            <a:endParaRPr lang="hu-HU" sz="2000" noProof="0"/>
          </a:p>
        </p:txBody>
      </p:sp>
    </p:spTree>
    <p:extLst>
      <p:ext uri="{BB962C8B-B14F-4D97-AF65-F5344CB8AC3E}">
        <p14:creationId xmlns:p14="http://schemas.microsoft.com/office/powerpoint/2010/main" val="30886772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D637CA1-4748-F82E-5C3D-F828BA17B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hu-HU" sz="4800" noProof="0">
                <a:solidFill>
                  <a:srgbClr val="FFFFFF"/>
                </a:solidFill>
              </a:rPr>
              <a:t>Köszönöm a figyelmet!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12763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157</Words>
  <Application>Microsoft Office PowerPoint</Application>
  <PresentationFormat>Szélesvásznú</PresentationFormat>
  <Paragraphs>35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Office-téma</vt:lpstr>
      <vt:lpstr>Projekt- és erőforrástervezés</vt:lpstr>
      <vt:lpstr>Mi az a projekttervezés?</vt:lpstr>
      <vt:lpstr>A tervezés fő elemei</vt:lpstr>
      <vt:lpstr>Erőforrások típusai</vt:lpstr>
      <vt:lpstr>Erőforrás-tervezés folyamata</vt:lpstr>
      <vt:lpstr>Hatékony tervezési tippek</vt:lpstr>
      <vt:lpstr>Források</vt:lpstr>
      <vt:lpstr>Köszönöm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2</cp:revision>
  <dcterms:created xsi:type="dcterms:W3CDTF">2026-03-25T15:53:49Z</dcterms:created>
  <dcterms:modified xsi:type="dcterms:W3CDTF">2026-03-25T16:08:05Z</dcterms:modified>
</cp:coreProperties>
</file>