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23E3B3-162F-4671-80DF-461A3538075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7B9E30C-8D4E-4AD3-853F-2A0244878747}">
      <dgm:prSet/>
      <dgm:spPr/>
      <dgm:t>
        <a:bodyPr/>
        <a:lstStyle/>
        <a:p>
          <a:r>
            <a:rPr lang="en-DE" dirty="0" err="1"/>
            <a:t>Átlátható</a:t>
          </a:r>
          <a:r>
            <a:rPr lang="en-DE" dirty="0"/>
            <a:t> </a:t>
          </a:r>
          <a:r>
            <a:rPr lang="en-DE" dirty="0" err="1"/>
            <a:t>előadás</a:t>
          </a:r>
          <a:endParaRPr lang="en-US" dirty="0"/>
        </a:p>
      </dgm:t>
    </dgm:pt>
    <dgm:pt modelId="{7DCFAD6D-9175-48E3-BBA1-171F355F212A}" type="parTrans" cxnId="{4D1D1C52-EEB0-4263-BA45-66B70E8E5B77}">
      <dgm:prSet/>
      <dgm:spPr/>
      <dgm:t>
        <a:bodyPr/>
        <a:lstStyle/>
        <a:p>
          <a:endParaRPr lang="en-US"/>
        </a:p>
      </dgm:t>
    </dgm:pt>
    <dgm:pt modelId="{C96C4F51-642C-48BF-949D-8349C7DB63C7}" type="sibTrans" cxnId="{4D1D1C52-EEB0-4263-BA45-66B70E8E5B77}">
      <dgm:prSet/>
      <dgm:spPr/>
      <dgm:t>
        <a:bodyPr/>
        <a:lstStyle/>
        <a:p>
          <a:endParaRPr lang="en-US"/>
        </a:p>
      </dgm:t>
    </dgm:pt>
    <dgm:pt modelId="{177F8248-0FA3-4589-83CD-D82934FA62D8}">
      <dgm:prSet/>
      <dgm:spPr/>
      <dgm:t>
        <a:bodyPr/>
        <a:lstStyle/>
        <a:p>
          <a:r>
            <a:rPr lang="en-DE"/>
            <a:t>Felkészülés könnyítése</a:t>
          </a:r>
          <a:endParaRPr lang="en-US"/>
        </a:p>
      </dgm:t>
    </dgm:pt>
    <dgm:pt modelId="{9B5CF71F-844D-44A6-A6FA-5E8640377885}" type="parTrans" cxnId="{7C80ABE0-5EA0-4FDD-87C2-35754C331C70}">
      <dgm:prSet/>
      <dgm:spPr/>
      <dgm:t>
        <a:bodyPr/>
        <a:lstStyle/>
        <a:p>
          <a:endParaRPr lang="en-US"/>
        </a:p>
      </dgm:t>
    </dgm:pt>
    <dgm:pt modelId="{6D9184CD-37A2-4B15-909D-814CEDA9A3E6}" type="sibTrans" cxnId="{7C80ABE0-5EA0-4FDD-87C2-35754C331C70}">
      <dgm:prSet/>
      <dgm:spPr/>
      <dgm:t>
        <a:bodyPr/>
        <a:lstStyle/>
        <a:p>
          <a:endParaRPr lang="en-US"/>
        </a:p>
      </dgm:t>
    </dgm:pt>
    <dgm:pt modelId="{AD68F75A-9E2A-4230-968A-D0B772E9636D}">
      <dgm:prSet/>
      <dgm:spPr/>
      <dgm:t>
        <a:bodyPr/>
        <a:lstStyle/>
        <a:p>
          <a:r>
            <a:rPr lang="en-DE"/>
            <a:t>Lámpaláz csökkentése</a:t>
          </a:r>
          <a:endParaRPr lang="en-US"/>
        </a:p>
      </dgm:t>
    </dgm:pt>
    <dgm:pt modelId="{08B2F5CE-C9B3-4E9C-BF7D-AFC8BABEF344}" type="parTrans" cxnId="{2F0177E6-FD61-40D7-9BF0-0F2BDC3EA821}">
      <dgm:prSet/>
      <dgm:spPr/>
      <dgm:t>
        <a:bodyPr/>
        <a:lstStyle/>
        <a:p>
          <a:endParaRPr lang="en-US"/>
        </a:p>
      </dgm:t>
    </dgm:pt>
    <dgm:pt modelId="{BDB5C8B2-C2FB-459D-B58D-77BA12B63061}" type="sibTrans" cxnId="{2F0177E6-FD61-40D7-9BF0-0F2BDC3EA821}">
      <dgm:prSet/>
      <dgm:spPr/>
      <dgm:t>
        <a:bodyPr/>
        <a:lstStyle/>
        <a:p>
          <a:endParaRPr lang="en-US"/>
        </a:p>
      </dgm:t>
    </dgm:pt>
    <dgm:pt modelId="{94BA55B1-7BB5-40BD-81E8-5469536A4483}">
      <dgm:prSet/>
      <dgm:spPr/>
      <dgm:t>
        <a:bodyPr/>
        <a:lstStyle/>
        <a:p>
          <a:r>
            <a:rPr lang="en-DE"/>
            <a:t>Időtakarítás szerkesztéskor</a:t>
          </a:r>
          <a:endParaRPr lang="en-US"/>
        </a:p>
      </dgm:t>
    </dgm:pt>
    <dgm:pt modelId="{78C2E007-6086-4544-8B08-8C004FB92196}" type="parTrans" cxnId="{49AD8367-F6CC-461D-B3CA-4CA206398949}">
      <dgm:prSet/>
      <dgm:spPr/>
      <dgm:t>
        <a:bodyPr/>
        <a:lstStyle/>
        <a:p>
          <a:endParaRPr lang="en-US"/>
        </a:p>
      </dgm:t>
    </dgm:pt>
    <dgm:pt modelId="{2BE2E5B6-A979-4491-975A-3C256D6C412A}" type="sibTrans" cxnId="{49AD8367-F6CC-461D-B3CA-4CA206398949}">
      <dgm:prSet/>
      <dgm:spPr/>
      <dgm:t>
        <a:bodyPr/>
        <a:lstStyle/>
        <a:p>
          <a:endParaRPr lang="en-US"/>
        </a:p>
      </dgm:t>
    </dgm:pt>
    <dgm:pt modelId="{ACA6E416-4880-4850-8BEB-AE3F20CF72F8}" type="pres">
      <dgm:prSet presAssocID="{F723E3B3-162F-4671-80DF-461A353807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6BDA98-1119-4F03-95B9-906F209FDE81}" type="pres">
      <dgm:prSet presAssocID="{A7B9E30C-8D4E-4AD3-853F-2A0244878747}" presName="hierRoot1" presStyleCnt="0"/>
      <dgm:spPr/>
    </dgm:pt>
    <dgm:pt modelId="{E4AF04D3-F4F1-43CF-AC7A-B1847591A756}" type="pres">
      <dgm:prSet presAssocID="{A7B9E30C-8D4E-4AD3-853F-2A0244878747}" presName="composite" presStyleCnt="0"/>
      <dgm:spPr/>
    </dgm:pt>
    <dgm:pt modelId="{41D61789-EB70-41DE-9A8F-10EE3001EC74}" type="pres">
      <dgm:prSet presAssocID="{A7B9E30C-8D4E-4AD3-853F-2A0244878747}" presName="background" presStyleLbl="node0" presStyleIdx="0" presStyleCnt="4"/>
      <dgm:spPr/>
    </dgm:pt>
    <dgm:pt modelId="{DEFB7F5C-678F-4E8D-BC35-29DD7A7931EF}" type="pres">
      <dgm:prSet presAssocID="{A7B9E30C-8D4E-4AD3-853F-2A0244878747}" presName="text" presStyleLbl="fgAcc0" presStyleIdx="0" presStyleCnt="4">
        <dgm:presLayoutVars>
          <dgm:chPref val="3"/>
        </dgm:presLayoutVars>
      </dgm:prSet>
      <dgm:spPr/>
    </dgm:pt>
    <dgm:pt modelId="{90B96CFE-55D5-47E5-A41B-BF86B0E148BF}" type="pres">
      <dgm:prSet presAssocID="{A7B9E30C-8D4E-4AD3-853F-2A0244878747}" presName="hierChild2" presStyleCnt="0"/>
      <dgm:spPr/>
    </dgm:pt>
    <dgm:pt modelId="{46F840D0-CB72-4E52-B184-4775D00B4939}" type="pres">
      <dgm:prSet presAssocID="{177F8248-0FA3-4589-83CD-D82934FA62D8}" presName="hierRoot1" presStyleCnt="0"/>
      <dgm:spPr/>
    </dgm:pt>
    <dgm:pt modelId="{D03F4CDC-B0ED-4024-B292-604AB8F97D5B}" type="pres">
      <dgm:prSet presAssocID="{177F8248-0FA3-4589-83CD-D82934FA62D8}" presName="composite" presStyleCnt="0"/>
      <dgm:spPr/>
    </dgm:pt>
    <dgm:pt modelId="{3350119E-3D85-40B0-9DAD-62FF4EEA731C}" type="pres">
      <dgm:prSet presAssocID="{177F8248-0FA3-4589-83CD-D82934FA62D8}" presName="background" presStyleLbl="node0" presStyleIdx="1" presStyleCnt="4"/>
      <dgm:spPr/>
    </dgm:pt>
    <dgm:pt modelId="{9EB999BB-EDC8-4C80-9801-53DAB2015CDD}" type="pres">
      <dgm:prSet presAssocID="{177F8248-0FA3-4589-83CD-D82934FA62D8}" presName="text" presStyleLbl="fgAcc0" presStyleIdx="1" presStyleCnt="4">
        <dgm:presLayoutVars>
          <dgm:chPref val="3"/>
        </dgm:presLayoutVars>
      </dgm:prSet>
      <dgm:spPr/>
    </dgm:pt>
    <dgm:pt modelId="{D8BDCCCC-B9D4-4832-B828-57CFDE5E2F29}" type="pres">
      <dgm:prSet presAssocID="{177F8248-0FA3-4589-83CD-D82934FA62D8}" presName="hierChild2" presStyleCnt="0"/>
      <dgm:spPr/>
    </dgm:pt>
    <dgm:pt modelId="{2FD640CE-1A36-4964-8814-EA3649DBD610}" type="pres">
      <dgm:prSet presAssocID="{AD68F75A-9E2A-4230-968A-D0B772E9636D}" presName="hierRoot1" presStyleCnt="0"/>
      <dgm:spPr/>
    </dgm:pt>
    <dgm:pt modelId="{236B9050-FA55-409E-895F-04D5E8D22058}" type="pres">
      <dgm:prSet presAssocID="{AD68F75A-9E2A-4230-968A-D0B772E9636D}" presName="composite" presStyleCnt="0"/>
      <dgm:spPr/>
    </dgm:pt>
    <dgm:pt modelId="{63057EF8-F79E-4764-BDC8-BF171E5AC731}" type="pres">
      <dgm:prSet presAssocID="{AD68F75A-9E2A-4230-968A-D0B772E9636D}" presName="background" presStyleLbl="node0" presStyleIdx="2" presStyleCnt="4"/>
      <dgm:spPr/>
    </dgm:pt>
    <dgm:pt modelId="{46E4CFB9-8E7F-46FB-97D1-FD7EAB91503A}" type="pres">
      <dgm:prSet presAssocID="{AD68F75A-9E2A-4230-968A-D0B772E9636D}" presName="text" presStyleLbl="fgAcc0" presStyleIdx="2" presStyleCnt="4">
        <dgm:presLayoutVars>
          <dgm:chPref val="3"/>
        </dgm:presLayoutVars>
      </dgm:prSet>
      <dgm:spPr/>
    </dgm:pt>
    <dgm:pt modelId="{7E22607B-AD7B-4A28-A921-8BC714F24FB8}" type="pres">
      <dgm:prSet presAssocID="{AD68F75A-9E2A-4230-968A-D0B772E9636D}" presName="hierChild2" presStyleCnt="0"/>
      <dgm:spPr/>
    </dgm:pt>
    <dgm:pt modelId="{B0E17B20-A06F-45AC-9C66-6112B9D2A41A}" type="pres">
      <dgm:prSet presAssocID="{94BA55B1-7BB5-40BD-81E8-5469536A4483}" presName="hierRoot1" presStyleCnt="0"/>
      <dgm:spPr/>
    </dgm:pt>
    <dgm:pt modelId="{6FC5EF2D-D687-4500-8390-D0094E0800B4}" type="pres">
      <dgm:prSet presAssocID="{94BA55B1-7BB5-40BD-81E8-5469536A4483}" presName="composite" presStyleCnt="0"/>
      <dgm:spPr/>
    </dgm:pt>
    <dgm:pt modelId="{FD0737EA-3EEA-45CA-9191-6AFB1A711C40}" type="pres">
      <dgm:prSet presAssocID="{94BA55B1-7BB5-40BD-81E8-5469536A4483}" presName="background" presStyleLbl="node0" presStyleIdx="3" presStyleCnt="4"/>
      <dgm:spPr/>
    </dgm:pt>
    <dgm:pt modelId="{8E3F290F-2801-415A-80A3-9AAE70323D43}" type="pres">
      <dgm:prSet presAssocID="{94BA55B1-7BB5-40BD-81E8-5469536A4483}" presName="text" presStyleLbl="fgAcc0" presStyleIdx="3" presStyleCnt="4">
        <dgm:presLayoutVars>
          <dgm:chPref val="3"/>
        </dgm:presLayoutVars>
      </dgm:prSet>
      <dgm:spPr/>
    </dgm:pt>
    <dgm:pt modelId="{D8B94AFA-E9B1-42CB-9BA8-77C224185EE2}" type="pres">
      <dgm:prSet presAssocID="{94BA55B1-7BB5-40BD-81E8-5469536A4483}" presName="hierChild2" presStyleCnt="0"/>
      <dgm:spPr/>
    </dgm:pt>
  </dgm:ptLst>
  <dgm:cxnLst>
    <dgm:cxn modelId="{D9CC7136-E0F6-4776-8D72-26FF6419CA8B}" type="presOf" srcId="{A7B9E30C-8D4E-4AD3-853F-2A0244878747}" destId="{DEFB7F5C-678F-4E8D-BC35-29DD7A7931EF}" srcOrd="0" destOrd="0" presId="urn:microsoft.com/office/officeart/2005/8/layout/hierarchy1"/>
    <dgm:cxn modelId="{33F5FA3A-9A34-412E-B66C-147CB7976A4E}" type="presOf" srcId="{177F8248-0FA3-4589-83CD-D82934FA62D8}" destId="{9EB999BB-EDC8-4C80-9801-53DAB2015CDD}" srcOrd="0" destOrd="0" presId="urn:microsoft.com/office/officeart/2005/8/layout/hierarchy1"/>
    <dgm:cxn modelId="{CB34373B-1451-4095-A9D1-48A6056E6C0E}" type="presOf" srcId="{AD68F75A-9E2A-4230-968A-D0B772E9636D}" destId="{46E4CFB9-8E7F-46FB-97D1-FD7EAB91503A}" srcOrd="0" destOrd="0" presId="urn:microsoft.com/office/officeart/2005/8/layout/hierarchy1"/>
    <dgm:cxn modelId="{49AD8367-F6CC-461D-B3CA-4CA206398949}" srcId="{F723E3B3-162F-4671-80DF-461A35380751}" destId="{94BA55B1-7BB5-40BD-81E8-5469536A4483}" srcOrd="3" destOrd="0" parTransId="{78C2E007-6086-4544-8B08-8C004FB92196}" sibTransId="{2BE2E5B6-A979-4491-975A-3C256D6C412A}"/>
    <dgm:cxn modelId="{4D1D1C52-EEB0-4263-BA45-66B70E8E5B77}" srcId="{F723E3B3-162F-4671-80DF-461A35380751}" destId="{A7B9E30C-8D4E-4AD3-853F-2A0244878747}" srcOrd="0" destOrd="0" parTransId="{7DCFAD6D-9175-48E3-BBA1-171F355F212A}" sibTransId="{C96C4F51-642C-48BF-949D-8349C7DB63C7}"/>
    <dgm:cxn modelId="{A309BD72-11FB-4E39-9362-83A04C64B6F4}" type="presOf" srcId="{F723E3B3-162F-4671-80DF-461A35380751}" destId="{ACA6E416-4880-4850-8BEB-AE3F20CF72F8}" srcOrd="0" destOrd="0" presId="urn:microsoft.com/office/officeart/2005/8/layout/hierarchy1"/>
    <dgm:cxn modelId="{74214EC8-D92F-4A2D-90A5-43C100667A87}" type="presOf" srcId="{94BA55B1-7BB5-40BD-81E8-5469536A4483}" destId="{8E3F290F-2801-415A-80A3-9AAE70323D43}" srcOrd="0" destOrd="0" presId="urn:microsoft.com/office/officeart/2005/8/layout/hierarchy1"/>
    <dgm:cxn modelId="{7C80ABE0-5EA0-4FDD-87C2-35754C331C70}" srcId="{F723E3B3-162F-4671-80DF-461A35380751}" destId="{177F8248-0FA3-4589-83CD-D82934FA62D8}" srcOrd="1" destOrd="0" parTransId="{9B5CF71F-844D-44A6-A6FA-5E8640377885}" sibTransId="{6D9184CD-37A2-4B15-909D-814CEDA9A3E6}"/>
    <dgm:cxn modelId="{2F0177E6-FD61-40D7-9BF0-0F2BDC3EA821}" srcId="{F723E3B3-162F-4671-80DF-461A35380751}" destId="{AD68F75A-9E2A-4230-968A-D0B772E9636D}" srcOrd="2" destOrd="0" parTransId="{08B2F5CE-C9B3-4E9C-BF7D-AFC8BABEF344}" sibTransId="{BDB5C8B2-C2FB-459D-B58D-77BA12B63061}"/>
    <dgm:cxn modelId="{F19EF209-55D1-46A2-B11B-C0FA40328ECC}" type="presParOf" srcId="{ACA6E416-4880-4850-8BEB-AE3F20CF72F8}" destId="{B66BDA98-1119-4F03-95B9-906F209FDE81}" srcOrd="0" destOrd="0" presId="urn:microsoft.com/office/officeart/2005/8/layout/hierarchy1"/>
    <dgm:cxn modelId="{50DB5E5C-CAFB-42AF-85E8-2886DBD8167E}" type="presParOf" srcId="{B66BDA98-1119-4F03-95B9-906F209FDE81}" destId="{E4AF04D3-F4F1-43CF-AC7A-B1847591A756}" srcOrd="0" destOrd="0" presId="urn:microsoft.com/office/officeart/2005/8/layout/hierarchy1"/>
    <dgm:cxn modelId="{806D85BF-13D2-4B65-8A0D-6B7AE6214AC1}" type="presParOf" srcId="{E4AF04D3-F4F1-43CF-AC7A-B1847591A756}" destId="{41D61789-EB70-41DE-9A8F-10EE3001EC74}" srcOrd="0" destOrd="0" presId="urn:microsoft.com/office/officeart/2005/8/layout/hierarchy1"/>
    <dgm:cxn modelId="{C8F57CF3-7717-411D-AFC0-4E61646FFC9A}" type="presParOf" srcId="{E4AF04D3-F4F1-43CF-AC7A-B1847591A756}" destId="{DEFB7F5C-678F-4E8D-BC35-29DD7A7931EF}" srcOrd="1" destOrd="0" presId="urn:microsoft.com/office/officeart/2005/8/layout/hierarchy1"/>
    <dgm:cxn modelId="{752DFCB0-56A2-4998-A250-C62D992283AE}" type="presParOf" srcId="{B66BDA98-1119-4F03-95B9-906F209FDE81}" destId="{90B96CFE-55D5-47E5-A41B-BF86B0E148BF}" srcOrd="1" destOrd="0" presId="urn:microsoft.com/office/officeart/2005/8/layout/hierarchy1"/>
    <dgm:cxn modelId="{9109A714-F302-444D-A47A-8C4D3B5A0409}" type="presParOf" srcId="{ACA6E416-4880-4850-8BEB-AE3F20CF72F8}" destId="{46F840D0-CB72-4E52-B184-4775D00B4939}" srcOrd="1" destOrd="0" presId="urn:microsoft.com/office/officeart/2005/8/layout/hierarchy1"/>
    <dgm:cxn modelId="{1C1FA360-00C5-42E2-9671-341BF2900B3C}" type="presParOf" srcId="{46F840D0-CB72-4E52-B184-4775D00B4939}" destId="{D03F4CDC-B0ED-4024-B292-604AB8F97D5B}" srcOrd="0" destOrd="0" presId="urn:microsoft.com/office/officeart/2005/8/layout/hierarchy1"/>
    <dgm:cxn modelId="{7534B6B4-18EC-42E2-AD22-DC9289F1935B}" type="presParOf" srcId="{D03F4CDC-B0ED-4024-B292-604AB8F97D5B}" destId="{3350119E-3D85-40B0-9DAD-62FF4EEA731C}" srcOrd="0" destOrd="0" presId="urn:microsoft.com/office/officeart/2005/8/layout/hierarchy1"/>
    <dgm:cxn modelId="{03FDA4A3-CC31-4ECB-AB31-FA28AA571CE4}" type="presParOf" srcId="{D03F4CDC-B0ED-4024-B292-604AB8F97D5B}" destId="{9EB999BB-EDC8-4C80-9801-53DAB2015CDD}" srcOrd="1" destOrd="0" presId="urn:microsoft.com/office/officeart/2005/8/layout/hierarchy1"/>
    <dgm:cxn modelId="{5CAAB437-254A-46F0-AA18-8CFB7756D9C5}" type="presParOf" srcId="{46F840D0-CB72-4E52-B184-4775D00B4939}" destId="{D8BDCCCC-B9D4-4832-B828-57CFDE5E2F29}" srcOrd="1" destOrd="0" presId="urn:microsoft.com/office/officeart/2005/8/layout/hierarchy1"/>
    <dgm:cxn modelId="{965994F8-8220-4E72-BD70-3881304FDF3E}" type="presParOf" srcId="{ACA6E416-4880-4850-8BEB-AE3F20CF72F8}" destId="{2FD640CE-1A36-4964-8814-EA3649DBD610}" srcOrd="2" destOrd="0" presId="urn:microsoft.com/office/officeart/2005/8/layout/hierarchy1"/>
    <dgm:cxn modelId="{D89FD42C-A076-40AA-916A-B4C323B9B6C1}" type="presParOf" srcId="{2FD640CE-1A36-4964-8814-EA3649DBD610}" destId="{236B9050-FA55-409E-895F-04D5E8D22058}" srcOrd="0" destOrd="0" presId="urn:microsoft.com/office/officeart/2005/8/layout/hierarchy1"/>
    <dgm:cxn modelId="{D15B0AE9-4259-49D3-8E3F-A261654B9F0F}" type="presParOf" srcId="{236B9050-FA55-409E-895F-04D5E8D22058}" destId="{63057EF8-F79E-4764-BDC8-BF171E5AC731}" srcOrd="0" destOrd="0" presId="urn:microsoft.com/office/officeart/2005/8/layout/hierarchy1"/>
    <dgm:cxn modelId="{CF5B1782-C85A-4086-8190-C55ED94AFDF6}" type="presParOf" srcId="{236B9050-FA55-409E-895F-04D5E8D22058}" destId="{46E4CFB9-8E7F-46FB-97D1-FD7EAB91503A}" srcOrd="1" destOrd="0" presId="urn:microsoft.com/office/officeart/2005/8/layout/hierarchy1"/>
    <dgm:cxn modelId="{D7921CB1-FA42-474F-A61A-F145594917C2}" type="presParOf" srcId="{2FD640CE-1A36-4964-8814-EA3649DBD610}" destId="{7E22607B-AD7B-4A28-A921-8BC714F24FB8}" srcOrd="1" destOrd="0" presId="urn:microsoft.com/office/officeart/2005/8/layout/hierarchy1"/>
    <dgm:cxn modelId="{679805CF-C5F5-4892-A4C0-09EF7B9F4D8B}" type="presParOf" srcId="{ACA6E416-4880-4850-8BEB-AE3F20CF72F8}" destId="{B0E17B20-A06F-45AC-9C66-6112B9D2A41A}" srcOrd="3" destOrd="0" presId="urn:microsoft.com/office/officeart/2005/8/layout/hierarchy1"/>
    <dgm:cxn modelId="{70777A69-FF33-4310-A32F-BB8480294D3F}" type="presParOf" srcId="{B0E17B20-A06F-45AC-9C66-6112B9D2A41A}" destId="{6FC5EF2D-D687-4500-8390-D0094E0800B4}" srcOrd="0" destOrd="0" presId="urn:microsoft.com/office/officeart/2005/8/layout/hierarchy1"/>
    <dgm:cxn modelId="{22932977-1F29-4E4D-AEAB-FDC956C0DD91}" type="presParOf" srcId="{6FC5EF2D-D687-4500-8390-D0094E0800B4}" destId="{FD0737EA-3EEA-45CA-9191-6AFB1A711C40}" srcOrd="0" destOrd="0" presId="urn:microsoft.com/office/officeart/2005/8/layout/hierarchy1"/>
    <dgm:cxn modelId="{C257BD2B-2C27-475C-81A7-9193C983F215}" type="presParOf" srcId="{6FC5EF2D-D687-4500-8390-D0094E0800B4}" destId="{8E3F290F-2801-415A-80A3-9AAE70323D43}" srcOrd="1" destOrd="0" presId="urn:microsoft.com/office/officeart/2005/8/layout/hierarchy1"/>
    <dgm:cxn modelId="{2C35EB1D-D072-4610-879E-4D42E779B27E}" type="presParOf" srcId="{B0E17B20-A06F-45AC-9C66-6112B9D2A41A}" destId="{D8B94AFA-E9B1-42CB-9BA8-77C224185E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26BAFD-15F2-466C-B6B8-12B3918D0495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BB9E9BA-7B30-43A4-A8DD-B11C9E137CF8}">
      <dgm:prSet/>
      <dgm:spPr/>
      <dgm:t>
        <a:bodyPr/>
        <a:lstStyle/>
        <a:p>
          <a:r>
            <a:rPr lang="en-DE"/>
            <a:t>“Mi az előadás célja?”</a:t>
          </a:r>
          <a:endParaRPr lang="en-US"/>
        </a:p>
      </dgm:t>
    </dgm:pt>
    <dgm:pt modelId="{A1122601-F561-4C38-B05C-3BB8840EDCC7}" type="parTrans" cxnId="{F257513E-FBE2-4789-BA0B-41606921EB54}">
      <dgm:prSet/>
      <dgm:spPr/>
      <dgm:t>
        <a:bodyPr/>
        <a:lstStyle/>
        <a:p>
          <a:endParaRPr lang="en-US"/>
        </a:p>
      </dgm:t>
    </dgm:pt>
    <dgm:pt modelId="{1CCD2B38-6B70-4C02-BB60-F612BECC034F}" type="sibTrans" cxnId="{F257513E-FBE2-4789-BA0B-41606921EB54}">
      <dgm:prSet/>
      <dgm:spPr/>
      <dgm:t>
        <a:bodyPr/>
        <a:lstStyle/>
        <a:p>
          <a:endParaRPr lang="en-US"/>
        </a:p>
      </dgm:t>
    </dgm:pt>
    <dgm:pt modelId="{0AD892C0-6942-4377-9B02-7453719AE88F}">
      <dgm:prSet/>
      <dgm:spPr/>
      <dgm:t>
        <a:bodyPr/>
        <a:lstStyle/>
        <a:p>
          <a:r>
            <a:rPr lang="en-DE"/>
            <a:t>“Kik hallgatják a prezentációt?”</a:t>
          </a:r>
          <a:endParaRPr lang="en-US"/>
        </a:p>
      </dgm:t>
    </dgm:pt>
    <dgm:pt modelId="{8D6DEE23-A6A3-4B61-9A66-FA9AAD0304E4}" type="parTrans" cxnId="{ABAAEF9F-9D11-449E-8B0E-4C05190741FB}">
      <dgm:prSet/>
      <dgm:spPr/>
      <dgm:t>
        <a:bodyPr/>
        <a:lstStyle/>
        <a:p>
          <a:endParaRPr lang="en-US"/>
        </a:p>
      </dgm:t>
    </dgm:pt>
    <dgm:pt modelId="{CA7BCCC5-7EAD-435B-898D-8A1EB748873F}" type="sibTrans" cxnId="{ABAAEF9F-9D11-449E-8B0E-4C05190741FB}">
      <dgm:prSet/>
      <dgm:spPr/>
      <dgm:t>
        <a:bodyPr/>
        <a:lstStyle/>
        <a:p>
          <a:endParaRPr lang="en-US"/>
        </a:p>
      </dgm:t>
    </dgm:pt>
    <dgm:pt modelId="{4C6420A8-38C1-4B68-8D04-60E442FC39DC}">
      <dgm:prSet/>
      <dgm:spPr/>
      <dgm:t>
        <a:bodyPr/>
        <a:lstStyle/>
        <a:p>
          <a:r>
            <a:rPr lang="en-DE"/>
            <a:t>Alap elvárások megfogalmazása</a:t>
          </a:r>
          <a:endParaRPr lang="en-US"/>
        </a:p>
      </dgm:t>
    </dgm:pt>
    <dgm:pt modelId="{02DECE46-5B9B-40CD-9E02-8839D230839D}" type="parTrans" cxnId="{41B409F0-65FE-45BB-A904-F53734032D34}">
      <dgm:prSet/>
      <dgm:spPr/>
      <dgm:t>
        <a:bodyPr/>
        <a:lstStyle/>
        <a:p>
          <a:endParaRPr lang="en-US"/>
        </a:p>
      </dgm:t>
    </dgm:pt>
    <dgm:pt modelId="{E3E23634-780E-4B25-94D2-2FF00118968C}" type="sibTrans" cxnId="{41B409F0-65FE-45BB-A904-F53734032D34}">
      <dgm:prSet/>
      <dgm:spPr/>
      <dgm:t>
        <a:bodyPr/>
        <a:lstStyle/>
        <a:p>
          <a:endParaRPr lang="en-US"/>
        </a:p>
      </dgm:t>
    </dgm:pt>
    <dgm:pt modelId="{F0AC9C88-F08A-46F2-8E9D-779CEDBADE5C}" type="pres">
      <dgm:prSet presAssocID="{1126BAFD-15F2-466C-B6B8-12B3918D04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EAE4CC7-B077-4EF8-B3C6-ECC8119628D9}" type="pres">
      <dgm:prSet presAssocID="{8BB9E9BA-7B30-43A4-A8DD-B11C9E137CF8}" presName="hierRoot1" presStyleCnt="0"/>
      <dgm:spPr/>
    </dgm:pt>
    <dgm:pt modelId="{61977E29-DB98-427F-983B-8D003254F38D}" type="pres">
      <dgm:prSet presAssocID="{8BB9E9BA-7B30-43A4-A8DD-B11C9E137CF8}" presName="composite" presStyleCnt="0"/>
      <dgm:spPr/>
    </dgm:pt>
    <dgm:pt modelId="{7CB174C8-E3A2-459A-B64B-07C21987940F}" type="pres">
      <dgm:prSet presAssocID="{8BB9E9BA-7B30-43A4-A8DD-B11C9E137CF8}" presName="background" presStyleLbl="node0" presStyleIdx="0" presStyleCnt="3"/>
      <dgm:spPr/>
    </dgm:pt>
    <dgm:pt modelId="{49013DE0-B9A4-47BA-8C35-D41A69245919}" type="pres">
      <dgm:prSet presAssocID="{8BB9E9BA-7B30-43A4-A8DD-B11C9E137CF8}" presName="text" presStyleLbl="fgAcc0" presStyleIdx="0" presStyleCnt="3">
        <dgm:presLayoutVars>
          <dgm:chPref val="3"/>
        </dgm:presLayoutVars>
      </dgm:prSet>
      <dgm:spPr/>
    </dgm:pt>
    <dgm:pt modelId="{B1D244D9-AB48-4CD3-B5C8-4E8EEBFF2F72}" type="pres">
      <dgm:prSet presAssocID="{8BB9E9BA-7B30-43A4-A8DD-B11C9E137CF8}" presName="hierChild2" presStyleCnt="0"/>
      <dgm:spPr/>
    </dgm:pt>
    <dgm:pt modelId="{3ECBE601-997F-4B7C-9415-1F992ECC628A}" type="pres">
      <dgm:prSet presAssocID="{0AD892C0-6942-4377-9B02-7453719AE88F}" presName="hierRoot1" presStyleCnt="0"/>
      <dgm:spPr/>
    </dgm:pt>
    <dgm:pt modelId="{B67F93E9-5FD8-4DAF-A7C8-02254C2FD56F}" type="pres">
      <dgm:prSet presAssocID="{0AD892C0-6942-4377-9B02-7453719AE88F}" presName="composite" presStyleCnt="0"/>
      <dgm:spPr/>
    </dgm:pt>
    <dgm:pt modelId="{AF3D2E5D-0871-4205-A6B3-0EC303C78493}" type="pres">
      <dgm:prSet presAssocID="{0AD892C0-6942-4377-9B02-7453719AE88F}" presName="background" presStyleLbl="node0" presStyleIdx="1" presStyleCnt="3"/>
      <dgm:spPr/>
    </dgm:pt>
    <dgm:pt modelId="{47E3E62E-364E-4E64-8AF7-CB17D617881A}" type="pres">
      <dgm:prSet presAssocID="{0AD892C0-6942-4377-9B02-7453719AE88F}" presName="text" presStyleLbl="fgAcc0" presStyleIdx="1" presStyleCnt="3">
        <dgm:presLayoutVars>
          <dgm:chPref val="3"/>
        </dgm:presLayoutVars>
      </dgm:prSet>
      <dgm:spPr/>
    </dgm:pt>
    <dgm:pt modelId="{16846AF7-6E90-4981-847C-48210F3A5E0D}" type="pres">
      <dgm:prSet presAssocID="{0AD892C0-6942-4377-9B02-7453719AE88F}" presName="hierChild2" presStyleCnt="0"/>
      <dgm:spPr/>
    </dgm:pt>
    <dgm:pt modelId="{86904041-DFAF-436E-9740-6A6C97CB7CCB}" type="pres">
      <dgm:prSet presAssocID="{4C6420A8-38C1-4B68-8D04-60E442FC39DC}" presName="hierRoot1" presStyleCnt="0"/>
      <dgm:spPr/>
    </dgm:pt>
    <dgm:pt modelId="{CBB19F75-DBDA-4051-814E-82E2ADCDCE50}" type="pres">
      <dgm:prSet presAssocID="{4C6420A8-38C1-4B68-8D04-60E442FC39DC}" presName="composite" presStyleCnt="0"/>
      <dgm:spPr/>
    </dgm:pt>
    <dgm:pt modelId="{6DDD5378-C72E-4EB8-AB57-EF883772C590}" type="pres">
      <dgm:prSet presAssocID="{4C6420A8-38C1-4B68-8D04-60E442FC39DC}" presName="background" presStyleLbl="node0" presStyleIdx="2" presStyleCnt="3"/>
      <dgm:spPr/>
    </dgm:pt>
    <dgm:pt modelId="{36439FE1-F92C-484D-B336-A60F9B927681}" type="pres">
      <dgm:prSet presAssocID="{4C6420A8-38C1-4B68-8D04-60E442FC39DC}" presName="text" presStyleLbl="fgAcc0" presStyleIdx="2" presStyleCnt="3">
        <dgm:presLayoutVars>
          <dgm:chPref val="3"/>
        </dgm:presLayoutVars>
      </dgm:prSet>
      <dgm:spPr/>
    </dgm:pt>
    <dgm:pt modelId="{73061CC9-32AD-40C7-A154-F5D3201C0A40}" type="pres">
      <dgm:prSet presAssocID="{4C6420A8-38C1-4B68-8D04-60E442FC39DC}" presName="hierChild2" presStyleCnt="0"/>
      <dgm:spPr/>
    </dgm:pt>
  </dgm:ptLst>
  <dgm:cxnLst>
    <dgm:cxn modelId="{5A5B1731-0B44-48B4-8DE9-E762D49E78AA}" type="presOf" srcId="{0AD892C0-6942-4377-9B02-7453719AE88F}" destId="{47E3E62E-364E-4E64-8AF7-CB17D617881A}" srcOrd="0" destOrd="0" presId="urn:microsoft.com/office/officeart/2005/8/layout/hierarchy1"/>
    <dgm:cxn modelId="{F257513E-FBE2-4789-BA0B-41606921EB54}" srcId="{1126BAFD-15F2-466C-B6B8-12B3918D0495}" destId="{8BB9E9BA-7B30-43A4-A8DD-B11C9E137CF8}" srcOrd="0" destOrd="0" parTransId="{A1122601-F561-4C38-B05C-3BB8840EDCC7}" sibTransId="{1CCD2B38-6B70-4C02-BB60-F612BECC034F}"/>
    <dgm:cxn modelId="{4826044D-0329-4F2A-84C4-774E75E8CDA1}" type="presOf" srcId="{4C6420A8-38C1-4B68-8D04-60E442FC39DC}" destId="{36439FE1-F92C-484D-B336-A60F9B927681}" srcOrd="0" destOrd="0" presId="urn:microsoft.com/office/officeart/2005/8/layout/hierarchy1"/>
    <dgm:cxn modelId="{3FDFDA4F-8A66-4EF8-AB62-FF2370063445}" type="presOf" srcId="{8BB9E9BA-7B30-43A4-A8DD-B11C9E137CF8}" destId="{49013DE0-B9A4-47BA-8C35-D41A69245919}" srcOrd="0" destOrd="0" presId="urn:microsoft.com/office/officeart/2005/8/layout/hierarchy1"/>
    <dgm:cxn modelId="{ABAAEF9F-9D11-449E-8B0E-4C05190741FB}" srcId="{1126BAFD-15F2-466C-B6B8-12B3918D0495}" destId="{0AD892C0-6942-4377-9B02-7453719AE88F}" srcOrd="1" destOrd="0" parTransId="{8D6DEE23-A6A3-4B61-9A66-FA9AAD0304E4}" sibTransId="{CA7BCCC5-7EAD-435B-898D-8A1EB748873F}"/>
    <dgm:cxn modelId="{41B409F0-65FE-45BB-A904-F53734032D34}" srcId="{1126BAFD-15F2-466C-B6B8-12B3918D0495}" destId="{4C6420A8-38C1-4B68-8D04-60E442FC39DC}" srcOrd="2" destOrd="0" parTransId="{02DECE46-5B9B-40CD-9E02-8839D230839D}" sibTransId="{E3E23634-780E-4B25-94D2-2FF00118968C}"/>
    <dgm:cxn modelId="{95721EFD-0AB2-477A-8724-A3AC45AE32AD}" type="presOf" srcId="{1126BAFD-15F2-466C-B6B8-12B3918D0495}" destId="{F0AC9C88-F08A-46F2-8E9D-779CEDBADE5C}" srcOrd="0" destOrd="0" presId="urn:microsoft.com/office/officeart/2005/8/layout/hierarchy1"/>
    <dgm:cxn modelId="{E960DBDE-F530-4B66-8062-BF34D8071598}" type="presParOf" srcId="{F0AC9C88-F08A-46F2-8E9D-779CEDBADE5C}" destId="{0EAE4CC7-B077-4EF8-B3C6-ECC8119628D9}" srcOrd="0" destOrd="0" presId="urn:microsoft.com/office/officeart/2005/8/layout/hierarchy1"/>
    <dgm:cxn modelId="{65DB9A0E-6E32-4A93-8A3D-5928CEBBF193}" type="presParOf" srcId="{0EAE4CC7-B077-4EF8-B3C6-ECC8119628D9}" destId="{61977E29-DB98-427F-983B-8D003254F38D}" srcOrd="0" destOrd="0" presId="urn:microsoft.com/office/officeart/2005/8/layout/hierarchy1"/>
    <dgm:cxn modelId="{DAD37E49-FF97-4FA7-A73C-0850724DFD64}" type="presParOf" srcId="{61977E29-DB98-427F-983B-8D003254F38D}" destId="{7CB174C8-E3A2-459A-B64B-07C21987940F}" srcOrd="0" destOrd="0" presId="urn:microsoft.com/office/officeart/2005/8/layout/hierarchy1"/>
    <dgm:cxn modelId="{7282C2E1-6E6B-48B2-8075-C9AC3377AC25}" type="presParOf" srcId="{61977E29-DB98-427F-983B-8D003254F38D}" destId="{49013DE0-B9A4-47BA-8C35-D41A69245919}" srcOrd="1" destOrd="0" presId="urn:microsoft.com/office/officeart/2005/8/layout/hierarchy1"/>
    <dgm:cxn modelId="{7D365C3F-8C0C-404F-A7AC-3E3C38F2B54E}" type="presParOf" srcId="{0EAE4CC7-B077-4EF8-B3C6-ECC8119628D9}" destId="{B1D244D9-AB48-4CD3-B5C8-4E8EEBFF2F72}" srcOrd="1" destOrd="0" presId="urn:microsoft.com/office/officeart/2005/8/layout/hierarchy1"/>
    <dgm:cxn modelId="{1DC698F5-3035-42A8-AF2B-3CC93EC19E40}" type="presParOf" srcId="{F0AC9C88-F08A-46F2-8E9D-779CEDBADE5C}" destId="{3ECBE601-997F-4B7C-9415-1F992ECC628A}" srcOrd="1" destOrd="0" presId="urn:microsoft.com/office/officeart/2005/8/layout/hierarchy1"/>
    <dgm:cxn modelId="{218C02AC-C90E-4284-881B-445A589753B5}" type="presParOf" srcId="{3ECBE601-997F-4B7C-9415-1F992ECC628A}" destId="{B67F93E9-5FD8-4DAF-A7C8-02254C2FD56F}" srcOrd="0" destOrd="0" presId="urn:microsoft.com/office/officeart/2005/8/layout/hierarchy1"/>
    <dgm:cxn modelId="{BFF63DFD-8E39-4550-989E-E8EE1F7E1032}" type="presParOf" srcId="{B67F93E9-5FD8-4DAF-A7C8-02254C2FD56F}" destId="{AF3D2E5D-0871-4205-A6B3-0EC303C78493}" srcOrd="0" destOrd="0" presId="urn:microsoft.com/office/officeart/2005/8/layout/hierarchy1"/>
    <dgm:cxn modelId="{094FE34C-D556-49C2-AE6F-25EFC54CA360}" type="presParOf" srcId="{B67F93E9-5FD8-4DAF-A7C8-02254C2FD56F}" destId="{47E3E62E-364E-4E64-8AF7-CB17D617881A}" srcOrd="1" destOrd="0" presId="urn:microsoft.com/office/officeart/2005/8/layout/hierarchy1"/>
    <dgm:cxn modelId="{38F24088-A3CC-484B-8EE5-77E47E2E2E93}" type="presParOf" srcId="{3ECBE601-997F-4B7C-9415-1F992ECC628A}" destId="{16846AF7-6E90-4981-847C-48210F3A5E0D}" srcOrd="1" destOrd="0" presId="urn:microsoft.com/office/officeart/2005/8/layout/hierarchy1"/>
    <dgm:cxn modelId="{7D45B750-F4D9-4BBC-9846-6841E8B5D725}" type="presParOf" srcId="{F0AC9C88-F08A-46F2-8E9D-779CEDBADE5C}" destId="{86904041-DFAF-436E-9740-6A6C97CB7CCB}" srcOrd="2" destOrd="0" presId="urn:microsoft.com/office/officeart/2005/8/layout/hierarchy1"/>
    <dgm:cxn modelId="{962533F5-B84A-4D2A-A2E3-92A27AA4D9B0}" type="presParOf" srcId="{86904041-DFAF-436E-9740-6A6C97CB7CCB}" destId="{CBB19F75-DBDA-4051-814E-82E2ADCDCE50}" srcOrd="0" destOrd="0" presId="urn:microsoft.com/office/officeart/2005/8/layout/hierarchy1"/>
    <dgm:cxn modelId="{A98BAFB5-4F26-43BC-AA35-21FCC8B28069}" type="presParOf" srcId="{CBB19F75-DBDA-4051-814E-82E2ADCDCE50}" destId="{6DDD5378-C72E-4EB8-AB57-EF883772C590}" srcOrd="0" destOrd="0" presId="urn:microsoft.com/office/officeart/2005/8/layout/hierarchy1"/>
    <dgm:cxn modelId="{CF7A0B3F-E0EA-412B-8BE3-2A4A17F5409B}" type="presParOf" srcId="{CBB19F75-DBDA-4051-814E-82E2ADCDCE50}" destId="{36439FE1-F92C-484D-B336-A60F9B927681}" srcOrd="1" destOrd="0" presId="urn:microsoft.com/office/officeart/2005/8/layout/hierarchy1"/>
    <dgm:cxn modelId="{922AD864-EF26-483D-987D-21445FDDA2F5}" type="presParOf" srcId="{86904041-DFAF-436E-9740-6A6C97CB7CCB}" destId="{73061CC9-32AD-40C7-A154-F5D3201C0A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E232E4-2D48-4C3B-8A9E-3FE17F45A5A6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62DCBBF9-FC83-4797-8F4F-B845D5C0AF56}">
      <dgm:prSet/>
      <dgm:spPr/>
      <dgm:t>
        <a:bodyPr/>
        <a:lstStyle/>
        <a:p>
          <a:r>
            <a:rPr lang="en-DE"/>
            <a:t>Bevezetés, tárgyalás, lezárás</a:t>
          </a:r>
          <a:endParaRPr lang="en-US"/>
        </a:p>
      </dgm:t>
    </dgm:pt>
    <dgm:pt modelId="{1647D045-853B-41A6-8D39-4C9F80E28504}" type="parTrans" cxnId="{D2F87088-4006-4963-A7E2-80BE7CDDF8D6}">
      <dgm:prSet/>
      <dgm:spPr/>
      <dgm:t>
        <a:bodyPr/>
        <a:lstStyle/>
        <a:p>
          <a:endParaRPr lang="en-US"/>
        </a:p>
      </dgm:t>
    </dgm:pt>
    <dgm:pt modelId="{9036C0A2-3FA4-4E1E-BD83-AF86E960FDA1}" type="sibTrans" cxnId="{D2F87088-4006-4963-A7E2-80BE7CDDF8D6}">
      <dgm:prSet/>
      <dgm:spPr/>
      <dgm:t>
        <a:bodyPr/>
        <a:lstStyle/>
        <a:p>
          <a:endParaRPr lang="en-US"/>
        </a:p>
      </dgm:t>
    </dgm:pt>
    <dgm:pt modelId="{668B5F9B-E4A4-4AEA-AEBF-BDFBCF06D643}">
      <dgm:prSet/>
      <dgm:spPr/>
      <dgm:t>
        <a:bodyPr/>
        <a:lstStyle/>
        <a:p>
          <a:r>
            <a:rPr lang="en-DE"/>
            <a:t>Logikus sorrend</a:t>
          </a:r>
          <a:endParaRPr lang="en-US"/>
        </a:p>
      </dgm:t>
    </dgm:pt>
    <dgm:pt modelId="{A6D1CA4B-AD40-44DD-95EA-78436066E476}" type="parTrans" cxnId="{4F9F7E4B-3B6F-463A-8DA4-580AF2FE5BBC}">
      <dgm:prSet/>
      <dgm:spPr/>
      <dgm:t>
        <a:bodyPr/>
        <a:lstStyle/>
        <a:p>
          <a:endParaRPr lang="en-US"/>
        </a:p>
      </dgm:t>
    </dgm:pt>
    <dgm:pt modelId="{76788F1C-110B-494B-8BDE-DF777A391B0F}" type="sibTrans" cxnId="{4F9F7E4B-3B6F-463A-8DA4-580AF2FE5BBC}">
      <dgm:prSet/>
      <dgm:spPr/>
      <dgm:t>
        <a:bodyPr/>
        <a:lstStyle/>
        <a:p>
          <a:endParaRPr lang="en-US"/>
        </a:p>
      </dgm:t>
    </dgm:pt>
    <dgm:pt modelId="{E6597150-B07E-4EA4-A155-C987528D2B0F}">
      <dgm:prSet/>
      <dgm:spPr/>
      <dgm:t>
        <a:bodyPr/>
        <a:lstStyle/>
        <a:p>
          <a:r>
            <a:rPr lang="en-DE"/>
            <a:t>Fő pontok kiemelése</a:t>
          </a:r>
          <a:endParaRPr lang="en-US"/>
        </a:p>
      </dgm:t>
    </dgm:pt>
    <dgm:pt modelId="{D89176FC-741D-465B-A1E2-C4BDC60FB206}" type="parTrans" cxnId="{8A875430-2EA3-4F3E-BDC0-2A6C971A8A96}">
      <dgm:prSet/>
      <dgm:spPr/>
      <dgm:t>
        <a:bodyPr/>
        <a:lstStyle/>
        <a:p>
          <a:endParaRPr lang="en-US"/>
        </a:p>
      </dgm:t>
    </dgm:pt>
    <dgm:pt modelId="{A5507697-80E5-4CF7-93E4-ABAE25D61221}" type="sibTrans" cxnId="{8A875430-2EA3-4F3E-BDC0-2A6C971A8A96}">
      <dgm:prSet/>
      <dgm:spPr/>
      <dgm:t>
        <a:bodyPr/>
        <a:lstStyle/>
        <a:p>
          <a:endParaRPr lang="en-US"/>
        </a:p>
      </dgm:t>
    </dgm:pt>
    <dgm:pt modelId="{7C74CB8B-1517-4DEC-B0D1-A23F464DBFB5}">
      <dgm:prSet/>
      <dgm:spPr/>
      <dgm:t>
        <a:bodyPr/>
        <a:lstStyle/>
        <a:p>
          <a:r>
            <a:rPr lang="en-DE"/>
            <a:t>Felesleges információk kihagyása</a:t>
          </a:r>
          <a:endParaRPr lang="en-US"/>
        </a:p>
      </dgm:t>
    </dgm:pt>
    <dgm:pt modelId="{274A5009-37D3-4D4C-94F5-A1A87E2D1D22}" type="parTrans" cxnId="{EC4F3141-641F-4376-8748-B5267FAC2B34}">
      <dgm:prSet/>
      <dgm:spPr/>
      <dgm:t>
        <a:bodyPr/>
        <a:lstStyle/>
        <a:p>
          <a:endParaRPr lang="en-US"/>
        </a:p>
      </dgm:t>
    </dgm:pt>
    <dgm:pt modelId="{5E7E3E91-01FA-4827-A06F-E64D9DCA32BD}" type="sibTrans" cxnId="{EC4F3141-641F-4376-8748-B5267FAC2B34}">
      <dgm:prSet/>
      <dgm:spPr/>
      <dgm:t>
        <a:bodyPr/>
        <a:lstStyle/>
        <a:p>
          <a:endParaRPr lang="en-US"/>
        </a:p>
      </dgm:t>
    </dgm:pt>
    <dgm:pt modelId="{590D9D1D-01AE-4530-9175-08203A81F65F}" type="pres">
      <dgm:prSet presAssocID="{FCE232E4-2D48-4C3B-8A9E-3FE17F45A5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80F57E-BC74-484C-BB16-8398B88046B4}" type="pres">
      <dgm:prSet presAssocID="{62DCBBF9-FC83-4797-8F4F-B845D5C0AF56}" presName="hierRoot1" presStyleCnt="0"/>
      <dgm:spPr/>
    </dgm:pt>
    <dgm:pt modelId="{2A9C9C69-22FD-4E9C-A1F0-5C8D9FBA5AAC}" type="pres">
      <dgm:prSet presAssocID="{62DCBBF9-FC83-4797-8F4F-B845D5C0AF56}" presName="composite" presStyleCnt="0"/>
      <dgm:spPr/>
    </dgm:pt>
    <dgm:pt modelId="{DB28098E-AE42-4F34-BC9A-8B5A5942A6FD}" type="pres">
      <dgm:prSet presAssocID="{62DCBBF9-FC83-4797-8F4F-B845D5C0AF56}" presName="background" presStyleLbl="node0" presStyleIdx="0" presStyleCnt="4"/>
      <dgm:spPr/>
    </dgm:pt>
    <dgm:pt modelId="{9CEF4B2B-9868-4D53-80EC-2EA4211D6873}" type="pres">
      <dgm:prSet presAssocID="{62DCBBF9-FC83-4797-8F4F-B845D5C0AF56}" presName="text" presStyleLbl="fgAcc0" presStyleIdx="0" presStyleCnt="4">
        <dgm:presLayoutVars>
          <dgm:chPref val="3"/>
        </dgm:presLayoutVars>
      </dgm:prSet>
      <dgm:spPr/>
    </dgm:pt>
    <dgm:pt modelId="{F781B0D0-2667-40B6-AFE6-A644F83F0539}" type="pres">
      <dgm:prSet presAssocID="{62DCBBF9-FC83-4797-8F4F-B845D5C0AF56}" presName="hierChild2" presStyleCnt="0"/>
      <dgm:spPr/>
    </dgm:pt>
    <dgm:pt modelId="{4379F445-F0CF-469C-B6CA-72C84743D579}" type="pres">
      <dgm:prSet presAssocID="{668B5F9B-E4A4-4AEA-AEBF-BDFBCF06D643}" presName="hierRoot1" presStyleCnt="0"/>
      <dgm:spPr/>
    </dgm:pt>
    <dgm:pt modelId="{97ED05D8-7EAB-4320-A3FD-3F0859E8B838}" type="pres">
      <dgm:prSet presAssocID="{668B5F9B-E4A4-4AEA-AEBF-BDFBCF06D643}" presName="composite" presStyleCnt="0"/>
      <dgm:spPr/>
    </dgm:pt>
    <dgm:pt modelId="{0927193A-B321-4F53-A181-73373D140FD1}" type="pres">
      <dgm:prSet presAssocID="{668B5F9B-E4A4-4AEA-AEBF-BDFBCF06D643}" presName="background" presStyleLbl="node0" presStyleIdx="1" presStyleCnt="4"/>
      <dgm:spPr/>
    </dgm:pt>
    <dgm:pt modelId="{52665DD9-35A1-4941-BDD1-6B59BF83A839}" type="pres">
      <dgm:prSet presAssocID="{668B5F9B-E4A4-4AEA-AEBF-BDFBCF06D643}" presName="text" presStyleLbl="fgAcc0" presStyleIdx="1" presStyleCnt="4">
        <dgm:presLayoutVars>
          <dgm:chPref val="3"/>
        </dgm:presLayoutVars>
      </dgm:prSet>
      <dgm:spPr/>
    </dgm:pt>
    <dgm:pt modelId="{16BF8A2B-BB17-44AE-9C53-BCDED98BEEFD}" type="pres">
      <dgm:prSet presAssocID="{668B5F9B-E4A4-4AEA-AEBF-BDFBCF06D643}" presName="hierChild2" presStyleCnt="0"/>
      <dgm:spPr/>
    </dgm:pt>
    <dgm:pt modelId="{7B959B9C-FAC8-40C9-8285-995B470C3EF5}" type="pres">
      <dgm:prSet presAssocID="{E6597150-B07E-4EA4-A155-C987528D2B0F}" presName="hierRoot1" presStyleCnt="0"/>
      <dgm:spPr/>
    </dgm:pt>
    <dgm:pt modelId="{AE999345-E22D-4E8B-B7E4-F2A714E03E9C}" type="pres">
      <dgm:prSet presAssocID="{E6597150-B07E-4EA4-A155-C987528D2B0F}" presName="composite" presStyleCnt="0"/>
      <dgm:spPr/>
    </dgm:pt>
    <dgm:pt modelId="{41B4F0DE-B196-43BC-8658-EAF28C0EDA31}" type="pres">
      <dgm:prSet presAssocID="{E6597150-B07E-4EA4-A155-C987528D2B0F}" presName="background" presStyleLbl="node0" presStyleIdx="2" presStyleCnt="4"/>
      <dgm:spPr/>
    </dgm:pt>
    <dgm:pt modelId="{38A492B1-3C53-48D2-8351-C1437B353932}" type="pres">
      <dgm:prSet presAssocID="{E6597150-B07E-4EA4-A155-C987528D2B0F}" presName="text" presStyleLbl="fgAcc0" presStyleIdx="2" presStyleCnt="4">
        <dgm:presLayoutVars>
          <dgm:chPref val="3"/>
        </dgm:presLayoutVars>
      </dgm:prSet>
      <dgm:spPr/>
    </dgm:pt>
    <dgm:pt modelId="{EB8E7267-71E8-4928-A34C-E24FDAB4D806}" type="pres">
      <dgm:prSet presAssocID="{E6597150-B07E-4EA4-A155-C987528D2B0F}" presName="hierChild2" presStyleCnt="0"/>
      <dgm:spPr/>
    </dgm:pt>
    <dgm:pt modelId="{69D1374F-16A3-4672-819F-D75A2A6ED5EC}" type="pres">
      <dgm:prSet presAssocID="{7C74CB8B-1517-4DEC-B0D1-A23F464DBFB5}" presName="hierRoot1" presStyleCnt="0"/>
      <dgm:spPr/>
    </dgm:pt>
    <dgm:pt modelId="{6B861457-2799-4D24-8B87-2404ADC0F0DB}" type="pres">
      <dgm:prSet presAssocID="{7C74CB8B-1517-4DEC-B0D1-A23F464DBFB5}" presName="composite" presStyleCnt="0"/>
      <dgm:spPr/>
    </dgm:pt>
    <dgm:pt modelId="{BDA9C42A-9FF0-4F17-A3C7-2590DEA8C36A}" type="pres">
      <dgm:prSet presAssocID="{7C74CB8B-1517-4DEC-B0D1-A23F464DBFB5}" presName="background" presStyleLbl="node0" presStyleIdx="3" presStyleCnt="4"/>
      <dgm:spPr/>
    </dgm:pt>
    <dgm:pt modelId="{E5302EBA-1D18-4BCE-A0F2-50A69661E84E}" type="pres">
      <dgm:prSet presAssocID="{7C74CB8B-1517-4DEC-B0D1-A23F464DBFB5}" presName="text" presStyleLbl="fgAcc0" presStyleIdx="3" presStyleCnt="4">
        <dgm:presLayoutVars>
          <dgm:chPref val="3"/>
        </dgm:presLayoutVars>
      </dgm:prSet>
      <dgm:spPr/>
    </dgm:pt>
    <dgm:pt modelId="{906B65D5-4182-4CAC-9939-63A88F037649}" type="pres">
      <dgm:prSet presAssocID="{7C74CB8B-1517-4DEC-B0D1-A23F464DBFB5}" presName="hierChild2" presStyleCnt="0"/>
      <dgm:spPr/>
    </dgm:pt>
  </dgm:ptLst>
  <dgm:cxnLst>
    <dgm:cxn modelId="{8A875430-2EA3-4F3E-BDC0-2A6C971A8A96}" srcId="{FCE232E4-2D48-4C3B-8A9E-3FE17F45A5A6}" destId="{E6597150-B07E-4EA4-A155-C987528D2B0F}" srcOrd="2" destOrd="0" parTransId="{D89176FC-741D-465B-A1E2-C4BDC60FB206}" sibTransId="{A5507697-80E5-4CF7-93E4-ABAE25D61221}"/>
    <dgm:cxn modelId="{83850334-7ABD-4AD0-B353-836A24C93871}" type="presOf" srcId="{E6597150-B07E-4EA4-A155-C987528D2B0F}" destId="{38A492B1-3C53-48D2-8351-C1437B353932}" srcOrd="0" destOrd="0" presId="urn:microsoft.com/office/officeart/2005/8/layout/hierarchy1"/>
    <dgm:cxn modelId="{EC4F3141-641F-4376-8748-B5267FAC2B34}" srcId="{FCE232E4-2D48-4C3B-8A9E-3FE17F45A5A6}" destId="{7C74CB8B-1517-4DEC-B0D1-A23F464DBFB5}" srcOrd="3" destOrd="0" parTransId="{274A5009-37D3-4D4C-94F5-A1A87E2D1D22}" sibTransId="{5E7E3E91-01FA-4827-A06F-E64D9DCA32BD}"/>
    <dgm:cxn modelId="{4F9F7E4B-3B6F-463A-8DA4-580AF2FE5BBC}" srcId="{FCE232E4-2D48-4C3B-8A9E-3FE17F45A5A6}" destId="{668B5F9B-E4A4-4AEA-AEBF-BDFBCF06D643}" srcOrd="1" destOrd="0" parTransId="{A6D1CA4B-AD40-44DD-95EA-78436066E476}" sibTransId="{76788F1C-110B-494B-8BDE-DF777A391B0F}"/>
    <dgm:cxn modelId="{8F44D27D-15D5-4AC2-B17C-348BF702CE70}" type="presOf" srcId="{668B5F9B-E4A4-4AEA-AEBF-BDFBCF06D643}" destId="{52665DD9-35A1-4941-BDD1-6B59BF83A839}" srcOrd="0" destOrd="0" presId="urn:microsoft.com/office/officeart/2005/8/layout/hierarchy1"/>
    <dgm:cxn modelId="{54682186-B7D3-4E18-8DFE-72BF14CA4B10}" type="presOf" srcId="{62DCBBF9-FC83-4797-8F4F-B845D5C0AF56}" destId="{9CEF4B2B-9868-4D53-80EC-2EA4211D6873}" srcOrd="0" destOrd="0" presId="urn:microsoft.com/office/officeart/2005/8/layout/hierarchy1"/>
    <dgm:cxn modelId="{D2F87088-4006-4963-A7E2-80BE7CDDF8D6}" srcId="{FCE232E4-2D48-4C3B-8A9E-3FE17F45A5A6}" destId="{62DCBBF9-FC83-4797-8F4F-B845D5C0AF56}" srcOrd="0" destOrd="0" parTransId="{1647D045-853B-41A6-8D39-4C9F80E28504}" sibTransId="{9036C0A2-3FA4-4E1E-BD83-AF86E960FDA1}"/>
    <dgm:cxn modelId="{0969D4BA-383F-4454-8012-543B596DBC32}" type="presOf" srcId="{FCE232E4-2D48-4C3B-8A9E-3FE17F45A5A6}" destId="{590D9D1D-01AE-4530-9175-08203A81F65F}" srcOrd="0" destOrd="0" presId="urn:microsoft.com/office/officeart/2005/8/layout/hierarchy1"/>
    <dgm:cxn modelId="{A88559E3-71B0-44FC-AA82-77EDA6590836}" type="presOf" srcId="{7C74CB8B-1517-4DEC-B0D1-A23F464DBFB5}" destId="{E5302EBA-1D18-4BCE-A0F2-50A69661E84E}" srcOrd="0" destOrd="0" presId="urn:microsoft.com/office/officeart/2005/8/layout/hierarchy1"/>
    <dgm:cxn modelId="{377E91CF-6F2D-464B-A865-5DFE6E544591}" type="presParOf" srcId="{590D9D1D-01AE-4530-9175-08203A81F65F}" destId="{2D80F57E-BC74-484C-BB16-8398B88046B4}" srcOrd="0" destOrd="0" presId="urn:microsoft.com/office/officeart/2005/8/layout/hierarchy1"/>
    <dgm:cxn modelId="{C6E82B06-7076-4C5C-9EDA-BD9C4B148A99}" type="presParOf" srcId="{2D80F57E-BC74-484C-BB16-8398B88046B4}" destId="{2A9C9C69-22FD-4E9C-A1F0-5C8D9FBA5AAC}" srcOrd="0" destOrd="0" presId="urn:microsoft.com/office/officeart/2005/8/layout/hierarchy1"/>
    <dgm:cxn modelId="{75AB38BE-63D0-4B03-9527-4314457EAF1F}" type="presParOf" srcId="{2A9C9C69-22FD-4E9C-A1F0-5C8D9FBA5AAC}" destId="{DB28098E-AE42-4F34-BC9A-8B5A5942A6FD}" srcOrd="0" destOrd="0" presId="urn:microsoft.com/office/officeart/2005/8/layout/hierarchy1"/>
    <dgm:cxn modelId="{2110B03F-D0F3-4BC1-B0A0-EDA29F1A3CD7}" type="presParOf" srcId="{2A9C9C69-22FD-4E9C-A1F0-5C8D9FBA5AAC}" destId="{9CEF4B2B-9868-4D53-80EC-2EA4211D6873}" srcOrd="1" destOrd="0" presId="urn:microsoft.com/office/officeart/2005/8/layout/hierarchy1"/>
    <dgm:cxn modelId="{F0986EFA-AFF1-443C-8327-A8B89E387E65}" type="presParOf" srcId="{2D80F57E-BC74-484C-BB16-8398B88046B4}" destId="{F781B0D0-2667-40B6-AFE6-A644F83F0539}" srcOrd="1" destOrd="0" presId="urn:microsoft.com/office/officeart/2005/8/layout/hierarchy1"/>
    <dgm:cxn modelId="{B69634F0-8189-4814-91B0-9FD504C96650}" type="presParOf" srcId="{590D9D1D-01AE-4530-9175-08203A81F65F}" destId="{4379F445-F0CF-469C-B6CA-72C84743D579}" srcOrd="1" destOrd="0" presId="urn:microsoft.com/office/officeart/2005/8/layout/hierarchy1"/>
    <dgm:cxn modelId="{8F4A4081-1B78-47E5-94AB-B5142B8E906E}" type="presParOf" srcId="{4379F445-F0CF-469C-B6CA-72C84743D579}" destId="{97ED05D8-7EAB-4320-A3FD-3F0859E8B838}" srcOrd="0" destOrd="0" presId="urn:microsoft.com/office/officeart/2005/8/layout/hierarchy1"/>
    <dgm:cxn modelId="{720E79DF-895F-4ACC-9EE1-8D77571F4A8B}" type="presParOf" srcId="{97ED05D8-7EAB-4320-A3FD-3F0859E8B838}" destId="{0927193A-B321-4F53-A181-73373D140FD1}" srcOrd="0" destOrd="0" presId="urn:microsoft.com/office/officeart/2005/8/layout/hierarchy1"/>
    <dgm:cxn modelId="{58E62E61-73B9-4EB4-BE0A-2D06253B539B}" type="presParOf" srcId="{97ED05D8-7EAB-4320-A3FD-3F0859E8B838}" destId="{52665DD9-35A1-4941-BDD1-6B59BF83A839}" srcOrd="1" destOrd="0" presId="urn:microsoft.com/office/officeart/2005/8/layout/hierarchy1"/>
    <dgm:cxn modelId="{F3BCA3FE-D751-4522-9F81-EFB37992E46C}" type="presParOf" srcId="{4379F445-F0CF-469C-B6CA-72C84743D579}" destId="{16BF8A2B-BB17-44AE-9C53-BCDED98BEEFD}" srcOrd="1" destOrd="0" presId="urn:microsoft.com/office/officeart/2005/8/layout/hierarchy1"/>
    <dgm:cxn modelId="{8F9D81BE-0342-4E11-9BDF-9E2CFA9C10B1}" type="presParOf" srcId="{590D9D1D-01AE-4530-9175-08203A81F65F}" destId="{7B959B9C-FAC8-40C9-8285-995B470C3EF5}" srcOrd="2" destOrd="0" presId="urn:microsoft.com/office/officeart/2005/8/layout/hierarchy1"/>
    <dgm:cxn modelId="{12EC0A89-FFDA-4E0B-B80F-F19E5F964A39}" type="presParOf" srcId="{7B959B9C-FAC8-40C9-8285-995B470C3EF5}" destId="{AE999345-E22D-4E8B-B7E4-F2A714E03E9C}" srcOrd="0" destOrd="0" presId="urn:microsoft.com/office/officeart/2005/8/layout/hierarchy1"/>
    <dgm:cxn modelId="{EBAEFDA7-C490-44EF-8BD7-CB97BE6BB9A7}" type="presParOf" srcId="{AE999345-E22D-4E8B-B7E4-F2A714E03E9C}" destId="{41B4F0DE-B196-43BC-8658-EAF28C0EDA31}" srcOrd="0" destOrd="0" presId="urn:microsoft.com/office/officeart/2005/8/layout/hierarchy1"/>
    <dgm:cxn modelId="{87CCB9B5-A07C-45F0-BD11-7DD6FD40B576}" type="presParOf" srcId="{AE999345-E22D-4E8B-B7E4-F2A714E03E9C}" destId="{38A492B1-3C53-48D2-8351-C1437B353932}" srcOrd="1" destOrd="0" presId="urn:microsoft.com/office/officeart/2005/8/layout/hierarchy1"/>
    <dgm:cxn modelId="{7BD93822-4043-4D86-B1F3-5CE9D6896148}" type="presParOf" srcId="{7B959B9C-FAC8-40C9-8285-995B470C3EF5}" destId="{EB8E7267-71E8-4928-A34C-E24FDAB4D806}" srcOrd="1" destOrd="0" presId="urn:microsoft.com/office/officeart/2005/8/layout/hierarchy1"/>
    <dgm:cxn modelId="{E0755C45-D946-4A2A-9FAC-AB8A47AEF0AB}" type="presParOf" srcId="{590D9D1D-01AE-4530-9175-08203A81F65F}" destId="{69D1374F-16A3-4672-819F-D75A2A6ED5EC}" srcOrd="3" destOrd="0" presId="urn:microsoft.com/office/officeart/2005/8/layout/hierarchy1"/>
    <dgm:cxn modelId="{37BA842A-ADE1-4CEA-A082-A26C5E9297ED}" type="presParOf" srcId="{69D1374F-16A3-4672-819F-D75A2A6ED5EC}" destId="{6B861457-2799-4D24-8B87-2404ADC0F0DB}" srcOrd="0" destOrd="0" presId="urn:microsoft.com/office/officeart/2005/8/layout/hierarchy1"/>
    <dgm:cxn modelId="{1936120A-1EAB-4D24-857B-41DFA3FBED70}" type="presParOf" srcId="{6B861457-2799-4D24-8B87-2404ADC0F0DB}" destId="{BDA9C42A-9FF0-4F17-A3C7-2590DEA8C36A}" srcOrd="0" destOrd="0" presId="urn:microsoft.com/office/officeart/2005/8/layout/hierarchy1"/>
    <dgm:cxn modelId="{CF236AF4-9B07-4A2B-AF00-3D8F3C328CF9}" type="presParOf" srcId="{6B861457-2799-4D24-8B87-2404ADC0F0DB}" destId="{E5302EBA-1D18-4BCE-A0F2-50A69661E84E}" srcOrd="1" destOrd="0" presId="urn:microsoft.com/office/officeart/2005/8/layout/hierarchy1"/>
    <dgm:cxn modelId="{AF4E0143-42D2-4EAF-A7F7-1538AEEE38AF}" type="presParOf" srcId="{69D1374F-16A3-4672-819F-D75A2A6ED5EC}" destId="{906B65D5-4182-4CAC-9939-63A88F03764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343BFB-105F-41DF-B9CA-C81C52B1A05D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722C9915-7598-4AED-95EB-29EAF57A5927}">
      <dgm:prSet/>
      <dgm:spPr/>
      <dgm:t>
        <a:bodyPr/>
        <a:lstStyle/>
        <a:p>
          <a:r>
            <a:rPr lang="en-DE"/>
            <a:t>Rövid, lényegre törő szöveg</a:t>
          </a:r>
          <a:endParaRPr lang="en-US"/>
        </a:p>
      </dgm:t>
    </dgm:pt>
    <dgm:pt modelId="{91E5F135-6E1F-4554-BB18-9D131F1E981C}" type="parTrans" cxnId="{94CB74F4-6FC5-4B0E-80A3-3D7727CC723A}">
      <dgm:prSet/>
      <dgm:spPr/>
      <dgm:t>
        <a:bodyPr/>
        <a:lstStyle/>
        <a:p>
          <a:endParaRPr lang="en-US"/>
        </a:p>
      </dgm:t>
    </dgm:pt>
    <dgm:pt modelId="{CF348A1E-CA34-41FF-90CF-75B5BBF62CF5}" type="sibTrans" cxnId="{94CB74F4-6FC5-4B0E-80A3-3D7727CC723A}">
      <dgm:prSet/>
      <dgm:spPr/>
      <dgm:t>
        <a:bodyPr/>
        <a:lstStyle/>
        <a:p>
          <a:endParaRPr lang="en-US"/>
        </a:p>
      </dgm:t>
    </dgm:pt>
    <dgm:pt modelId="{233AA5E8-643B-4908-A2C6-5D93131C0ABC}">
      <dgm:prSet/>
      <dgm:spPr/>
      <dgm:t>
        <a:bodyPr/>
        <a:lstStyle/>
        <a:p>
          <a:r>
            <a:rPr lang="en-DE"/>
            <a:t>4-5 pont max diánként</a:t>
          </a:r>
          <a:endParaRPr lang="en-US"/>
        </a:p>
      </dgm:t>
    </dgm:pt>
    <dgm:pt modelId="{133447D8-D6BF-42B5-A889-0C82A35D1B23}" type="parTrans" cxnId="{0F5BEE9E-7D23-4293-BD09-DD67B92ECAEC}">
      <dgm:prSet/>
      <dgm:spPr/>
      <dgm:t>
        <a:bodyPr/>
        <a:lstStyle/>
        <a:p>
          <a:endParaRPr lang="en-US"/>
        </a:p>
      </dgm:t>
    </dgm:pt>
    <dgm:pt modelId="{23EA7437-1DEB-4FD5-AA64-424DD6C06C17}" type="sibTrans" cxnId="{0F5BEE9E-7D23-4293-BD09-DD67B92ECAEC}">
      <dgm:prSet/>
      <dgm:spPr/>
      <dgm:t>
        <a:bodyPr/>
        <a:lstStyle/>
        <a:p>
          <a:endParaRPr lang="en-US"/>
        </a:p>
      </dgm:t>
    </dgm:pt>
    <dgm:pt modelId="{2B04C20F-37FE-400E-B36D-7A5F7268B874}">
      <dgm:prSet/>
      <dgm:spPr/>
      <dgm:t>
        <a:bodyPr/>
        <a:lstStyle/>
        <a:p>
          <a:r>
            <a:rPr lang="en-DE"/>
            <a:t>Jól olvasható betűméret</a:t>
          </a:r>
          <a:endParaRPr lang="en-US"/>
        </a:p>
      </dgm:t>
    </dgm:pt>
    <dgm:pt modelId="{9AE7F3E6-D166-4E8C-9148-4C39716C1174}" type="parTrans" cxnId="{CC7001E6-4466-47C6-9EB2-F83B22E316D2}">
      <dgm:prSet/>
      <dgm:spPr/>
      <dgm:t>
        <a:bodyPr/>
        <a:lstStyle/>
        <a:p>
          <a:endParaRPr lang="en-US"/>
        </a:p>
      </dgm:t>
    </dgm:pt>
    <dgm:pt modelId="{F94A48B5-7710-4EB0-A049-CF6CC2786C75}" type="sibTrans" cxnId="{CC7001E6-4466-47C6-9EB2-F83B22E316D2}">
      <dgm:prSet/>
      <dgm:spPr/>
      <dgm:t>
        <a:bodyPr/>
        <a:lstStyle/>
        <a:p>
          <a:endParaRPr lang="en-US"/>
        </a:p>
      </dgm:t>
    </dgm:pt>
    <dgm:pt modelId="{A7B9AF46-CBFB-4BDF-ABAD-042E216A4EA6}">
      <dgm:prSet/>
      <dgm:spPr/>
      <dgm:t>
        <a:bodyPr/>
        <a:lstStyle/>
        <a:p>
          <a:r>
            <a:rPr lang="en-DE"/>
            <a:t>Egységes stílus, színek</a:t>
          </a:r>
          <a:endParaRPr lang="en-US"/>
        </a:p>
      </dgm:t>
    </dgm:pt>
    <dgm:pt modelId="{ACA55EBD-8D26-4662-96F9-CCE382A80119}" type="parTrans" cxnId="{2855F7A1-B9CD-48C3-A472-5580100AF7A0}">
      <dgm:prSet/>
      <dgm:spPr/>
      <dgm:t>
        <a:bodyPr/>
        <a:lstStyle/>
        <a:p>
          <a:endParaRPr lang="en-US"/>
        </a:p>
      </dgm:t>
    </dgm:pt>
    <dgm:pt modelId="{040F37DB-794C-4F27-B5E3-E22F80B6754B}" type="sibTrans" cxnId="{2855F7A1-B9CD-48C3-A472-5580100AF7A0}">
      <dgm:prSet/>
      <dgm:spPr/>
      <dgm:t>
        <a:bodyPr/>
        <a:lstStyle/>
        <a:p>
          <a:endParaRPr lang="en-US"/>
        </a:p>
      </dgm:t>
    </dgm:pt>
    <dgm:pt modelId="{CD4040FE-9B8B-496B-9B55-334FF0300B41}" type="pres">
      <dgm:prSet presAssocID="{FF343BFB-105F-41DF-B9CA-C81C52B1A05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926469F-B840-44C2-B2CA-B740EFB1497C}" type="pres">
      <dgm:prSet presAssocID="{722C9915-7598-4AED-95EB-29EAF57A5927}" presName="hierRoot1" presStyleCnt="0"/>
      <dgm:spPr/>
    </dgm:pt>
    <dgm:pt modelId="{B9C87B35-F49B-47F0-8500-2328D0803409}" type="pres">
      <dgm:prSet presAssocID="{722C9915-7598-4AED-95EB-29EAF57A5927}" presName="composite" presStyleCnt="0"/>
      <dgm:spPr/>
    </dgm:pt>
    <dgm:pt modelId="{2D13F011-06C6-487F-82FA-9577A76C9D35}" type="pres">
      <dgm:prSet presAssocID="{722C9915-7598-4AED-95EB-29EAF57A5927}" presName="background" presStyleLbl="node0" presStyleIdx="0" presStyleCnt="4"/>
      <dgm:spPr/>
    </dgm:pt>
    <dgm:pt modelId="{647B264A-09DF-4CBA-B5E4-3C1074F01A32}" type="pres">
      <dgm:prSet presAssocID="{722C9915-7598-4AED-95EB-29EAF57A5927}" presName="text" presStyleLbl="fgAcc0" presStyleIdx="0" presStyleCnt="4">
        <dgm:presLayoutVars>
          <dgm:chPref val="3"/>
        </dgm:presLayoutVars>
      </dgm:prSet>
      <dgm:spPr/>
    </dgm:pt>
    <dgm:pt modelId="{6A37EFDB-D948-49A3-B3DF-8E916237D326}" type="pres">
      <dgm:prSet presAssocID="{722C9915-7598-4AED-95EB-29EAF57A5927}" presName="hierChild2" presStyleCnt="0"/>
      <dgm:spPr/>
    </dgm:pt>
    <dgm:pt modelId="{CE0A6196-2E6F-4A3A-94F0-B207348C7576}" type="pres">
      <dgm:prSet presAssocID="{233AA5E8-643B-4908-A2C6-5D93131C0ABC}" presName="hierRoot1" presStyleCnt="0"/>
      <dgm:spPr/>
    </dgm:pt>
    <dgm:pt modelId="{027A1263-2920-4751-9094-1ADBBF8950B3}" type="pres">
      <dgm:prSet presAssocID="{233AA5E8-643B-4908-A2C6-5D93131C0ABC}" presName="composite" presStyleCnt="0"/>
      <dgm:spPr/>
    </dgm:pt>
    <dgm:pt modelId="{945AAB8D-7600-4B8D-94A7-281D23DE2ABE}" type="pres">
      <dgm:prSet presAssocID="{233AA5E8-643B-4908-A2C6-5D93131C0ABC}" presName="background" presStyleLbl="node0" presStyleIdx="1" presStyleCnt="4"/>
      <dgm:spPr/>
    </dgm:pt>
    <dgm:pt modelId="{433EBBF4-0529-49B6-9D30-BE7B6117651C}" type="pres">
      <dgm:prSet presAssocID="{233AA5E8-643B-4908-A2C6-5D93131C0ABC}" presName="text" presStyleLbl="fgAcc0" presStyleIdx="1" presStyleCnt="4">
        <dgm:presLayoutVars>
          <dgm:chPref val="3"/>
        </dgm:presLayoutVars>
      </dgm:prSet>
      <dgm:spPr/>
    </dgm:pt>
    <dgm:pt modelId="{BE2B50F4-EBC8-4009-B651-16402ACAEFB8}" type="pres">
      <dgm:prSet presAssocID="{233AA5E8-643B-4908-A2C6-5D93131C0ABC}" presName="hierChild2" presStyleCnt="0"/>
      <dgm:spPr/>
    </dgm:pt>
    <dgm:pt modelId="{65026709-5C52-4586-BEC8-28F61491F4D0}" type="pres">
      <dgm:prSet presAssocID="{2B04C20F-37FE-400E-B36D-7A5F7268B874}" presName="hierRoot1" presStyleCnt="0"/>
      <dgm:spPr/>
    </dgm:pt>
    <dgm:pt modelId="{696994E1-C1DA-4B34-A92A-1954EDD825B8}" type="pres">
      <dgm:prSet presAssocID="{2B04C20F-37FE-400E-B36D-7A5F7268B874}" presName="composite" presStyleCnt="0"/>
      <dgm:spPr/>
    </dgm:pt>
    <dgm:pt modelId="{AD4D80A6-50BD-441D-9EB4-05F34EA967CD}" type="pres">
      <dgm:prSet presAssocID="{2B04C20F-37FE-400E-B36D-7A5F7268B874}" presName="background" presStyleLbl="node0" presStyleIdx="2" presStyleCnt="4"/>
      <dgm:spPr/>
    </dgm:pt>
    <dgm:pt modelId="{5D68E1AC-F1E7-4733-AAFE-9FA09E50E3E3}" type="pres">
      <dgm:prSet presAssocID="{2B04C20F-37FE-400E-B36D-7A5F7268B874}" presName="text" presStyleLbl="fgAcc0" presStyleIdx="2" presStyleCnt="4">
        <dgm:presLayoutVars>
          <dgm:chPref val="3"/>
        </dgm:presLayoutVars>
      </dgm:prSet>
      <dgm:spPr/>
    </dgm:pt>
    <dgm:pt modelId="{6E53F5AD-63C6-457B-AEF2-ABF73D4F68BF}" type="pres">
      <dgm:prSet presAssocID="{2B04C20F-37FE-400E-B36D-7A5F7268B874}" presName="hierChild2" presStyleCnt="0"/>
      <dgm:spPr/>
    </dgm:pt>
    <dgm:pt modelId="{0978AEB1-3142-476E-AFC5-53B86C55DC37}" type="pres">
      <dgm:prSet presAssocID="{A7B9AF46-CBFB-4BDF-ABAD-042E216A4EA6}" presName="hierRoot1" presStyleCnt="0"/>
      <dgm:spPr/>
    </dgm:pt>
    <dgm:pt modelId="{737DD210-2806-45AD-B968-F72C4C8A904F}" type="pres">
      <dgm:prSet presAssocID="{A7B9AF46-CBFB-4BDF-ABAD-042E216A4EA6}" presName="composite" presStyleCnt="0"/>
      <dgm:spPr/>
    </dgm:pt>
    <dgm:pt modelId="{E8A3397A-7604-4840-9740-DD88B0D6E7D0}" type="pres">
      <dgm:prSet presAssocID="{A7B9AF46-CBFB-4BDF-ABAD-042E216A4EA6}" presName="background" presStyleLbl="node0" presStyleIdx="3" presStyleCnt="4"/>
      <dgm:spPr/>
    </dgm:pt>
    <dgm:pt modelId="{03152E46-9732-48FB-8E2C-9DD5FC057E27}" type="pres">
      <dgm:prSet presAssocID="{A7B9AF46-CBFB-4BDF-ABAD-042E216A4EA6}" presName="text" presStyleLbl="fgAcc0" presStyleIdx="3" presStyleCnt="4">
        <dgm:presLayoutVars>
          <dgm:chPref val="3"/>
        </dgm:presLayoutVars>
      </dgm:prSet>
      <dgm:spPr/>
    </dgm:pt>
    <dgm:pt modelId="{D68569B5-6914-48EE-9B2A-F31DE3B8169E}" type="pres">
      <dgm:prSet presAssocID="{A7B9AF46-CBFB-4BDF-ABAD-042E216A4EA6}" presName="hierChild2" presStyleCnt="0"/>
      <dgm:spPr/>
    </dgm:pt>
  </dgm:ptLst>
  <dgm:cxnLst>
    <dgm:cxn modelId="{F7F91B04-64CF-42B3-A16F-B9DB5A12F2D6}" type="presOf" srcId="{722C9915-7598-4AED-95EB-29EAF57A5927}" destId="{647B264A-09DF-4CBA-B5E4-3C1074F01A32}" srcOrd="0" destOrd="0" presId="urn:microsoft.com/office/officeart/2005/8/layout/hierarchy1"/>
    <dgm:cxn modelId="{3D54342C-34A6-45BE-8BFB-B8CC12660F35}" type="presOf" srcId="{233AA5E8-643B-4908-A2C6-5D93131C0ABC}" destId="{433EBBF4-0529-49B6-9D30-BE7B6117651C}" srcOrd="0" destOrd="0" presId="urn:microsoft.com/office/officeart/2005/8/layout/hierarchy1"/>
    <dgm:cxn modelId="{1B9C295B-F47B-4AFF-AB1C-DECAE021D2AD}" type="presOf" srcId="{2B04C20F-37FE-400E-B36D-7A5F7268B874}" destId="{5D68E1AC-F1E7-4733-AAFE-9FA09E50E3E3}" srcOrd="0" destOrd="0" presId="urn:microsoft.com/office/officeart/2005/8/layout/hierarchy1"/>
    <dgm:cxn modelId="{1D9E0257-A2E7-40D3-B193-2F729916D33A}" type="presOf" srcId="{FF343BFB-105F-41DF-B9CA-C81C52B1A05D}" destId="{CD4040FE-9B8B-496B-9B55-334FF0300B41}" srcOrd="0" destOrd="0" presId="urn:microsoft.com/office/officeart/2005/8/layout/hierarchy1"/>
    <dgm:cxn modelId="{0F5BEE9E-7D23-4293-BD09-DD67B92ECAEC}" srcId="{FF343BFB-105F-41DF-B9CA-C81C52B1A05D}" destId="{233AA5E8-643B-4908-A2C6-5D93131C0ABC}" srcOrd="1" destOrd="0" parTransId="{133447D8-D6BF-42B5-A889-0C82A35D1B23}" sibTransId="{23EA7437-1DEB-4FD5-AA64-424DD6C06C17}"/>
    <dgm:cxn modelId="{2855F7A1-B9CD-48C3-A472-5580100AF7A0}" srcId="{FF343BFB-105F-41DF-B9CA-C81C52B1A05D}" destId="{A7B9AF46-CBFB-4BDF-ABAD-042E216A4EA6}" srcOrd="3" destOrd="0" parTransId="{ACA55EBD-8D26-4662-96F9-CCE382A80119}" sibTransId="{040F37DB-794C-4F27-B5E3-E22F80B6754B}"/>
    <dgm:cxn modelId="{BC92C2A3-78BB-44B1-9D38-6857042607E7}" type="presOf" srcId="{A7B9AF46-CBFB-4BDF-ABAD-042E216A4EA6}" destId="{03152E46-9732-48FB-8E2C-9DD5FC057E27}" srcOrd="0" destOrd="0" presId="urn:microsoft.com/office/officeart/2005/8/layout/hierarchy1"/>
    <dgm:cxn modelId="{CC7001E6-4466-47C6-9EB2-F83B22E316D2}" srcId="{FF343BFB-105F-41DF-B9CA-C81C52B1A05D}" destId="{2B04C20F-37FE-400E-B36D-7A5F7268B874}" srcOrd="2" destOrd="0" parTransId="{9AE7F3E6-D166-4E8C-9148-4C39716C1174}" sibTransId="{F94A48B5-7710-4EB0-A049-CF6CC2786C75}"/>
    <dgm:cxn modelId="{94CB74F4-6FC5-4B0E-80A3-3D7727CC723A}" srcId="{FF343BFB-105F-41DF-B9CA-C81C52B1A05D}" destId="{722C9915-7598-4AED-95EB-29EAF57A5927}" srcOrd="0" destOrd="0" parTransId="{91E5F135-6E1F-4554-BB18-9D131F1E981C}" sibTransId="{CF348A1E-CA34-41FF-90CF-75B5BBF62CF5}"/>
    <dgm:cxn modelId="{4C7D48F0-87CB-4048-A392-3AF466B17CA0}" type="presParOf" srcId="{CD4040FE-9B8B-496B-9B55-334FF0300B41}" destId="{3926469F-B840-44C2-B2CA-B740EFB1497C}" srcOrd="0" destOrd="0" presId="urn:microsoft.com/office/officeart/2005/8/layout/hierarchy1"/>
    <dgm:cxn modelId="{AAF83B67-FB36-4799-9C20-E3A3E4A603D4}" type="presParOf" srcId="{3926469F-B840-44C2-B2CA-B740EFB1497C}" destId="{B9C87B35-F49B-47F0-8500-2328D0803409}" srcOrd="0" destOrd="0" presId="urn:microsoft.com/office/officeart/2005/8/layout/hierarchy1"/>
    <dgm:cxn modelId="{DBF90E31-0207-41BD-9464-8B759B0D4CD6}" type="presParOf" srcId="{B9C87B35-F49B-47F0-8500-2328D0803409}" destId="{2D13F011-06C6-487F-82FA-9577A76C9D35}" srcOrd="0" destOrd="0" presId="urn:microsoft.com/office/officeart/2005/8/layout/hierarchy1"/>
    <dgm:cxn modelId="{4D819298-11C8-476D-82D6-C1EEEE3297DE}" type="presParOf" srcId="{B9C87B35-F49B-47F0-8500-2328D0803409}" destId="{647B264A-09DF-4CBA-B5E4-3C1074F01A32}" srcOrd="1" destOrd="0" presId="urn:microsoft.com/office/officeart/2005/8/layout/hierarchy1"/>
    <dgm:cxn modelId="{873C216E-4390-4798-A649-3F38E53CF6A1}" type="presParOf" srcId="{3926469F-B840-44C2-B2CA-B740EFB1497C}" destId="{6A37EFDB-D948-49A3-B3DF-8E916237D326}" srcOrd="1" destOrd="0" presId="urn:microsoft.com/office/officeart/2005/8/layout/hierarchy1"/>
    <dgm:cxn modelId="{4089426D-9876-40CC-B3B4-339662807039}" type="presParOf" srcId="{CD4040FE-9B8B-496B-9B55-334FF0300B41}" destId="{CE0A6196-2E6F-4A3A-94F0-B207348C7576}" srcOrd="1" destOrd="0" presId="urn:microsoft.com/office/officeart/2005/8/layout/hierarchy1"/>
    <dgm:cxn modelId="{D77FB79D-D43C-4EBC-A7BA-D58D3F9AAA9D}" type="presParOf" srcId="{CE0A6196-2E6F-4A3A-94F0-B207348C7576}" destId="{027A1263-2920-4751-9094-1ADBBF8950B3}" srcOrd="0" destOrd="0" presId="urn:microsoft.com/office/officeart/2005/8/layout/hierarchy1"/>
    <dgm:cxn modelId="{8BF730DD-86AF-4DB2-881A-94CB1E3673E6}" type="presParOf" srcId="{027A1263-2920-4751-9094-1ADBBF8950B3}" destId="{945AAB8D-7600-4B8D-94A7-281D23DE2ABE}" srcOrd="0" destOrd="0" presId="urn:microsoft.com/office/officeart/2005/8/layout/hierarchy1"/>
    <dgm:cxn modelId="{ADE615F2-8CAD-4309-9142-AA1E9A82F091}" type="presParOf" srcId="{027A1263-2920-4751-9094-1ADBBF8950B3}" destId="{433EBBF4-0529-49B6-9D30-BE7B6117651C}" srcOrd="1" destOrd="0" presId="urn:microsoft.com/office/officeart/2005/8/layout/hierarchy1"/>
    <dgm:cxn modelId="{00655768-A667-43A0-9C3B-E5EFDC9CDE18}" type="presParOf" srcId="{CE0A6196-2E6F-4A3A-94F0-B207348C7576}" destId="{BE2B50F4-EBC8-4009-B651-16402ACAEFB8}" srcOrd="1" destOrd="0" presId="urn:microsoft.com/office/officeart/2005/8/layout/hierarchy1"/>
    <dgm:cxn modelId="{010D5354-4F3D-4496-B488-64F14BD74501}" type="presParOf" srcId="{CD4040FE-9B8B-496B-9B55-334FF0300B41}" destId="{65026709-5C52-4586-BEC8-28F61491F4D0}" srcOrd="2" destOrd="0" presId="urn:microsoft.com/office/officeart/2005/8/layout/hierarchy1"/>
    <dgm:cxn modelId="{F5CAE435-5DC6-4F1D-A8AD-4BA9F8D7654A}" type="presParOf" srcId="{65026709-5C52-4586-BEC8-28F61491F4D0}" destId="{696994E1-C1DA-4B34-A92A-1954EDD825B8}" srcOrd="0" destOrd="0" presId="urn:microsoft.com/office/officeart/2005/8/layout/hierarchy1"/>
    <dgm:cxn modelId="{09D3C702-F94C-43A5-88BB-2D201D077F0B}" type="presParOf" srcId="{696994E1-C1DA-4B34-A92A-1954EDD825B8}" destId="{AD4D80A6-50BD-441D-9EB4-05F34EA967CD}" srcOrd="0" destOrd="0" presId="urn:microsoft.com/office/officeart/2005/8/layout/hierarchy1"/>
    <dgm:cxn modelId="{50221CEB-A5D0-48B6-939E-9D83F49DD0B7}" type="presParOf" srcId="{696994E1-C1DA-4B34-A92A-1954EDD825B8}" destId="{5D68E1AC-F1E7-4733-AAFE-9FA09E50E3E3}" srcOrd="1" destOrd="0" presId="urn:microsoft.com/office/officeart/2005/8/layout/hierarchy1"/>
    <dgm:cxn modelId="{DCABF0E4-A985-4178-8ECF-45BB58ECAE02}" type="presParOf" srcId="{65026709-5C52-4586-BEC8-28F61491F4D0}" destId="{6E53F5AD-63C6-457B-AEF2-ABF73D4F68BF}" srcOrd="1" destOrd="0" presId="urn:microsoft.com/office/officeart/2005/8/layout/hierarchy1"/>
    <dgm:cxn modelId="{91F99E02-94AB-4402-B97F-09B65CAD4802}" type="presParOf" srcId="{CD4040FE-9B8B-496B-9B55-334FF0300B41}" destId="{0978AEB1-3142-476E-AFC5-53B86C55DC37}" srcOrd="3" destOrd="0" presId="urn:microsoft.com/office/officeart/2005/8/layout/hierarchy1"/>
    <dgm:cxn modelId="{011B272F-03D9-4CBC-BCFA-C4F8A9A29156}" type="presParOf" srcId="{0978AEB1-3142-476E-AFC5-53B86C55DC37}" destId="{737DD210-2806-45AD-B968-F72C4C8A904F}" srcOrd="0" destOrd="0" presId="urn:microsoft.com/office/officeart/2005/8/layout/hierarchy1"/>
    <dgm:cxn modelId="{672B1FF1-5DCC-408C-857E-1DC94DA2DCBA}" type="presParOf" srcId="{737DD210-2806-45AD-B968-F72C4C8A904F}" destId="{E8A3397A-7604-4840-9740-DD88B0D6E7D0}" srcOrd="0" destOrd="0" presId="urn:microsoft.com/office/officeart/2005/8/layout/hierarchy1"/>
    <dgm:cxn modelId="{EB19DA11-D5E0-4385-8156-CE2F44AE0E63}" type="presParOf" srcId="{737DD210-2806-45AD-B968-F72C4C8A904F}" destId="{03152E46-9732-48FB-8E2C-9DD5FC057E27}" srcOrd="1" destOrd="0" presId="urn:microsoft.com/office/officeart/2005/8/layout/hierarchy1"/>
    <dgm:cxn modelId="{D0F13C21-47D2-411C-BBBD-D30CD87011FF}" type="presParOf" srcId="{0978AEB1-3142-476E-AFC5-53B86C55DC37}" destId="{D68569B5-6914-48EE-9B2A-F31DE3B8169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100D36-2E81-438E-8468-429B264E675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971BD6-C14F-4C8D-9BBE-B1BCFFE7463D}">
      <dgm:prSet/>
      <dgm:spPr/>
      <dgm:t>
        <a:bodyPr/>
        <a:lstStyle/>
        <a:p>
          <a:r>
            <a:rPr lang="en-DE"/>
            <a:t>Jegyzet a diákhoz</a:t>
          </a:r>
          <a:endParaRPr lang="en-US"/>
        </a:p>
      </dgm:t>
    </dgm:pt>
    <dgm:pt modelId="{5EBBC862-E9A9-4A6F-A2B1-C1B4FD830751}" type="parTrans" cxnId="{6D722725-9746-4E50-AB5E-AF23EB1E535A}">
      <dgm:prSet/>
      <dgm:spPr/>
      <dgm:t>
        <a:bodyPr/>
        <a:lstStyle/>
        <a:p>
          <a:endParaRPr lang="en-US"/>
        </a:p>
      </dgm:t>
    </dgm:pt>
    <dgm:pt modelId="{C55A4746-1CDF-4E9D-AC53-6CBCA4A053F9}" type="sibTrans" cxnId="{6D722725-9746-4E50-AB5E-AF23EB1E535A}">
      <dgm:prSet/>
      <dgm:spPr/>
      <dgm:t>
        <a:bodyPr/>
        <a:lstStyle/>
        <a:p>
          <a:endParaRPr lang="en-US"/>
        </a:p>
      </dgm:t>
    </dgm:pt>
    <dgm:pt modelId="{4BE04944-88C9-4D51-939A-8F32C65F5CD8}">
      <dgm:prSet/>
      <dgm:spPr/>
      <dgm:t>
        <a:bodyPr/>
        <a:lstStyle/>
        <a:p>
          <a:r>
            <a:rPr lang="en-DE"/>
            <a:t>Gyakorlás időméréssel</a:t>
          </a:r>
          <a:endParaRPr lang="en-US"/>
        </a:p>
      </dgm:t>
    </dgm:pt>
    <dgm:pt modelId="{D365098F-937F-43BE-9E32-2A0C376990F9}" type="parTrans" cxnId="{39FEFD9D-3D6D-4134-830B-2CE21DA8969E}">
      <dgm:prSet/>
      <dgm:spPr/>
      <dgm:t>
        <a:bodyPr/>
        <a:lstStyle/>
        <a:p>
          <a:endParaRPr lang="en-US"/>
        </a:p>
      </dgm:t>
    </dgm:pt>
    <dgm:pt modelId="{08BCE3E3-3BD8-472E-9F03-CCB68D029B9F}" type="sibTrans" cxnId="{39FEFD9D-3D6D-4134-830B-2CE21DA8969E}">
      <dgm:prSet/>
      <dgm:spPr/>
      <dgm:t>
        <a:bodyPr/>
        <a:lstStyle/>
        <a:p>
          <a:endParaRPr lang="en-US"/>
        </a:p>
      </dgm:t>
    </dgm:pt>
    <dgm:pt modelId="{34A3620B-EFB5-42E6-A8DD-DDC44860C945}">
      <dgm:prSet/>
      <dgm:spPr/>
      <dgm:t>
        <a:bodyPr/>
        <a:lstStyle/>
        <a:p>
          <a:r>
            <a:rPr lang="en-DE"/>
            <a:t>Hangos próba</a:t>
          </a:r>
          <a:endParaRPr lang="en-US"/>
        </a:p>
      </dgm:t>
    </dgm:pt>
    <dgm:pt modelId="{E343909C-69C6-454D-BD44-733264759DCD}" type="parTrans" cxnId="{C1050884-ED4A-43E6-9987-803911A78C4C}">
      <dgm:prSet/>
      <dgm:spPr/>
      <dgm:t>
        <a:bodyPr/>
        <a:lstStyle/>
        <a:p>
          <a:endParaRPr lang="en-US"/>
        </a:p>
      </dgm:t>
    </dgm:pt>
    <dgm:pt modelId="{9B80EEA2-8C05-4FCF-B6B2-AB312C0C086E}" type="sibTrans" cxnId="{C1050884-ED4A-43E6-9987-803911A78C4C}">
      <dgm:prSet/>
      <dgm:spPr/>
      <dgm:t>
        <a:bodyPr/>
        <a:lstStyle/>
        <a:p>
          <a:endParaRPr lang="en-US"/>
        </a:p>
      </dgm:t>
    </dgm:pt>
    <dgm:pt modelId="{AAF8C9EA-6905-4163-8AF9-FB02339C3190}" type="pres">
      <dgm:prSet presAssocID="{0E100D36-2E81-438E-8468-429B264E67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BAB3B7-B8E1-4E65-BD0C-0955496CECEE}" type="pres">
      <dgm:prSet presAssocID="{57971BD6-C14F-4C8D-9BBE-B1BCFFE7463D}" presName="hierRoot1" presStyleCnt="0"/>
      <dgm:spPr/>
    </dgm:pt>
    <dgm:pt modelId="{4907EAB8-8384-4507-84A9-A022BC73BBD9}" type="pres">
      <dgm:prSet presAssocID="{57971BD6-C14F-4C8D-9BBE-B1BCFFE7463D}" presName="composite" presStyleCnt="0"/>
      <dgm:spPr/>
    </dgm:pt>
    <dgm:pt modelId="{6F6A1AE9-8ABA-44B4-9C7E-5F724033BC55}" type="pres">
      <dgm:prSet presAssocID="{57971BD6-C14F-4C8D-9BBE-B1BCFFE7463D}" presName="background" presStyleLbl="node0" presStyleIdx="0" presStyleCnt="3"/>
      <dgm:spPr/>
    </dgm:pt>
    <dgm:pt modelId="{AFAB57F6-3E5D-43C1-AFF9-F3111C699B3C}" type="pres">
      <dgm:prSet presAssocID="{57971BD6-C14F-4C8D-9BBE-B1BCFFE7463D}" presName="text" presStyleLbl="fgAcc0" presStyleIdx="0" presStyleCnt="3">
        <dgm:presLayoutVars>
          <dgm:chPref val="3"/>
        </dgm:presLayoutVars>
      </dgm:prSet>
      <dgm:spPr/>
    </dgm:pt>
    <dgm:pt modelId="{37523CFD-1797-4864-BCC1-49E3139902EA}" type="pres">
      <dgm:prSet presAssocID="{57971BD6-C14F-4C8D-9BBE-B1BCFFE7463D}" presName="hierChild2" presStyleCnt="0"/>
      <dgm:spPr/>
    </dgm:pt>
    <dgm:pt modelId="{B5C03A76-E2D2-4218-AB7E-2DF372DA048C}" type="pres">
      <dgm:prSet presAssocID="{4BE04944-88C9-4D51-939A-8F32C65F5CD8}" presName="hierRoot1" presStyleCnt="0"/>
      <dgm:spPr/>
    </dgm:pt>
    <dgm:pt modelId="{BC545526-AA5D-4F2D-AF4F-ED3B9E76ABEB}" type="pres">
      <dgm:prSet presAssocID="{4BE04944-88C9-4D51-939A-8F32C65F5CD8}" presName="composite" presStyleCnt="0"/>
      <dgm:spPr/>
    </dgm:pt>
    <dgm:pt modelId="{6B4DC491-9BAA-447D-BA5B-93504AD691CA}" type="pres">
      <dgm:prSet presAssocID="{4BE04944-88C9-4D51-939A-8F32C65F5CD8}" presName="background" presStyleLbl="node0" presStyleIdx="1" presStyleCnt="3"/>
      <dgm:spPr/>
    </dgm:pt>
    <dgm:pt modelId="{A84FEE3A-1015-4B34-B684-7150E0B02947}" type="pres">
      <dgm:prSet presAssocID="{4BE04944-88C9-4D51-939A-8F32C65F5CD8}" presName="text" presStyleLbl="fgAcc0" presStyleIdx="1" presStyleCnt="3">
        <dgm:presLayoutVars>
          <dgm:chPref val="3"/>
        </dgm:presLayoutVars>
      </dgm:prSet>
      <dgm:spPr/>
    </dgm:pt>
    <dgm:pt modelId="{59EE8706-F224-4C56-B727-7FA9D28B5E8E}" type="pres">
      <dgm:prSet presAssocID="{4BE04944-88C9-4D51-939A-8F32C65F5CD8}" presName="hierChild2" presStyleCnt="0"/>
      <dgm:spPr/>
    </dgm:pt>
    <dgm:pt modelId="{F59909A9-0F6B-4908-97C2-A4B586B15FB7}" type="pres">
      <dgm:prSet presAssocID="{34A3620B-EFB5-42E6-A8DD-DDC44860C945}" presName="hierRoot1" presStyleCnt="0"/>
      <dgm:spPr/>
    </dgm:pt>
    <dgm:pt modelId="{3A2FD56B-1060-4021-8C21-976478A6C8FC}" type="pres">
      <dgm:prSet presAssocID="{34A3620B-EFB5-42E6-A8DD-DDC44860C945}" presName="composite" presStyleCnt="0"/>
      <dgm:spPr/>
    </dgm:pt>
    <dgm:pt modelId="{5002DDE1-2EEB-49FF-800E-0DE49AD79EF6}" type="pres">
      <dgm:prSet presAssocID="{34A3620B-EFB5-42E6-A8DD-DDC44860C945}" presName="background" presStyleLbl="node0" presStyleIdx="2" presStyleCnt="3"/>
      <dgm:spPr/>
    </dgm:pt>
    <dgm:pt modelId="{4E49A80A-06A9-4FA1-A9C2-53049E326825}" type="pres">
      <dgm:prSet presAssocID="{34A3620B-EFB5-42E6-A8DD-DDC44860C945}" presName="text" presStyleLbl="fgAcc0" presStyleIdx="2" presStyleCnt="3">
        <dgm:presLayoutVars>
          <dgm:chPref val="3"/>
        </dgm:presLayoutVars>
      </dgm:prSet>
      <dgm:spPr/>
    </dgm:pt>
    <dgm:pt modelId="{A1571BB2-E082-41C7-98DC-78324D369EBE}" type="pres">
      <dgm:prSet presAssocID="{34A3620B-EFB5-42E6-A8DD-DDC44860C945}" presName="hierChild2" presStyleCnt="0"/>
      <dgm:spPr/>
    </dgm:pt>
  </dgm:ptLst>
  <dgm:cxnLst>
    <dgm:cxn modelId="{3B80271F-68C2-4BE0-969E-D8BF1272A6E1}" type="presOf" srcId="{4BE04944-88C9-4D51-939A-8F32C65F5CD8}" destId="{A84FEE3A-1015-4B34-B684-7150E0B02947}" srcOrd="0" destOrd="0" presId="urn:microsoft.com/office/officeart/2005/8/layout/hierarchy1"/>
    <dgm:cxn modelId="{6D722725-9746-4E50-AB5E-AF23EB1E535A}" srcId="{0E100D36-2E81-438E-8468-429B264E6756}" destId="{57971BD6-C14F-4C8D-9BBE-B1BCFFE7463D}" srcOrd="0" destOrd="0" parTransId="{5EBBC862-E9A9-4A6F-A2B1-C1B4FD830751}" sibTransId="{C55A4746-1CDF-4E9D-AC53-6CBCA4A053F9}"/>
    <dgm:cxn modelId="{36398D55-D3B8-4DCA-9B10-D2D8EF5C8A63}" type="presOf" srcId="{57971BD6-C14F-4C8D-9BBE-B1BCFFE7463D}" destId="{AFAB57F6-3E5D-43C1-AFF9-F3111C699B3C}" srcOrd="0" destOrd="0" presId="urn:microsoft.com/office/officeart/2005/8/layout/hierarchy1"/>
    <dgm:cxn modelId="{C1050884-ED4A-43E6-9987-803911A78C4C}" srcId="{0E100D36-2E81-438E-8468-429B264E6756}" destId="{34A3620B-EFB5-42E6-A8DD-DDC44860C945}" srcOrd="2" destOrd="0" parTransId="{E343909C-69C6-454D-BD44-733264759DCD}" sibTransId="{9B80EEA2-8C05-4FCF-B6B2-AB312C0C086E}"/>
    <dgm:cxn modelId="{BDF46696-7B01-4399-9503-E90535770F7D}" type="presOf" srcId="{34A3620B-EFB5-42E6-A8DD-DDC44860C945}" destId="{4E49A80A-06A9-4FA1-A9C2-53049E326825}" srcOrd="0" destOrd="0" presId="urn:microsoft.com/office/officeart/2005/8/layout/hierarchy1"/>
    <dgm:cxn modelId="{39FEFD9D-3D6D-4134-830B-2CE21DA8969E}" srcId="{0E100D36-2E81-438E-8468-429B264E6756}" destId="{4BE04944-88C9-4D51-939A-8F32C65F5CD8}" srcOrd="1" destOrd="0" parTransId="{D365098F-937F-43BE-9E32-2A0C376990F9}" sibTransId="{08BCE3E3-3BD8-472E-9F03-CCB68D029B9F}"/>
    <dgm:cxn modelId="{F56001E1-9612-41A3-96F9-93D41E8E3C0E}" type="presOf" srcId="{0E100D36-2E81-438E-8468-429B264E6756}" destId="{AAF8C9EA-6905-4163-8AF9-FB02339C3190}" srcOrd="0" destOrd="0" presId="urn:microsoft.com/office/officeart/2005/8/layout/hierarchy1"/>
    <dgm:cxn modelId="{D2F568FF-5063-47E5-909B-408507FCB42D}" type="presParOf" srcId="{AAF8C9EA-6905-4163-8AF9-FB02339C3190}" destId="{CFBAB3B7-B8E1-4E65-BD0C-0955496CECEE}" srcOrd="0" destOrd="0" presId="urn:microsoft.com/office/officeart/2005/8/layout/hierarchy1"/>
    <dgm:cxn modelId="{4B806317-4E6A-4DAA-AAEB-C44E0BBBA40F}" type="presParOf" srcId="{CFBAB3B7-B8E1-4E65-BD0C-0955496CECEE}" destId="{4907EAB8-8384-4507-84A9-A022BC73BBD9}" srcOrd="0" destOrd="0" presId="urn:microsoft.com/office/officeart/2005/8/layout/hierarchy1"/>
    <dgm:cxn modelId="{7CBC1657-B854-4C98-BB2D-E1F9C752BFC5}" type="presParOf" srcId="{4907EAB8-8384-4507-84A9-A022BC73BBD9}" destId="{6F6A1AE9-8ABA-44B4-9C7E-5F724033BC55}" srcOrd="0" destOrd="0" presId="urn:microsoft.com/office/officeart/2005/8/layout/hierarchy1"/>
    <dgm:cxn modelId="{229E2595-3CBC-4218-A69A-61A11E1A08D3}" type="presParOf" srcId="{4907EAB8-8384-4507-84A9-A022BC73BBD9}" destId="{AFAB57F6-3E5D-43C1-AFF9-F3111C699B3C}" srcOrd="1" destOrd="0" presId="urn:microsoft.com/office/officeart/2005/8/layout/hierarchy1"/>
    <dgm:cxn modelId="{8770F8CE-3BF5-403C-A10C-4AF9E90BC238}" type="presParOf" srcId="{CFBAB3B7-B8E1-4E65-BD0C-0955496CECEE}" destId="{37523CFD-1797-4864-BCC1-49E3139902EA}" srcOrd="1" destOrd="0" presId="urn:microsoft.com/office/officeart/2005/8/layout/hierarchy1"/>
    <dgm:cxn modelId="{58DAC722-0DF9-4D67-9CEA-729FACE9AE3F}" type="presParOf" srcId="{AAF8C9EA-6905-4163-8AF9-FB02339C3190}" destId="{B5C03A76-E2D2-4218-AB7E-2DF372DA048C}" srcOrd="1" destOrd="0" presId="urn:microsoft.com/office/officeart/2005/8/layout/hierarchy1"/>
    <dgm:cxn modelId="{4671D94C-381D-45B8-8449-39C3468DB15E}" type="presParOf" srcId="{B5C03A76-E2D2-4218-AB7E-2DF372DA048C}" destId="{BC545526-AA5D-4F2D-AF4F-ED3B9E76ABEB}" srcOrd="0" destOrd="0" presId="urn:microsoft.com/office/officeart/2005/8/layout/hierarchy1"/>
    <dgm:cxn modelId="{F04B66FB-4829-4491-AF02-2B6DC958B0D0}" type="presParOf" srcId="{BC545526-AA5D-4F2D-AF4F-ED3B9E76ABEB}" destId="{6B4DC491-9BAA-447D-BA5B-93504AD691CA}" srcOrd="0" destOrd="0" presId="urn:microsoft.com/office/officeart/2005/8/layout/hierarchy1"/>
    <dgm:cxn modelId="{6F49201E-5FD8-4D31-A0DD-FAAA0499825C}" type="presParOf" srcId="{BC545526-AA5D-4F2D-AF4F-ED3B9E76ABEB}" destId="{A84FEE3A-1015-4B34-B684-7150E0B02947}" srcOrd="1" destOrd="0" presId="urn:microsoft.com/office/officeart/2005/8/layout/hierarchy1"/>
    <dgm:cxn modelId="{71FA8936-49EB-497A-AEA0-984E8359B99E}" type="presParOf" srcId="{B5C03A76-E2D2-4218-AB7E-2DF372DA048C}" destId="{59EE8706-F224-4C56-B727-7FA9D28B5E8E}" srcOrd="1" destOrd="0" presId="urn:microsoft.com/office/officeart/2005/8/layout/hierarchy1"/>
    <dgm:cxn modelId="{33AE9687-80DF-45A6-9151-121A2E4EAD0D}" type="presParOf" srcId="{AAF8C9EA-6905-4163-8AF9-FB02339C3190}" destId="{F59909A9-0F6B-4908-97C2-A4B586B15FB7}" srcOrd="2" destOrd="0" presId="urn:microsoft.com/office/officeart/2005/8/layout/hierarchy1"/>
    <dgm:cxn modelId="{B7846783-1EF5-422C-A720-D2AC403C2D6F}" type="presParOf" srcId="{F59909A9-0F6B-4908-97C2-A4B586B15FB7}" destId="{3A2FD56B-1060-4021-8C21-976478A6C8FC}" srcOrd="0" destOrd="0" presId="urn:microsoft.com/office/officeart/2005/8/layout/hierarchy1"/>
    <dgm:cxn modelId="{1A488316-B630-4EE1-9BC1-6115FBD4F1AC}" type="presParOf" srcId="{3A2FD56B-1060-4021-8C21-976478A6C8FC}" destId="{5002DDE1-2EEB-49FF-800E-0DE49AD79EF6}" srcOrd="0" destOrd="0" presId="urn:microsoft.com/office/officeart/2005/8/layout/hierarchy1"/>
    <dgm:cxn modelId="{BA90A628-39FA-4342-8DEA-AB8AEF3621E1}" type="presParOf" srcId="{3A2FD56B-1060-4021-8C21-976478A6C8FC}" destId="{4E49A80A-06A9-4FA1-A9C2-53049E326825}" srcOrd="1" destOrd="0" presId="urn:microsoft.com/office/officeart/2005/8/layout/hierarchy1"/>
    <dgm:cxn modelId="{52715BAE-98D8-461B-9AF9-B88905B4BBFD}" type="presParOf" srcId="{F59909A9-0F6B-4908-97C2-A4B586B15FB7}" destId="{A1571BB2-E082-41C7-98DC-78324D369EB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61789-EB70-41DE-9A8F-10EE3001EC74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B7F5C-678F-4E8D-BC35-29DD7A7931EF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 dirty="0" err="1"/>
            <a:t>Átlátható</a:t>
          </a:r>
          <a:r>
            <a:rPr lang="en-DE" sz="2400" kern="1200" dirty="0"/>
            <a:t> </a:t>
          </a:r>
          <a:r>
            <a:rPr lang="en-DE" sz="2400" kern="1200" dirty="0" err="1"/>
            <a:t>előadás</a:t>
          </a:r>
          <a:endParaRPr lang="en-US" sz="2400" kern="1200" dirty="0"/>
        </a:p>
      </dsp:txBody>
      <dsp:txXfrm>
        <a:off x="299702" y="1282093"/>
        <a:ext cx="2200851" cy="1366505"/>
      </dsp:txXfrm>
    </dsp:sp>
    <dsp:sp modelId="{3350119E-3D85-40B0-9DAD-62FF4EEA731C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999BB-EDC8-4C80-9801-53DAB2015CDD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Felkészülés könnyítése</a:t>
          </a:r>
          <a:endParaRPr lang="en-US" sz="2400" kern="1200"/>
        </a:p>
      </dsp:txBody>
      <dsp:txXfrm>
        <a:off x="3093555" y="1282093"/>
        <a:ext cx="2200851" cy="1366505"/>
      </dsp:txXfrm>
    </dsp:sp>
    <dsp:sp modelId="{63057EF8-F79E-4764-BDC8-BF171E5AC73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4CFB9-8E7F-46FB-97D1-FD7EAB91503A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Lámpaláz csökkentése</a:t>
          </a:r>
          <a:endParaRPr lang="en-US" sz="2400" kern="1200"/>
        </a:p>
      </dsp:txBody>
      <dsp:txXfrm>
        <a:off x="5887408" y="1282093"/>
        <a:ext cx="2200851" cy="1366505"/>
      </dsp:txXfrm>
    </dsp:sp>
    <dsp:sp modelId="{FD0737EA-3EEA-45CA-9191-6AFB1A711C40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F290F-2801-415A-80A3-9AAE70323D43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kern="1200"/>
            <a:t>Időtakarítás szerkesztéskor</a:t>
          </a:r>
          <a:endParaRPr lang="en-US" sz="24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174C8-E3A2-459A-B64B-07C21987940F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13DE0-B9A4-47BA-8C35-D41A6924591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900" kern="1200"/>
            <a:t>“Mi az előadás célja?”</a:t>
          </a:r>
          <a:endParaRPr lang="en-US" sz="2900" kern="1200"/>
        </a:p>
      </dsp:txBody>
      <dsp:txXfrm>
        <a:off x="398656" y="1088253"/>
        <a:ext cx="2959127" cy="1837317"/>
      </dsp:txXfrm>
    </dsp:sp>
    <dsp:sp modelId="{AF3D2E5D-0871-4205-A6B3-0EC303C78493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3E62E-364E-4E64-8AF7-CB17D617881A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900" kern="1200"/>
            <a:t>“Kik hallgatják a prezentációt?”</a:t>
          </a:r>
          <a:endParaRPr lang="en-US" sz="2900" kern="1200"/>
        </a:p>
      </dsp:txBody>
      <dsp:txXfrm>
        <a:off x="4155097" y="1088253"/>
        <a:ext cx="2959127" cy="1837317"/>
      </dsp:txXfrm>
    </dsp:sp>
    <dsp:sp modelId="{6DDD5378-C72E-4EB8-AB57-EF883772C590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39FE1-F92C-484D-B336-A60F9B92768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900" kern="1200"/>
            <a:t>Alap elvárások megfogalmazása</a:t>
          </a:r>
          <a:endParaRPr lang="en-US" sz="2900" kern="1200"/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8098E-AE42-4F34-BC9A-8B5A5942A6FD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F4B2B-9868-4D53-80EC-2EA4211D6873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Bevezetés, tárgyalás, lezárás</a:t>
          </a:r>
          <a:endParaRPr lang="en-US" sz="2700" kern="1200"/>
        </a:p>
      </dsp:txBody>
      <dsp:txXfrm>
        <a:off x="299702" y="1282093"/>
        <a:ext cx="2200851" cy="1366505"/>
      </dsp:txXfrm>
    </dsp:sp>
    <dsp:sp modelId="{0927193A-B321-4F53-A181-73373D140FD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65DD9-35A1-4941-BDD1-6B59BF83A83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Logikus sorrend</a:t>
          </a:r>
          <a:endParaRPr lang="en-US" sz="2700" kern="1200"/>
        </a:p>
      </dsp:txBody>
      <dsp:txXfrm>
        <a:off x="3093555" y="1282093"/>
        <a:ext cx="2200851" cy="1366505"/>
      </dsp:txXfrm>
    </dsp:sp>
    <dsp:sp modelId="{41B4F0DE-B196-43BC-8658-EAF28C0EDA3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492B1-3C53-48D2-8351-C1437B353932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Fő pontok kiemelése</a:t>
          </a:r>
          <a:endParaRPr lang="en-US" sz="2700" kern="1200"/>
        </a:p>
      </dsp:txBody>
      <dsp:txXfrm>
        <a:off x="5887408" y="1282093"/>
        <a:ext cx="2200851" cy="1366505"/>
      </dsp:txXfrm>
    </dsp:sp>
    <dsp:sp modelId="{BDA9C42A-9FF0-4F17-A3C7-2590DEA8C36A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02EBA-1D18-4BCE-A0F2-50A69661E84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Felesleges információk kihagyása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3F011-06C6-487F-82FA-9577A76C9D3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B264A-09DF-4CBA-B5E4-3C1074F01A32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Rövid, lényegre törő szöveg</a:t>
          </a:r>
          <a:endParaRPr lang="en-US" sz="2700" kern="1200"/>
        </a:p>
      </dsp:txBody>
      <dsp:txXfrm>
        <a:off x="299702" y="1282093"/>
        <a:ext cx="2200851" cy="1366505"/>
      </dsp:txXfrm>
    </dsp:sp>
    <dsp:sp modelId="{945AAB8D-7600-4B8D-94A7-281D23DE2ABE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EBBF4-0529-49B6-9D30-BE7B6117651C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4-5 pont max diánként</a:t>
          </a:r>
          <a:endParaRPr lang="en-US" sz="2700" kern="1200"/>
        </a:p>
      </dsp:txBody>
      <dsp:txXfrm>
        <a:off x="3093555" y="1282093"/>
        <a:ext cx="2200851" cy="1366505"/>
      </dsp:txXfrm>
    </dsp:sp>
    <dsp:sp modelId="{AD4D80A6-50BD-441D-9EB4-05F34EA967CD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8E1AC-F1E7-4733-AAFE-9FA09E50E3E3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Jól olvasható betűméret</a:t>
          </a:r>
          <a:endParaRPr lang="en-US" sz="2700" kern="1200"/>
        </a:p>
      </dsp:txBody>
      <dsp:txXfrm>
        <a:off x="5887408" y="1282093"/>
        <a:ext cx="2200851" cy="1366505"/>
      </dsp:txXfrm>
    </dsp:sp>
    <dsp:sp modelId="{E8A3397A-7604-4840-9740-DD88B0D6E7D0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52E46-9732-48FB-8E2C-9DD5FC057E27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Egységes stílus, színek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A1AE9-8ABA-44B4-9C7E-5F724033BC55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B57F6-3E5D-43C1-AFF9-F3111C699B3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Jegyzet a diákhoz</a:t>
          </a:r>
          <a:endParaRPr lang="en-US" sz="3900" kern="1200"/>
        </a:p>
      </dsp:txBody>
      <dsp:txXfrm>
        <a:off x="398656" y="1088253"/>
        <a:ext cx="2959127" cy="1837317"/>
      </dsp:txXfrm>
    </dsp:sp>
    <dsp:sp modelId="{6B4DC491-9BAA-447D-BA5B-93504AD691CA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FEE3A-1015-4B34-B684-7150E0B02947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Gyakorlás időméréssel</a:t>
          </a:r>
          <a:endParaRPr lang="en-US" sz="3900" kern="1200"/>
        </a:p>
      </dsp:txBody>
      <dsp:txXfrm>
        <a:off x="4155097" y="1088253"/>
        <a:ext cx="2959127" cy="1837317"/>
      </dsp:txXfrm>
    </dsp:sp>
    <dsp:sp modelId="{5002DDE1-2EEB-49FF-800E-0DE49AD79EF6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9A80A-06A9-4FA1-A9C2-53049E326825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Hangos próba</a:t>
          </a:r>
          <a:endParaRPr lang="en-US" sz="39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4B2A4-377E-BDF3-F1BE-886ABFAC1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EBF4390-DEF0-D084-AE3E-35B607C87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19EDA52-93DB-64B7-626D-77692701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14DC4F-F7C7-01FE-CA23-A4325441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8248191-6636-32B0-5B73-FB9E0A8D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9181587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3099E2-0CDA-7C6C-C844-3A09536C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1D5DDA-5714-CBA7-07F2-AE4CB94D4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9CFEC5-BF3D-B353-71C3-63A38C60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0B998C7-E2EF-916E-B25C-3DD5F1CE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0A4F9E3-EFBB-6FDD-5686-54FB0FFE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45799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FC4410-C9B8-34D4-2B13-00A11279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0DCCF83-9EE2-C576-9A0D-E02F524BA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EBF770-D430-EFEC-E783-1621E43C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63F7EA-6FA2-4A8B-1AF5-16E76E8E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7D9A61-9E15-8798-C0CB-B41787D6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7177184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D8CA78-9917-95FE-826E-A8220843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0BD2FF-5F87-02AE-1DF3-37E7D3086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AD6325E-9A53-3538-EEFF-E34E073E1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C60EB0-FCF3-4E98-4762-DB928D82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2AB16D7-9509-0762-FD5E-1FF73171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D16B63A-4033-5FD9-B8DF-AC759828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3891853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FB5E31-3E63-E87D-C045-A3F2BBD8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978ADD4-5F56-7822-2CFC-54940E05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E59E8E5-0363-9180-5396-1555B6365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40E2744-FB8D-9CF4-319B-1823DE93F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6068483-5A7D-78C9-268C-59D884126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7F94839-F9C0-1DAD-97A3-49CF6DB8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462B57B-7787-4B48-6D8F-CB1CBC7CC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D2644D9-5613-50E5-20EB-958E86DD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6204973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651DB0-B2C0-4E55-C8D7-72F04354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67DBF23-C96E-0F05-C759-6323EB56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649FA5B-3FE9-C21E-9265-488DDBCD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ABC1E6-0423-5EFC-AE9E-3ED365FA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715456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25982BD-30A4-EA1C-C21A-B6D8957F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FAE721C-0599-8345-918A-A5AF48E3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2849E33-2799-2B72-A365-A1DE0B4A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1487336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BC892A-EC14-3250-13DA-F8A23E790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202EABE-91C8-43DC-E278-E99E82CE0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D447EB6-04DA-2424-BD76-E31BC50E6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6F1BD1-4D3E-A452-0AB6-D8D1E80E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1B048D3-27BD-559D-C50E-A6B91460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C52D2A5-50C2-EF88-9844-FA142E23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658420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555B4F-0F5A-C364-088D-576D7CA2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F770E7C-73A9-C9BC-8026-D146D561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84FCB0-2B51-3334-D6B5-B2DF9B0FC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5E7DF87-53D9-C4CA-85AA-E09B97EB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14CB84B-35D4-E031-D59A-9DDB4179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20B9ADE-D81E-804D-7E63-B411D29E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3694589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401939-3B3D-CE21-A2B1-896240C9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C98EFDD-6142-1274-0752-66D30E695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0F45EE-F694-E8E1-1F3F-3570443D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FEB32D-9865-2542-6541-21BAF8D9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2880874-43FF-BB12-29B4-4099024C8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9651232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0942B33-790C-B304-F5C7-93931620F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9A7F5E7-F92C-2E43-0973-6A1B5995E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3AA3D42-0D98-B820-EF85-986E5AF6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E1E07D1-5587-9917-4DE4-A10E89CE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554C2B-897E-3C8A-5855-13198358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8689213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AC7BF85-B0D9-6431-1D05-19F3D0C4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DD36841-9526-E117-EFA3-FE47DB840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3D7F6D6-7BA5-AC3D-6EEF-26D15EAE8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A5E15-BD9D-4AB5-BC11-606C1A305005}" type="datetimeFigureOut">
              <a:rPr lang="hu-HU" smtClean="0"/>
              <a:t>2026. 02. 11.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8EEE08-244C-D52B-2A3A-5312114F4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1A237D8-DCEE-22C8-271A-39087420D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318E7-0FA8-4528-8AE0-314BD3F7C7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62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rsz.hu/blog/ppt-keszites/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ive.hu/Downloads/Szakkepzesi_dokumentumok/Bemeneti_kompetenciak_meresi_ertekelesi_eszkozrendszerenek_kialakitasa/7_1180_006_101030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5915B54-BB1F-92B5-7A99-EB706EBE0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DE" sz="4800">
                <a:solidFill>
                  <a:srgbClr val="FFFFFF"/>
                </a:solidFill>
              </a:rPr>
              <a:t>Prezentáció megtervezése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21DBEB5-202C-7B45-5DE7-B859863D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DE" sz="2200">
                <a:solidFill>
                  <a:srgbClr val="FFFFFF"/>
                </a:solidFill>
              </a:rPr>
              <a:t>Molek Tamás Sándor</a:t>
            </a:r>
          </a:p>
          <a:p>
            <a:r>
              <a:rPr lang="en-DE" sz="2200">
                <a:solidFill>
                  <a:srgbClr val="FFFFFF"/>
                </a:solidFill>
              </a:rPr>
              <a:t>12.E</a:t>
            </a:r>
            <a:endParaRPr lang="hu-HU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814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563DDBF-C49F-7104-B532-E86350538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Miért fontos?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20" name="Tartalom helye 2">
            <a:extLst>
              <a:ext uri="{FF2B5EF4-FFF2-40B4-BE49-F238E27FC236}">
                <a16:creationId xmlns:a16="http://schemas.microsoft.com/office/drawing/2014/main" id="{D0F2D1E6-FAA3-CFA1-C187-6385E36D57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12112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001057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F5CF49-7CFD-33CF-9D1F-5149354E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C</a:t>
            </a:r>
            <a:r>
              <a:rPr lang="en-DE" sz="4000">
                <a:solidFill>
                  <a:srgbClr val="FFFFFF"/>
                </a:solidFill>
              </a:rPr>
              <a:t>él és közönség meghatározása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F90AE8AC-85C6-6AB8-EBAB-775C0022D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2390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3818534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BEB07EE-2FAA-5B0E-EC95-D0D8B167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Tartalom felépítése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90436CB-735D-C5DD-14C8-B8860282A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6196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447270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4485EAF-E576-A37E-64C9-071A3BA8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Diák tervezése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0B931FF5-7D2F-79BA-B6FD-1E10BF0D8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26173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0846864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A12B352-6D64-2446-FAA0-B84445FF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Felkészülés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675B5DF3-0E48-4E90-0BBE-C999F231EE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34577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375798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5577A59-4AE1-6752-7BBC-53880F21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Források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73EF9A-2ED0-EA07-15F9-7168CCDBA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DE" sz="2000">
                <a:hlinkClick r:id="rId2"/>
              </a:rPr>
              <a:t>https://chat.openai.com/</a:t>
            </a:r>
            <a:r>
              <a:rPr lang="en-DE" sz="2000"/>
              <a:t> </a:t>
            </a:r>
          </a:p>
          <a:p>
            <a:r>
              <a:rPr lang="hu-HU" sz="2000">
                <a:hlinkClick r:id="rId3"/>
              </a:rPr>
              <a:t>https://mersz.hu/blog/ppt-keszites/</a:t>
            </a:r>
            <a:r>
              <a:rPr lang="en-DE" sz="2000"/>
              <a:t> </a:t>
            </a:r>
          </a:p>
          <a:p>
            <a:r>
              <a:rPr lang="hu-HU" sz="2000">
                <a:hlinkClick r:id="rId4"/>
              </a:rPr>
              <a:t>https://www.nive.hu/Downloads/Szakkepzesi_dokumentumok/Bemeneti_kompetenciak_meresi_ertekelesi_eszkozrendszerenek_kialakitasa/7_1180_006_101030.pdf</a:t>
            </a:r>
            <a:r>
              <a:rPr lang="en-DE" sz="2000"/>
              <a:t> </a:t>
            </a:r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2769905387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27FD8EB-D691-2ABC-7C6A-05C35BBC0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233" y="-2149"/>
            <a:ext cx="12192000" cy="6857573"/>
          </a:xfrm>
        </p:spPr>
        <p:txBody>
          <a:bodyPr anchor="ctr">
            <a:normAutofit/>
          </a:bodyPr>
          <a:lstStyle/>
          <a:p>
            <a:r>
              <a:rPr lang="en-DE" sz="4800" dirty="0" err="1">
                <a:solidFill>
                  <a:srgbClr val="FFFFFF"/>
                </a:solidFill>
              </a:rPr>
              <a:t>Köszönöm</a:t>
            </a:r>
            <a:r>
              <a:rPr lang="en-DE" sz="4800" dirty="0">
                <a:solidFill>
                  <a:srgbClr val="FFFFFF"/>
                </a:solidFill>
              </a:rPr>
              <a:t> a </a:t>
            </a:r>
            <a:r>
              <a:rPr lang="en-DE" sz="4800" dirty="0" err="1">
                <a:solidFill>
                  <a:srgbClr val="FFFFFF"/>
                </a:solidFill>
              </a:rPr>
              <a:t>figyelmet</a:t>
            </a:r>
            <a:r>
              <a:rPr lang="en-DE" sz="4800" dirty="0">
                <a:solidFill>
                  <a:srgbClr val="FFFFFF"/>
                </a:solidFill>
              </a:rPr>
              <a:t>!</a:t>
            </a:r>
            <a:endParaRPr lang="hu-HU" sz="4800" dirty="0">
              <a:solidFill>
                <a:srgbClr val="FFFFFF"/>
              </a:solidFill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60849"/>
      </p:ext>
    </p:extLst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</Words>
  <Application>Microsoft Office PowerPoint</Application>
  <PresentationFormat>Szélesvásznú</PresentationFormat>
  <Paragraphs>31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Prezentáció megtervezése</vt:lpstr>
      <vt:lpstr>Miért fontos?</vt:lpstr>
      <vt:lpstr>Cél és közönség meghatározása</vt:lpstr>
      <vt:lpstr>Tartalom felépítése</vt:lpstr>
      <vt:lpstr>Diák tervezése</vt:lpstr>
      <vt:lpstr>Felkészülés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6</cp:revision>
  <dcterms:created xsi:type="dcterms:W3CDTF">2026-02-11T18:08:46Z</dcterms:created>
  <dcterms:modified xsi:type="dcterms:W3CDTF">2026-02-11T18:20:13Z</dcterms:modified>
</cp:coreProperties>
</file>