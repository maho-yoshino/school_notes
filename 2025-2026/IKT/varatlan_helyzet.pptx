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BF3E156-0108-446F-B2D7-C8A1394450D1}" type="doc">
      <dgm:prSet loTypeId="urn:microsoft.com/office/officeart/2005/8/layout/vList2" loCatId="list" qsTypeId="urn:microsoft.com/office/officeart/2005/8/quickstyle/simple1" qsCatId="simple" csTypeId="urn:microsoft.com/office/officeart/2005/8/colors/accent3_2" csCatId="accent3"/>
      <dgm:spPr/>
      <dgm:t>
        <a:bodyPr/>
        <a:lstStyle/>
        <a:p>
          <a:endParaRPr lang="en-US"/>
        </a:p>
      </dgm:t>
    </dgm:pt>
    <dgm:pt modelId="{67E75355-5D48-4CFE-9B39-6CCBB1068E6F}">
      <dgm:prSet/>
      <dgm:spPr/>
      <dgm:t>
        <a:bodyPr/>
        <a:lstStyle/>
        <a:p>
          <a:r>
            <a:rPr lang="hu-HU" noProof="0" dirty="0"/>
            <a:t>Nem tervezett események</a:t>
          </a:r>
        </a:p>
      </dgm:t>
    </dgm:pt>
    <dgm:pt modelId="{C5FD3B99-BF9E-4C12-ADC9-02D0396285D8}" type="parTrans" cxnId="{5ACEA7DE-60C1-43E2-A608-F9661D6C02FB}">
      <dgm:prSet/>
      <dgm:spPr/>
      <dgm:t>
        <a:bodyPr/>
        <a:lstStyle/>
        <a:p>
          <a:endParaRPr lang="en-US"/>
        </a:p>
      </dgm:t>
    </dgm:pt>
    <dgm:pt modelId="{2F7CD02E-7FA4-44F7-B805-936DE4DD3AFD}" type="sibTrans" cxnId="{5ACEA7DE-60C1-43E2-A608-F9661D6C02FB}">
      <dgm:prSet/>
      <dgm:spPr/>
      <dgm:t>
        <a:bodyPr/>
        <a:lstStyle/>
        <a:p>
          <a:endParaRPr lang="en-US"/>
        </a:p>
      </dgm:t>
    </dgm:pt>
    <dgm:pt modelId="{4D9CC3EE-7BE3-495B-A589-899F94104DEC}">
      <dgm:prSet/>
      <dgm:spPr/>
      <dgm:t>
        <a:bodyPr/>
        <a:lstStyle/>
        <a:p>
          <a:r>
            <a:rPr lang="hu-HU" noProof="0" dirty="0"/>
            <a:t>Hirtelen fellépő problémák</a:t>
          </a:r>
        </a:p>
      </dgm:t>
    </dgm:pt>
    <dgm:pt modelId="{0C427539-A183-4099-A430-636619907225}" type="parTrans" cxnId="{041CA7E1-9F6C-483D-93EA-997774DCB0F7}">
      <dgm:prSet/>
      <dgm:spPr/>
      <dgm:t>
        <a:bodyPr/>
        <a:lstStyle/>
        <a:p>
          <a:endParaRPr lang="en-US"/>
        </a:p>
      </dgm:t>
    </dgm:pt>
    <dgm:pt modelId="{F81986F5-6DC8-4E39-9503-B9FD409BCE73}" type="sibTrans" cxnId="{041CA7E1-9F6C-483D-93EA-997774DCB0F7}">
      <dgm:prSet/>
      <dgm:spPr/>
      <dgm:t>
        <a:bodyPr/>
        <a:lstStyle/>
        <a:p>
          <a:endParaRPr lang="en-US"/>
        </a:p>
      </dgm:t>
    </dgm:pt>
    <dgm:pt modelId="{F6C19437-0B82-4623-A508-6D415F919230}">
      <dgm:prSet/>
      <dgm:spPr/>
      <dgm:t>
        <a:bodyPr/>
        <a:lstStyle/>
        <a:p>
          <a:r>
            <a:rPr lang="hu-HU" noProof="0" dirty="0"/>
            <a:t>Tervtől eltérés</a:t>
          </a:r>
        </a:p>
      </dgm:t>
    </dgm:pt>
    <dgm:pt modelId="{72A92AF3-8809-479C-85D6-8001882BB4D8}" type="parTrans" cxnId="{41EA8392-137F-42B1-AACC-C4CA41710B38}">
      <dgm:prSet/>
      <dgm:spPr/>
      <dgm:t>
        <a:bodyPr/>
        <a:lstStyle/>
        <a:p>
          <a:endParaRPr lang="en-US"/>
        </a:p>
      </dgm:t>
    </dgm:pt>
    <dgm:pt modelId="{BBC21AB2-756E-4F8B-8E95-0BB86C33240D}" type="sibTrans" cxnId="{41EA8392-137F-42B1-AACC-C4CA41710B38}">
      <dgm:prSet/>
      <dgm:spPr/>
      <dgm:t>
        <a:bodyPr/>
        <a:lstStyle/>
        <a:p>
          <a:endParaRPr lang="en-US"/>
        </a:p>
      </dgm:t>
    </dgm:pt>
    <dgm:pt modelId="{C86F7505-6B17-41C8-83F4-EDB86738052D}">
      <dgm:prSet/>
      <dgm:spPr/>
      <dgm:t>
        <a:bodyPr/>
        <a:lstStyle/>
        <a:p>
          <a:r>
            <a:rPr lang="hu-HU" noProof="0" dirty="0"/>
            <a:t>Gyors döntést igénylő helyzetek</a:t>
          </a:r>
        </a:p>
      </dgm:t>
    </dgm:pt>
    <dgm:pt modelId="{A54A283B-A99A-4BE1-BFE5-004EF4524D8F}" type="parTrans" cxnId="{8537B60C-A78D-4C22-A3E8-A71540CD6C03}">
      <dgm:prSet/>
      <dgm:spPr/>
      <dgm:t>
        <a:bodyPr/>
        <a:lstStyle/>
        <a:p>
          <a:endParaRPr lang="en-US"/>
        </a:p>
      </dgm:t>
    </dgm:pt>
    <dgm:pt modelId="{BA042658-522A-451C-B7ED-2CE28D7043D0}" type="sibTrans" cxnId="{8537B60C-A78D-4C22-A3E8-A71540CD6C03}">
      <dgm:prSet/>
      <dgm:spPr/>
      <dgm:t>
        <a:bodyPr/>
        <a:lstStyle/>
        <a:p>
          <a:endParaRPr lang="en-US"/>
        </a:p>
      </dgm:t>
    </dgm:pt>
    <dgm:pt modelId="{4FCE8E84-2E58-4BE8-AE4C-CBBB14432C96}" type="pres">
      <dgm:prSet presAssocID="{0BF3E156-0108-446F-B2D7-C8A1394450D1}" presName="linear" presStyleCnt="0">
        <dgm:presLayoutVars>
          <dgm:animLvl val="lvl"/>
          <dgm:resizeHandles val="exact"/>
        </dgm:presLayoutVars>
      </dgm:prSet>
      <dgm:spPr/>
    </dgm:pt>
    <dgm:pt modelId="{8A5A18EC-30FF-49CA-AAA9-62DC16134FF5}" type="pres">
      <dgm:prSet presAssocID="{67E75355-5D48-4CFE-9B39-6CCBB1068E6F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F7FDF057-D7F5-427E-9660-CB2A67E4157C}" type="pres">
      <dgm:prSet presAssocID="{2F7CD02E-7FA4-44F7-B805-936DE4DD3AFD}" presName="spacer" presStyleCnt="0"/>
      <dgm:spPr/>
    </dgm:pt>
    <dgm:pt modelId="{406298EE-20AE-41AD-8D1B-51EBFC23EF73}" type="pres">
      <dgm:prSet presAssocID="{4D9CC3EE-7BE3-495B-A589-899F94104DE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F15EDFEF-7001-494A-882C-8ABD9389FFC4}" type="pres">
      <dgm:prSet presAssocID="{F81986F5-6DC8-4E39-9503-B9FD409BCE73}" presName="spacer" presStyleCnt="0"/>
      <dgm:spPr/>
    </dgm:pt>
    <dgm:pt modelId="{1152A823-04E4-4EE4-9D61-9A88D6FCADC0}" type="pres">
      <dgm:prSet presAssocID="{F6C19437-0B82-4623-A508-6D415F919230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49FBF901-5157-4CED-B097-974B30C55EF5}" type="pres">
      <dgm:prSet presAssocID="{BBC21AB2-756E-4F8B-8E95-0BB86C33240D}" presName="spacer" presStyleCnt="0"/>
      <dgm:spPr/>
    </dgm:pt>
    <dgm:pt modelId="{9742F5ED-8C27-44A0-ACB6-25F1C57E8050}" type="pres">
      <dgm:prSet presAssocID="{C86F7505-6B17-41C8-83F4-EDB86738052D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5E5A003-A9CD-4D93-A335-7DECC36D9CFE}" type="presOf" srcId="{67E75355-5D48-4CFE-9B39-6CCBB1068E6F}" destId="{8A5A18EC-30FF-49CA-AAA9-62DC16134FF5}" srcOrd="0" destOrd="0" presId="urn:microsoft.com/office/officeart/2005/8/layout/vList2"/>
    <dgm:cxn modelId="{8537B60C-A78D-4C22-A3E8-A71540CD6C03}" srcId="{0BF3E156-0108-446F-B2D7-C8A1394450D1}" destId="{C86F7505-6B17-41C8-83F4-EDB86738052D}" srcOrd="3" destOrd="0" parTransId="{A54A283B-A99A-4BE1-BFE5-004EF4524D8F}" sibTransId="{BA042658-522A-451C-B7ED-2CE28D7043D0}"/>
    <dgm:cxn modelId="{F045076A-8BE5-444F-A82D-4D31A74EDE13}" type="presOf" srcId="{4D9CC3EE-7BE3-495B-A589-899F94104DEC}" destId="{406298EE-20AE-41AD-8D1B-51EBFC23EF73}" srcOrd="0" destOrd="0" presId="urn:microsoft.com/office/officeart/2005/8/layout/vList2"/>
    <dgm:cxn modelId="{1C14C677-3808-491F-91D4-2253F21105A9}" type="presOf" srcId="{0BF3E156-0108-446F-B2D7-C8A1394450D1}" destId="{4FCE8E84-2E58-4BE8-AE4C-CBBB14432C96}" srcOrd="0" destOrd="0" presId="urn:microsoft.com/office/officeart/2005/8/layout/vList2"/>
    <dgm:cxn modelId="{41EA8392-137F-42B1-AACC-C4CA41710B38}" srcId="{0BF3E156-0108-446F-B2D7-C8A1394450D1}" destId="{F6C19437-0B82-4623-A508-6D415F919230}" srcOrd="2" destOrd="0" parTransId="{72A92AF3-8809-479C-85D6-8001882BB4D8}" sibTransId="{BBC21AB2-756E-4F8B-8E95-0BB86C33240D}"/>
    <dgm:cxn modelId="{5B9262A2-C1EE-466D-AFA3-48B411E23509}" type="presOf" srcId="{F6C19437-0B82-4623-A508-6D415F919230}" destId="{1152A823-04E4-4EE4-9D61-9A88D6FCADC0}" srcOrd="0" destOrd="0" presId="urn:microsoft.com/office/officeart/2005/8/layout/vList2"/>
    <dgm:cxn modelId="{5ACEA7DE-60C1-43E2-A608-F9661D6C02FB}" srcId="{0BF3E156-0108-446F-B2D7-C8A1394450D1}" destId="{67E75355-5D48-4CFE-9B39-6CCBB1068E6F}" srcOrd="0" destOrd="0" parTransId="{C5FD3B99-BF9E-4C12-ADC9-02D0396285D8}" sibTransId="{2F7CD02E-7FA4-44F7-B805-936DE4DD3AFD}"/>
    <dgm:cxn modelId="{041CA7E1-9F6C-483D-93EA-997774DCB0F7}" srcId="{0BF3E156-0108-446F-B2D7-C8A1394450D1}" destId="{4D9CC3EE-7BE3-495B-A589-899F94104DEC}" srcOrd="1" destOrd="0" parTransId="{0C427539-A183-4099-A430-636619907225}" sibTransId="{F81986F5-6DC8-4E39-9503-B9FD409BCE73}"/>
    <dgm:cxn modelId="{B18AE9FD-0D9E-423A-A76D-4E03C2201E3A}" type="presOf" srcId="{C86F7505-6B17-41C8-83F4-EDB86738052D}" destId="{9742F5ED-8C27-44A0-ACB6-25F1C57E8050}" srcOrd="0" destOrd="0" presId="urn:microsoft.com/office/officeart/2005/8/layout/vList2"/>
    <dgm:cxn modelId="{615D5489-9825-4D03-A70D-CFB365426E2C}" type="presParOf" srcId="{4FCE8E84-2E58-4BE8-AE4C-CBBB14432C96}" destId="{8A5A18EC-30FF-49CA-AAA9-62DC16134FF5}" srcOrd="0" destOrd="0" presId="urn:microsoft.com/office/officeart/2005/8/layout/vList2"/>
    <dgm:cxn modelId="{03C63C22-20C4-4676-9A50-F5CD9C85227B}" type="presParOf" srcId="{4FCE8E84-2E58-4BE8-AE4C-CBBB14432C96}" destId="{F7FDF057-D7F5-427E-9660-CB2A67E4157C}" srcOrd="1" destOrd="0" presId="urn:microsoft.com/office/officeart/2005/8/layout/vList2"/>
    <dgm:cxn modelId="{139CD076-9D4B-485E-BDAE-379AB770DA2C}" type="presParOf" srcId="{4FCE8E84-2E58-4BE8-AE4C-CBBB14432C96}" destId="{406298EE-20AE-41AD-8D1B-51EBFC23EF73}" srcOrd="2" destOrd="0" presId="urn:microsoft.com/office/officeart/2005/8/layout/vList2"/>
    <dgm:cxn modelId="{CA0D859A-39C3-4385-B148-E227B46DACC6}" type="presParOf" srcId="{4FCE8E84-2E58-4BE8-AE4C-CBBB14432C96}" destId="{F15EDFEF-7001-494A-882C-8ABD9389FFC4}" srcOrd="3" destOrd="0" presId="urn:microsoft.com/office/officeart/2005/8/layout/vList2"/>
    <dgm:cxn modelId="{C2C34F5C-6C6F-499D-8DF8-01A29E7C0EBA}" type="presParOf" srcId="{4FCE8E84-2E58-4BE8-AE4C-CBBB14432C96}" destId="{1152A823-04E4-4EE4-9D61-9A88D6FCADC0}" srcOrd="4" destOrd="0" presId="urn:microsoft.com/office/officeart/2005/8/layout/vList2"/>
    <dgm:cxn modelId="{3869D6ED-C632-4C71-BB7B-BBE888986A36}" type="presParOf" srcId="{4FCE8E84-2E58-4BE8-AE4C-CBBB14432C96}" destId="{49FBF901-5157-4CED-B097-974B30C55EF5}" srcOrd="5" destOrd="0" presId="urn:microsoft.com/office/officeart/2005/8/layout/vList2"/>
    <dgm:cxn modelId="{18C32D81-226A-462B-A4B1-D9E9A66FE6EC}" type="presParOf" srcId="{4FCE8E84-2E58-4BE8-AE4C-CBBB14432C96}" destId="{9742F5ED-8C27-44A0-ACB6-25F1C57E8050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FC9AD7F-EC28-4D60-A1DE-E2FC1094C3E0}" type="doc">
      <dgm:prSet loTypeId="urn:microsoft.com/office/officeart/2005/8/layout/vList2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5A76E8DB-5FBE-482D-A944-C26D77DC89C0}">
      <dgm:prSet/>
      <dgm:spPr/>
      <dgm:t>
        <a:bodyPr/>
        <a:lstStyle/>
        <a:p>
          <a:r>
            <a:rPr lang="hu-HU" dirty="0"/>
            <a:t>Pánik és </a:t>
          </a:r>
          <a:r>
            <a:rPr lang="hu-HU" dirty="0" err="1"/>
            <a:t>stress</a:t>
          </a:r>
          <a:r>
            <a:rPr lang="en-DE" dirty="0"/>
            <a:t> </a:t>
          </a:r>
          <a:r>
            <a:rPr lang="en-DE" dirty="0" err="1"/>
            <a:t>csökkentése</a:t>
          </a:r>
          <a:endParaRPr lang="en-US" dirty="0"/>
        </a:p>
      </dgm:t>
    </dgm:pt>
    <dgm:pt modelId="{4055DD23-DA31-4FD5-9E5D-7F0436E41A43}" type="parTrans" cxnId="{E6E020AF-6253-4587-B281-057D43061BD2}">
      <dgm:prSet/>
      <dgm:spPr/>
      <dgm:t>
        <a:bodyPr/>
        <a:lstStyle/>
        <a:p>
          <a:endParaRPr lang="en-US"/>
        </a:p>
      </dgm:t>
    </dgm:pt>
    <dgm:pt modelId="{3E4BE23C-9342-4562-9561-E7866D0237D0}" type="sibTrans" cxnId="{E6E020AF-6253-4587-B281-057D43061BD2}">
      <dgm:prSet/>
      <dgm:spPr/>
      <dgm:t>
        <a:bodyPr/>
        <a:lstStyle/>
        <a:p>
          <a:endParaRPr lang="en-US"/>
        </a:p>
      </dgm:t>
    </dgm:pt>
    <dgm:pt modelId="{F1C0466D-F9AB-475F-A2CA-8D8078536EB5}">
      <dgm:prSet/>
      <dgm:spPr/>
      <dgm:t>
        <a:bodyPr/>
        <a:lstStyle/>
        <a:p>
          <a:r>
            <a:rPr lang="en-DE"/>
            <a:t>Irányítás megőrzése</a:t>
          </a:r>
          <a:endParaRPr lang="en-US"/>
        </a:p>
      </dgm:t>
    </dgm:pt>
    <dgm:pt modelId="{3FE5DB36-236C-411C-A6DC-A4A089CF0C28}" type="parTrans" cxnId="{28192874-97D4-4BFA-AB8A-695B80784E8A}">
      <dgm:prSet/>
      <dgm:spPr/>
      <dgm:t>
        <a:bodyPr/>
        <a:lstStyle/>
        <a:p>
          <a:endParaRPr lang="en-US"/>
        </a:p>
      </dgm:t>
    </dgm:pt>
    <dgm:pt modelId="{F32761B6-731E-448B-B6F8-71D092069C63}" type="sibTrans" cxnId="{28192874-97D4-4BFA-AB8A-695B80784E8A}">
      <dgm:prSet/>
      <dgm:spPr/>
      <dgm:t>
        <a:bodyPr/>
        <a:lstStyle/>
        <a:p>
          <a:endParaRPr lang="en-US"/>
        </a:p>
      </dgm:t>
    </dgm:pt>
    <dgm:pt modelId="{B444A47A-CCFD-491B-8F7E-9F74FEDA7D70}">
      <dgm:prSet/>
      <dgm:spPr/>
      <dgm:t>
        <a:bodyPr/>
        <a:lstStyle/>
        <a:p>
          <a:r>
            <a:rPr lang="en-DE"/>
            <a:t>Nagyobb problémák megelőzése</a:t>
          </a:r>
          <a:endParaRPr lang="en-US"/>
        </a:p>
      </dgm:t>
    </dgm:pt>
    <dgm:pt modelId="{BA6F9CAB-4FF7-4714-92D6-8088715ACADB}" type="parTrans" cxnId="{10DD75F1-547A-4C85-BF42-5CF98AFC7BA8}">
      <dgm:prSet/>
      <dgm:spPr/>
      <dgm:t>
        <a:bodyPr/>
        <a:lstStyle/>
        <a:p>
          <a:endParaRPr lang="en-US"/>
        </a:p>
      </dgm:t>
    </dgm:pt>
    <dgm:pt modelId="{5860D870-7E68-45F2-A66E-457874F0219E}" type="sibTrans" cxnId="{10DD75F1-547A-4C85-BF42-5CF98AFC7BA8}">
      <dgm:prSet/>
      <dgm:spPr/>
      <dgm:t>
        <a:bodyPr/>
        <a:lstStyle/>
        <a:p>
          <a:endParaRPr lang="en-US"/>
        </a:p>
      </dgm:t>
    </dgm:pt>
    <dgm:pt modelId="{09553A5C-6E08-4824-87B6-6A43B42B9B0D}">
      <dgm:prSet/>
      <dgm:spPr/>
      <dgm:t>
        <a:bodyPr/>
        <a:lstStyle/>
        <a:p>
          <a:r>
            <a:rPr lang="en-DE" dirty="0" err="1"/>
            <a:t>Alkalmazkodóképesség</a:t>
          </a:r>
          <a:r>
            <a:rPr lang="en-DE" dirty="0"/>
            <a:t> </a:t>
          </a:r>
          <a:r>
            <a:rPr lang="en-DE" dirty="0" err="1"/>
            <a:t>fejlesztése</a:t>
          </a:r>
          <a:r>
            <a:rPr lang="en-DE" dirty="0"/>
            <a:t>, </a:t>
          </a:r>
          <a:r>
            <a:rPr lang="en-DE" dirty="0" err="1"/>
            <a:t>javítása</a:t>
          </a:r>
          <a:endParaRPr lang="en-US" dirty="0"/>
        </a:p>
      </dgm:t>
    </dgm:pt>
    <dgm:pt modelId="{32CE8FB5-2992-44FE-B66C-A25F01B748DB}" type="parTrans" cxnId="{18BB9E6B-4637-4923-B119-01395852A316}">
      <dgm:prSet/>
      <dgm:spPr/>
      <dgm:t>
        <a:bodyPr/>
        <a:lstStyle/>
        <a:p>
          <a:endParaRPr lang="en-US"/>
        </a:p>
      </dgm:t>
    </dgm:pt>
    <dgm:pt modelId="{92549C21-C28E-4A00-B9B0-769A23C1947D}" type="sibTrans" cxnId="{18BB9E6B-4637-4923-B119-01395852A316}">
      <dgm:prSet/>
      <dgm:spPr/>
      <dgm:t>
        <a:bodyPr/>
        <a:lstStyle/>
        <a:p>
          <a:endParaRPr lang="en-US"/>
        </a:p>
      </dgm:t>
    </dgm:pt>
    <dgm:pt modelId="{15B94FA6-CACA-4283-BE22-87814BD7FA4E}" type="pres">
      <dgm:prSet presAssocID="{6FC9AD7F-EC28-4D60-A1DE-E2FC1094C3E0}" presName="linear" presStyleCnt="0">
        <dgm:presLayoutVars>
          <dgm:animLvl val="lvl"/>
          <dgm:resizeHandles val="exact"/>
        </dgm:presLayoutVars>
      </dgm:prSet>
      <dgm:spPr/>
    </dgm:pt>
    <dgm:pt modelId="{0B1B8556-399E-47D6-B6FE-1EACE3A6E767}" type="pres">
      <dgm:prSet presAssocID="{5A76E8DB-5FBE-482D-A944-C26D77DC89C0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3D8F914B-8BC0-4B85-989E-FC2181134405}" type="pres">
      <dgm:prSet presAssocID="{3E4BE23C-9342-4562-9561-E7866D0237D0}" presName="spacer" presStyleCnt="0"/>
      <dgm:spPr/>
    </dgm:pt>
    <dgm:pt modelId="{81F5E3DB-5C8E-4C27-8575-D73D1E3F9542}" type="pres">
      <dgm:prSet presAssocID="{F1C0466D-F9AB-475F-A2CA-8D8078536EB5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7F5D1E11-BD49-4AD7-87FC-6992310847D4}" type="pres">
      <dgm:prSet presAssocID="{F32761B6-731E-448B-B6F8-71D092069C63}" presName="spacer" presStyleCnt="0"/>
      <dgm:spPr/>
    </dgm:pt>
    <dgm:pt modelId="{24330D3C-701D-43F8-9FF7-DD5119C2FC52}" type="pres">
      <dgm:prSet presAssocID="{B444A47A-CCFD-491B-8F7E-9F74FEDA7D70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35D6654-9B64-4D20-8D37-EDB1D7CA4C2D}" type="pres">
      <dgm:prSet presAssocID="{5860D870-7E68-45F2-A66E-457874F0219E}" presName="spacer" presStyleCnt="0"/>
      <dgm:spPr/>
    </dgm:pt>
    <dgm:pt modelId="{3A0E4FE4-4DF8-4C55-99B3-E0024A9227EC}" type="pres">
      <dgm:prSet presAssocID="{09553A5C-6E08-4824-87B6-6A43B42B9B0D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918C616-E47C-417A-90FD-DF5F1C7C5CE8}" type="presOf" srcId="{6FC9AD7F-EC28-4D60-A1DE-E2FC1094C3E0}" destId="{15B94FA6-CACA-4283-BE22-87814BD7FA4E}" srcOrd="0" destOrd="0" presId="urn:microsoft.com/office/officeart/2005/8/layout/vList2"/>
    <dgm:cxn modelId="{03EB4B1F-742A-4C40-B5EF-7A228094D3CB}" type="presOf" srcId="{5A76E8DB-5FBE-482D-A944-C26D77DC89C0}" destId="{0B1B8556-399E-47D6-B6FE-1EACE3A6E767}" srcOrd="0" destOrd="0" presId="urn:microsoft.com/office/officeart/2005/8/layout/vList2"/>
    <dgm:cxn modelId="{656F1E47-0856-4593-B633-F60FB5BAE89A}" type="presOf" srcId="{F1C0466D-F9AB-475F-A2CA-8D8078536EB5}" destId="{81F5E3DB-5C8E-4C27-8575-D73D1E3F9542}" srcOrd="0" destOrd="0" presId="urn:microsoft.com/office/officeart/2005/8/layout/vList2"/>
    <dgm:cxn modelId="{18BB9E6B-4637-4923-B119-01395852A316}" srcId="{6FC9AD7F-EC28-4D60-A1DE-E2FC1094C3E0}" destId="{09553A5C-6E08-4824-87B6-6A43B42B9B0D}" srcOrd="3" destOrd="0" parTransId="{32CE8FB5-2992-44FE-B66C-A25F01B748DB}" sibTransId="{92549C21-C28E-4A00-B9B0-769A23C1947D}"/>
    <dgm:cxn modelId="{28192874-97D4-4BFA-AB8A-695B80784E8A}" srcId="{6FC9AD7F-EC28-4D60-A1DE-E2FC1094C3E0}" destId="{F1C0466D-F9AB-475F-A2CA-8D8078536EB5}" srcOrd="1" destOrd="0" parTransId="{3FE5DB36-236C-411C-A6DC-A4A089CF0C28}" sibTransId="{F32761B6-731E-448B-B6F8-71D092069C63}"/>
    <dgm:cxn modelId="{51C581A0-FEE3-4FA5-8D8E-266E9C47F0CE}" type="presOf" srcId="{B444A47A-CCFD-491B-8F7E-9F74FEDA7D70}" destId="{24330D3C-701D-43F8-9FF7-DD5119C2FC52}" srcOrd="0" destOrd="0" presId="urn:microsoft.com/office/officeart/2005/8/layout/vList2"/>
    <dgm:cxn modelId="{E6E020AF-6253-4587-B281-057D43061BD2}" srcId="{6FC9AD7F-EC28-4D60-A1DE-E2FC1094C3E0}" destId="{5A76E8DB-5FBE-482D-A944-C26D77DC89C0}" srcOrd="0" destOrd="0" parTransId="{4055DD23-DA31-4FD5-9E5D-7F0436E41A43}" sibTransId="{3E4BE23C-9342-4562-9561-E7866D0237D0}"/>
    <dgm:cxn modelId="{9E55D7B4-67C8-4C4E-A327-FBB2059F448A}" type="presOf" srcId="{09553A5C-6E08-4824-87B6-6A43B42B9B0D}" destId="{3A0E4FE4-4DF8-4C55-99B3-E0024A9227EC}" srcOrd="0" destOrd="0" presId="urn:microsoft.com/office/officeart/2005/8/layout/vList2"/>
    <dgm:cxn modelId="{10DD75F1-547A-4C85-BF42-5CF98AFC7BA8}" srcId="{6FC9AD7F-EC28-4D60-A1DE-E2FC1094C3E0}" destId="{B444A47A-CCFD-491B-8F7E-9F74FEDA7D70}" srcOrd="2" destOrd="0" parTransId="{BA6F9CAB-4FF7-4714-92D6-8088715ACADB}" sibTransId="{5860D870-7E68-45F2-A66E-457874F0219E}"/>
    <dgm:cxn modelId="{059C6DEF-4E0A-4F39-B9F4-0B955E2C3383}" type="presParOf" srcId="{15B94FA6-CACA-4283-BE22-87814BD7FA4E}" destId="{0B1B8556-399E-47D6-B6FE-1EACE3A6E767}" srcOrd="0" destOrd="0" presId="urn:microsoft.com/office/officeart/2005/8/layout/vList2"/>
    <dgm:cxn modelId="{F0355898-7F62-4033-948A-091DE06ECE28}" type="presParOf" srcId="{15B94FA6-CACA-4283-BE22-87814BD7FA4E}" destId="{3D8F914B-8BC0-4B85-989E-FC2181134405}" srcOrd="1" destOrd="0" presId="urn:microsoft.com/office/officeart/2005/8/layout/vList2"/>
    <dgm:cxn modelId="{A3A6E710-51AB-47C9-8451-BA2902E46F04}" type="presParOf" srcId="{15B94FA6-CACA-4283-BE22-87814BD7FA4E}" destId="{81F5E3DB-5C8E-4C27-8575-D73D1E3F9542}" srcOrd="2" destOrd="0" presId="urn:microsoft.com/office/officeart/2005/8/layout/vList2"/>
    <dgm:cxn modelId="{C010A495-A5CB-40E0-8513-AE0E65332DDA}" type="presParOf" srcId="{15B94FA6-CACA-4283-BE22-87814BD7FA4E}" destId="{7F5D1E11-BD49-4AD7-87FC-6992310847D4}" srcOrd="3" destOrd="0" presId="urn:microsoft.com/office/officeart/2005/8/layout/vList2"/>
    <dgm:cxn modelId="{7A6FB2C5-74CE-4C4C-A3A6-4641F8EF9031}" type="presParOf" srcId="{15B94FA6-CACA-4283-BE22-87814BD7FA4E}" destId="{24330D3C-701D-43F8-9FF7-DD5119C2FC52}" srcOrd="4" destOrd="0" presId="urn:microsoft.com/office/officeart/2005/8/layout/vList2"/>
    <dgm:cxn modelId="{579C07E7-8D00-4D90-98AE-5AE71075E39A}" type="presParOf" srcId="{15B94FA6-CACA-4283-BE22-87814BD7FA4E}" destId="{535D6654-9B64-4D20-8D37-EDB1D7CA4C2D}" srcOrd="5" destOrd="0" presId="urn:microsoft.com/office/officeart/2005/8/layout/vList2"/>
    <dgm:cxn modelId="{BF1258BB-9BD4-4BD9-BEA8-B7F612F3AE55}" type="presParOf" srcId="{15B94FA6-CACA-4283-BE22-87814BD7FA4E}" destId="{3A0E4FE4-4DF8-4C55-99B3-E0024A9227E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7162864-1972-4871-9FC9-FFEE491A9A0B}" type="doc">
      <dgm:prSet loTypeId="urn:microsoft.com/office/officeart/2005/8/layout/vList2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ADF6FCB0-B01C-4DD9-904C-384EB6DE3975}">
      <dgm:prSet/>
      <dgm:spPr/>
      <dgm:t>
        <a:bodyPr/>
        <a:lstStyle/>
        <a:p>
          <a:r>
            <a:rPr lang="en-DE"/>
            <a:t>Betegség, rosszullét</a:t>
          </a:r>
          <a:endParaRPr lang="en-US"/>
        </a:p>
      </dgm:t>
    </dgm:pt>
    <dgm:pt modelId="{D32A8C7D-A6FD-4318-AADE-FABC441D5031}" type="parTrans" cxnId="{A5E896E2-96F3-4B15-BEF0-D559A03FE15C}">
      <dgm:prSet/>
      <dgm:spPr/>
      <dgm:t>
        <a:bodyPr/>
        <a:lstStyle/>
        <a:p>
          <a:endParaRPr lang="en-US"/>
        </a:p>
      </dgm:t>
    </dgm:pt>
    <dgm:pt modelId="{33425DD1-495E-4B69-B988-8D097F5DF2DA}" type="sibTrans" cxnId="{A5E896E2-96F3-4B15-BEF0-D559A03FE15C}">
      <dgm:prSet/>
      <dgm:spPr/>
      <dgm:t>
        <a:bodyPr/>
        <a:lstStyle/>
        <a:p>
          <a:endParaRPr lang="en-US"/>
        </a:p>
      </dgm:t>
    </dgm:pt>
    <dgm:pt modelId="{757B7F04-200A-400A-91EA-E688CC5457B2}">
      <dgm:prSet/>
      <dgm:spPr/>
      <dgm:t>
        <a:bodyPr/>
        <a:lstStyle/>
        <a:p>
          <a:r>
            <a:rPr lang="en-DE"/>
            <a:t>Technikai problémák</a:t>
          </a:r>
          <a:endParaRPr lang="en-US"/>
        </a:p>
      </dgm:t>
    </dgm:pt>
    <dgm:pt modelId="{1F3E4FB1-CB41-44D0-9FAA-E8859489B0AC}" type="parTrans" cxnId="{4A4F8EC9-8848-4FF6-A8D8-A14A029E0132}">
      <dgm:prSet/>
      <dgm:spPr/>
      <dgm:t>
        <a:bodyPr/>
        <a:lstStyle/>
        <a:p>
          <a:endParaRPr lang="en-US"/>
        </a:p>
      </dgm:t>
    </dgm:pt>
    <dgm:pt modelId="{75983E89-C829-4EC9-A6D1-52D66D0D5FD0}" type="sibTrans" cxnId="{4A4F8EC9-8848-4FF6-A8D8-A14A029E0132}">
      <dgm:prSet/>
      <dgm:spPr/>
      <dgm:t>
        <a:bodyPr/>
        <a:lstStyle/>
        <a:p>
          <a:endParaRPr lang="en-US"/>
        </a:p>
      </dgm:t>
    </dgm:pt>
    <dgm:pt modelId="{8E04D06A-1FCD-40E3-B677-84BE613934F7}">
      <dgm:prSet/>
      <dgm:spPr/>
      <dgm:t>
        <a:bodyPr/>
        <a:lstStyle/>
        <a:p>
          <a:r>
            <a:rPr lang="en-DE"/>
            <a:t>Határidők változtatása</a:t>
          </a:r>
          <a:endParaRPr lang="en-US"/>
        </a:p>
      </dgm:t>
    </dgm:pt>
    <dgm:pt modelId="{203B09B4-7C53-49E8-A2F9-45048ED44CAB}" type="parTrans" cxnId="{93AF7EC3-FB20-4C5F-BAF5-239047FF4FA4}">
      <dgm:prSet/>
      <dgm:spPr/>
      <dgm:t>
        <a:bodyPr/>
        <a:lstStyle/>
        <a:p>
          <a:endParaRPr lang="en-US"/>
        </a:p>
      </dgm:t>
    </dgm:pt>
    <dgm:pt modelId="{908DFCE6-2AD0-4195-901C-16CA9434609A}" type="sibTrans" cxnId="{93AF7EC3-FB20-4C5F-BAF5-239047FF4FA4}">
      <dgm:prSet/>
      <dgm:spPr/>
      <dgm:t>
        <a:bodyPr/>
        <a:lstStyle/>
        <a:p>
          <a:endParaRPr lang="en-US"/>
        </a:p>
      </dgm:t>
    </dgm:pt>
    <dgm:pt modelId="{C55108E2-2A7A-48ED-A066-C8B8669EE14D}">
      <dgm:prSet/>
      <dgm:spPr/>
      <dgm:t>
        <a:bodyPr/>
        <a:lstStyle/>
        <a:p>
          <a:r>
            <a:rPr lang="en-DE"/>
            <a:t>Külső zavaró tényezők</a:t>
          </a:r>
          <a:endParaRPr lang="en-US"/>
        </a:p>
      </dgm:t>
    </dgm:pt>
    <dgm:pt modelId="{75E26FD5-564A-4BED-9479-678AC5EE7F90}" type="parTrans" cxnId="{F93F0E48-4D18-48C0-A738-694A9E95C9A7}">
      <dgm:prSet/>
      <dgm:spPr/>
      <dgm:t>
        <a:bodyPr/>
        <a:lstStyle/>
        <a:p>
          <a:endParaRPr lang="en-US"/>
        </a:p>
      </dgm:t>
    </dgm:pt>
    <dgm:pt modelId="{D4EAF22D-21DD-4947-8894-6FB6E698D53D}" type="sibTrans" cxnId="{F93F0E48-4D18-48C0-A738-694A9E95C9A7}">
      <dgm:prSet/>
      <dgm:spPr/>
      <dgm:t>
        <a:bodyPr/>
        <a:lstStyle/>
        <a:p>
          <a:endParaRPr lang="en-US"/>
        </a:p>
      </dgm:t>
    </dgm:pt>
    <dgm:pt modelId="{C7722544-A452-45B8-A53E-8286A09F08C2}" type="pres">
      <dgm:prSet presAssocID="{E7162864-1972-4871-9FC9-FFEE491A9A0B}" presName="linear" presStyleCnt="0">
        <dgm:presLayoutVars>
          <dgm:animLvl val="lvl"/>
          <dgm:resizeHandles val="exact"/>
        </dgm:presLayoutVars>
      </dgm:prSet>
      <dgm:spPr/>
    </dgm:pt>
    <dgm:pt modelId="{E74307BD-AAD7-486A-85B0-015924C0630D}" type="pres">
      <dgm:prSet presAssocID="{ADF6FCB0-B01C-4DD9-904C-384EB6DE3975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972AE48-6857-4090-B9B0-D578024632D7}" type="pres">
      <dgm:prSet presAssocID="{33425DD1-495E-4B69-B988-8D097F5DF2DA}" presName="spacer" presStyleCnt="0"/>
      <dgm:spPr/>
    </dgm:pt>
    <dgm:pt modelId="{6806803F-45BC-493D-BA93-7394DD3EABBC}" type="pres">
      <dgm:prSet presAssocID="{757B7F04-200A-400A-91EA-E688CC5457B2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C0F6E29B-D986-4216-B105-33B8BC71297D}" type="pres">
      <dgm:prSet presAssocID="{75983E89-C829-4EC9-A6D1-52D66D0D5FD0}" presName="spacer" presStyleCnt="0"/>
      <dgm:spPr/>
    </dgm:pt>
    <dgm:pt modelId="{6D784669-B09E-429B-AA3A-A45E9DCC5D94}" type="pres">
      <dgm:prSet presAssocID="{8E04D06A-1FCD-40E3-B677-84BE613934F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36566F1B-7FDA-44C3-A796-C46C682A322D}" type="pres">
      <dgm:prSet presAssocID="{908DFCE6-2AD0-4195-901C-16CA9434609A}" presName="spacer" presStyleCnt="0"/>
      <dgm:spPr/>
    </dgm:pt>
    <dgm:pt modelId="{EC75885F-F097-489A-A352-7F88A3B80E13}" type="pres">
      <dgm:prSet presAssocID="{C55108E2-2A7A-48ED-A066-C8B8669EE14D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43567812-1474-4E39-861E-8A61B4C3CD72}" type="presOf" srcId="{C55108E2-2A7A-48ED-A066-C8B8669EE14D}" destId="{EC75885F-F097-489A-A352-7F88A3B80E13}" srcOrd="0" destOrd="0" presId="urn:microsoft.com/office/officeart/2005/8/layout/vList2"/>
    <dgm:cxn modelId="{F93F0E48-4D18-48C0-A738-694A9E95C9A7}" srcId="{E7162864-1972-4871-9FC9-FFEE491A9A0B}" destId="{C55108E2-2A7A-48ED-A066-C8B8669EE14D}" srcOrd="3" destOrd="0" parTransId="{75E26FD5-564A-4BED-9479-678AC5EE7F90}" sibTransId="{D4EAF22D-21DD-4947-8894-6FB6E698D53D}"/>
    <dgm:cxn modelId="{7F9ADA69-171F-484E-ABAD-50F8217912BC}" type="presOf" srcId="{757B7F04-200A-400A-91EA-E688CC5457B2}" destId="{6806803F-45BC-493D-BA93-7394DD3EABBC}" srcOrd="0" destOrd="0" presId="urn:microsoft.com/office/officeart/2005/8/layout/vList2"/>
    <dgm:cxn modelId="{DEBB5954-2AC0-4738-8A83-83F354E96CAF}" type="presOf" srcId="{E7162864-1972-4871-9FC9-FFEE491A9A0B}" destId="{C7722544-A452-45B8-A53E-8286A09F08C2}" srcOrd="0" destOrd="0" presId="urn:microsoft.com/office/officeart/2005/8/layout/vList2"/>
    <dgm:cxn modelId="{007AAFAC-A026-4967-9F4D-FA6D9F040F98}" type="presOf" srcId="{ADF6FCB0-B01C-4DD9-904C-384EB6DE3975}" destId="{E74307BD-AAD7-486A-85B0-015924C0630D}" srcOrd="0" destOrd="0" presId="urn:microsoft.com/office/officeart/2005/8/layout/vList2"/>
    <dgm:cxn modelId="{CD2CBAB4-0E72-4EF0-8BD9-DC72F81CAB7A}" type="presOf" srcId="{8E04D06A-1FCD-40E3-B677-84BE613934F7}" destId="{6D784669-B09E-429B-AA3A-A45E9DCC5D94}" srcOrd="0" destOrd="0" presId="urn:microsoft.com/office/officeart/2005/8/layout/vList2"/>
    <dgm:cxn modelId="{93AF7EC3-FB20-4C5F-BAF5-239047FF4FA4}" srcId="{E7162864-1972-4871-9FC9-FFEE491A9A0B}" destId="{8E04D06A-1FCD-40E3-B677-84BE613934F7}" srcOrd="2" destOrd="0" parTransId="{203B09B4-7C53-49E8-A2F9-45048ED44CAB}" sibTransId="{908DFCE6-2AD0-4195-901C-16CA9434609A}"/>
    <dgm:cxn modelId="{4A4F8EC9-8848-4FF6-A8D8-A14A029E0132}" srcId="{E7162864-1972-4871-9FC9-FFEE491A9A0B}" destId="{757B7F04-200A-400A-91EA-E688CC5457B2}" srcOrd="1" destOrd="0" parTransId="{1F3E4FB1-CB41-44D0-9FAA-E8859489B0AC}" sibTransId="{75983E89-C829-4EC9-A6D1-52D66D0D5FD0}"/>
    <dgm:cxn modelId="{A5E896E2-96F3-4B15-BEF0-D559A03FE15C}" srcId="{E7162864-1972-4871-9FC9-FFEE491A9A0B}" destId="{ADF6FCB0-B01C-4DD9-904C-384EB6DE3975}" srcOrd="0" destOrd="0" parTransId="{D32A8C7D-A6FD-4318-AADE-FABC441D5031}" sibTransId="{33425DD1-495E-4B69-B988-8D097F5DF2DA}"/>
    <dgm:cxn modelId="{1C9137DB-9178-4487-AED2-9AB53454C60F}" type="presParOf" srcId="{C7722544-A452-45B8-A53E-8286A09F08C2}" destId="{E74307BD-AAD7-486A-85B0-015924C0630D}" srcOrd="0" destOrd="0" presId="urn:microsoft.com/office/officeart/2005/8/layout/vList2"/>
    <dgm:cxn modelId="{DAB387F9-D817-4FDB-8AE6-56E574430B28}" type="presParOf" srcId="{C7722544-A452-45B8-A53E-8286A09F08C2}" destId="{D972AE48-6857-4090-B9B0-D578024632D7}" srcOrd="1" destOrd="0" presId="urn:microsoft.com/office/officeart/2005/8/layout/vList2"/>
    <dgm:cxn modelId="{46D9F22B-3FE8-45F1-B062-C24581F467E3}" type="presParOf" srcId="{C7722544-A452-45B8-A53E-8286A09F08C2}" destId="{6806803F-45BC-493D-BA93-7394DD3EABBC}" srcOrd="2" destOrd="0" presId="urn:microsoft.com/office/officeart/2005/8/layout/vList2"/>
    <dgm:cxn modelId="{E4847ED5-8E74-4770-B62F-30160028F2B6}" type="presParOf" srcId="{C7722544-A452-45B8-A53E-8286A09F08C2}" destId="{C0F6E29B-D986-4216-B105-33B8BC71297D}" srcOrd="3" destOrd="0" presId="urn:microsoft.com/office/officeart/2005/8/layout/vList2"/>
    <dgm:cxn modelId="{6B8BA38F-37A4-4650-88B8-C7710E0BFDF3}" type="presParOf" srcId="{C7722544-A452-45B8-A53E-8286A09F08C2}" destId="{6D784669-B09E-429B-AA3A-A45E9DCC5D94}" srcOrd="4" destOrd="0" presId="urn:microsoft.com/office/officeart/2005/8/layout/vList2"/>
    <dgm:cxn modelId="{EBF39FB7-718A-4238-951D-A6BACBAEDA81}" type="presParOf" srcId="{C7722544-A452-45B8-A53E-8286A09F08C2}" destId="{36566F1B-7FDA-44C3-A796-C46C682A322D}" srcOrd="5" destOrd="0" presId="urn:microsoft.com/office/officeart/2005/8/layout/vList2"/>
    <dgm:cxn modelId="{BAE3C960-5755-418C-BFEA-48DA238552C7}" type="presParOf" srcId="{C7722544-A452-45B8-A53E-8286A09F08C2}" destId="{EC75885F-F097-489A-A352-7F88A3B80E13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938026D-9DBE-4854-A3E5-3945E2A39A59}" type="doc">
      <dgm:prSet loTypeId="urn:microsoft.com/office/officeart/2005/8/layout/hierarchy1" loCatId="hierarchy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04C2957-C65A-4179-A6CE-DEBD7154C629}">
      <dgm:prSet/>
      <dgm:spPr/>
      <dgm:t>
        <a:bodyPr/>
        <a:lstStyle/>
        <a:p>
          <a:r>
            <a:rPr lang="hu-HU"/>
            <a:t>Helyzet gyors felmérése</a:t>
          </a:r>
          <a:endParaRPr lang="en-US"/>
        </a:p>
      </dgm:t>
    </dgm:pt>
    <dgm:pt modelId="{318684E4-82B3-4A70-8DD2-E8656E845E57}" type="parTrans" cxnId="{B6930CDB-66E5-408D-BFCF-C721C59907E9}">
      <dgm:prSet/>
      <dgm:spPr/>
      <dgm:t>
        <a:bodyPr/>
        <a:lstStyle/>
        <a:p>
          <a:endParaRPr lang="en-US"/>
        </a:p>
      </dgm:t>
    </dgm:pt>
    <dgm:pt modelId="{92303C52-D1FD-4D98-851A-B3D9801EF89E}" type="sibTrans" cxnId="{B6930CDB-66E5-408D-BFCF-C721C59907E9}">
      <dgm:prSet/>
      <dgm:spPr/>
      <dgm:t>
        <a:bodyPr/>
        <a:lstStyle/>
        <a:p>
          <a:endParaRPr lang="en-US"/>
        </a:p>
      </dgm:t>
    </dgm:pt>
    <dgm:pt modelId="{94939EBC-70A2-4EE9-A6B7-6C621A151440}">
      <dgm:prSet/>
      <dgm:spPr/>
      <dgm:t>
        <a:bodyPr/>
        <a:lstStyle/>
        <a:p>
          <a:r>
            <a:rPr lang="hu-HU"/>
            <a:t>Fontos feladatok </a:t>
          </a:r>
          <a:r>
            <a:rPr lang="en-DE"/>
            <a:t>újra</a:t>
          </a:r>
          <a:r>
            <a:rPr lang="hu-HU"/>
            <a:t>rendezése</a:t>
          </a:r>
          <a:endParaRPr lang="en-US"/>
        </a:p>
      </dgm:t>
    </dgm:pt>
    <dgm:pt modelId="{30183BED-F3C7-4F59-BB56-33F756A283D4}" type="parTrans" cxnId="{0205E37C-8509-48EA-86F5-0BC0D7C30EAB}">
      <dgm:prSet/>
      <dgm:spPr/>
      <dgm:t>
        <a:bodyPr/>
        <a:lstStyle/>
        <a:p>
          <a:endParaRPr lang="en-US"/>
        </a:p>
      </dgm:t>
    </dgm:pt>
    <dgm:pt modelId="{58CBF10C-C91B-4396-B030-15CB8F408128}" type="sibTrans" cxnId="{0205E37C-8509-48EA-86F5-0BC0D7C30EAB}">
      <dgm:prSet/>
      <dgm:spPr/>
      <dgm:t>
        <a:bodyPr/>
        <a:lstStyle/>
        <a:p>
          <a:endParaRPr lang="en-US"/>
        </a:p>
      </dgm:t>
    </dgm:pt>
    <dgm:pt modelId="{42C913E8-859A-4EEA-B6FC-4F240C36DD64}">
      <dgm:prSet/>
      <dgm:spPr/>
      <dgm:t>
        <a:bodyPr/>
        <a:lstStyle/>
        <a:p>
          <a:r>
            <a:rPr lang="hu-HU"/>
            <a:t>Alternatív megoldások keresése</a:t>
          </a:r>
          <a:endParaRPr lang="en-US"/>
        </a:p>
      </dgm:t>
    </dgm:pt>
    <dgm:pt modelId="{5ACECFA5-907A-41C9-9F75-B718747595BE}" type="parTrans" cxnId="{AEABD71E-ACEE-44D1-8197-41DC172756E2}">
      <dgm:prSet/>
      <dgm:spPr/>
      <dgm:t>
        <a:bodyPr/>
        <a:lstStyle/>
        <a:p>
          <a:endParaRPr lang="en-US"/>
        </a:p>
      </dgm:t>
    </dgm:pt>
    <dgm:pt modelId="{191E4B73-C943-4E24-B927-A91CBD3853E6}" type="sibTrans" cxnId="{AEABD71E-ACEE-44D1-8197-41DC172756E2}">
      <dgm:prSet/>
      <dgm:spPr/>
      <dgm:t>
        <a:bodyPr/>
        <a:lstStyle/>
        <a:p>
          <a:endParaRPr lang="en-US"/>
        </a:p>
      </dgm:t>
    </dgm:pt>
    <dgm:pt modelId="{F3C087B7-41AC-41D9-AB03-D607B462A154}">
      <dgm:prSet/>
      <dgm:spPr/>
      <dgm:t>
        <a:bodyPr/>
        <a:lstStyle/>
        <a:p>
          <a:r>
            <a:rPr lang="hu-HU"/>
            <a:t>Segítség kérése</a:t>
          </a:r>
          <a:r>
            <a:rPr lang="en-DE"/>
            <a:t>, ha kell</a:t>
          </a:r>
          <a:endParaRPr lang="en-US"/>
        </a:p>
      </dgm:t>
    </dgm:pt>
    <dgm:pt modelId="{B1C9377F-C45D-4857-B055-A28390B7930A}" type="parTrans" cxnId="{3C27C04A-F09E-4444-8371-F1F0D1289BE9}">
      <dgm:prSet/>
      <dgm:spPr/>
      <dgm:t>
        <a:bodyPr/>
        <a:lstStyle/>
        <a:p>
          <a:endParaRPr lang="en-US"/>
        </a:p>
      </dgm:t>
    </dgm:pt>
    <dgm:pt modelId="{D70CF0CD-A758-4ABD-A81A-A9B3DD895D03}" type="sibTrans" cxnId="{3C27C04A-F09E-4444-8371-F1F0D1289BE9}">
      <dgm:prSet/>
      <dgm:spPr/>
      <dgm:t>
        <a:bodyPr/>
        <a:lstStyle/>
        <a:p>
          <a:endParaRPr lang="en-US"/>
        </a:p>
      </dgm:t>
    </dgm:pt>
    <dgm:pt modelId="{7AB12516-ADEE-49E3-ADAC-14720D5CBF7B}" type="pres">
      <dgm:prSet presAssocID="{B938026D-9DBE-4854-A3E5-3945E2A39A5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EF0E033-27A1-4696-B528-00F474CBEF62}" type="pres">
      <dgm:prSet presAssocID="{204C2957-C65A-4179-A6CE-DEBD7154C629}" presName="hierRoot1" presStyleCnt="0"/>
      <dgm:spPr/>
    </dgm:pt>
    <dgm:pt modelId="{50F32E1B-78FA-4E4E-A778-2A2062EC06F0}" type="pres">
      <dgm:prSet presAssocID="{204C2957-C65A-4179-A6CE-DEBD7154C629}" presName="composite" presStyleCnt="0"/>
      <dgm:spPr/>
    </dgm:pt>
    <dgm:pt modelId="{E3890997-24DE-4037-846E-302918A5BCCB}" type="pres">
      <dgm:prSet presAssocID="{204C2957-C65A-4179-A6CE-DEBD7154C629}" presName="background" presStyleLbl="node0" presStyleIdx="0" presStyleCnt="4"/>
      <dgm:spPr/>
    </dgm:pt>
    <dgm:pt modelId="{958E6A9C-ED9E-4727-ACC0-2A975995112F}" type="pres">
      <dgm:prSet presAssocID="{204C2957-C65A-4179-A6CE-DEBD7154C629}" presName="text" presStyleLbl="fgAcc0" presStyleIdx="0" presStyleCnt="4">
        <dgm:presLayoutVars>
          <dgm:chPref val="3"/>
        </dgm:presLayoutVars>
      </dgm:prSet>
      <dgm:spPr/>
    </dgm:pt>
    <dgm:pt modelId="{51E5C605-8406-47A0-AF79-D98006D571D3}" type="pres">
      <dgm:prSet presAssocID="{204C2957-C65A-4179-A6CE-DEBD7154C629}" presName="hierChild2" presStyleCnt="0"/>
      <dgm:spPr/>
    </dgm:pt>
    <dgm:pt modelId="{8FB28952-A595-4050-9EC4-C44532121808}" type="pres">
      <dgm:prSet presAssocID="{94939EBC-70A2-4EE9-A6B7-6C621A151440}" presName="hierRoot1" presStyleCnt="0"/>
      <dgm:spPr/>
    </dgm:pt>
    <dgm:pt modelId="{4B7BA55A-4094-403B-B29F-3F4460C42166}" type="pres">
      <dgm:prSet presAssocID="{94939EBC-70A2-4EE9-A6B7-6C621A151440}" presName="composite" presStyleCnt="0"/>
      <dgm:spPr/>
    </dgm:pt>
    <dgm:pt modelId="{802E1AF9-DDFB-4DF1-8607-5103A36D7AFF}" type="pres">
      <dgm:prSet presAssocID="{94939EBC-70A2-4EE9-A6B7-6C621A151440}" presName="background" presStyleLbl="node0" presStyleIdx="1" presStyleCnt="4"/>
      <dgm:spPr/>
    </dgm:pt>
    <dgm:pt modelId="{07DD9510-A8C3-415B-B963-D48741058AE8}" type="pres">
      <dgm:prSet presAssocID="{94939EBC-70A2-4EE9-A6B7-6C621A151440}" presName="text" presStyleLbl="fgAcc0" presStyleIdx="1" presStyleCnt="4">
        <dgm:presLayoutVars>
          <dgm:chPref val="3"/>
        </dgm:presLayoutVars>
      </dgm:prSet>
      <dgm:spPr/>
    </dgm:pt>
    <dgm:pt modelId="{1E69D03C-3C04-449F-959B-986CE4A0B28D}" type="pres">
      <dgm:prSet presAssocID="{94939EBC-70A2-4EE9-A6B7-6C621A151440}" presName="hierChild2" presStyleCnt="0"/>
      <dgm:spPr/>
    </dgm:pt>
    <dgm:pt modelId="{5A812564-4297-473F-ADCD-4DBFA7AB8036}" type="pres">
      <dgm:prSet presAssocID="{42C913E8-859A-4EEA-B6FC-4F240C36DD64}" presName="hierRoot1" presStyleCnt="0"/>
      <dgm:spPr/>
    </dgm:pt>
    <dgm:pt modelId="{7D74DFE9-3458-4E94-9EA6-B89CE7AEA2D2}" type="pres">
      <dgm:prSet presAssocID="{42C913E8-859A-4EEA-B6FC-4F240C36DD64}" presName="composite" presStyleCnt="0"/>
      <dgm:spPr/>
    </dgm:pt>
    <dgm:pt modelId="{B1384C29-FBCF-4D8B-A36A-224A23B5B78B}" type="pres">
      <dgm:prSet presAssocID="{42C913E8-859A-4EEA-B6FC-4F240C36DD64}" presName="background" presStyleLbl="node0" presStyleIdx="2" presStyleCnt="4"/>
      <dgm:spPr/>
    </dgm:pt>
    <dgm:pt modelId="{866A79AD-67BA-487B-A1B3-9721632839B1}" type="pres">
      <dgm:prSet presAssocID="{42C913E8-859A-4EEA-B6FC-4F240C36DD64}" presName="text" presStyleLbl="fgAcc0" presStyleIdx="2" presStyleCnt="4">
        <dgm:presLayoutVars>
          <dgm:chPref val="3"/>
        </dgm:presLayoutVars>
      </dgm:prSet>
      <dgm:spPr/>
    </dgm:pt>
    <dgm:pt modelId="{BEB4FA55-EE24-4A58-B506-CD626ABF6389}" type="pres">
      <dgm:prSet presAssocID="{42C913E8-859A-4EEA-B6FC-4F240C36DD64}" presName="hierChild2" presStyleCnt="0"/>
      <dgm:spPr/>
    </dgm:pt>
    <dgm:pt modelId="{C5328AA6-4BF8-48A4-A4CE-CFC52185A04E}" type="pres">
      <dgm:prSet presAssocID="{F3C087B7-41AC-41D9-AB03-D607B462A154}" presName="hierRoot1" presStyleCnt="0"/>
      <dgm:spPr/>
    </dgm:pt>
    <dgm:pt modelId="{ABCDE4F3-32A5-46AE-92E4-6D3CD5DBC117}" type="pres">
      <dgm:prSet presAssocID="{F3C087B7-41AC-41D9-AB03-D607B462A154}" presName="composite" presStyleCnt="0"/>
      <dgm:spPr/>
    </dgm:pt>
    <dgm:pt modelId="{863064C5-21FC-48D3-9AFC-00EB33CBB97D}" type="pres">
      <dgm:prSet presAssocID="{F3C087B7-41AC-41D9-AB03-D607B462A154}" presName="background" presStyleLbl="node0" presStyleIdx="3" presStyleCnt="4"/>
      <dgm:spPr/>
    </dgm:pt>
    <dgm:pt modelId="{7A96CFD4-B5A2-457A-B80E-65986763DA45}" type="pres">
      <dgm:prSet presAssocID="{F3C087B7-41AC-41D9-AB03-D607B462A154}" presName="text" presStyleLbl="fgAcc0" presStyleIdx="3" presStyleCnt="4">
        <dgm:presLayoutVars>
          <dgm:chPref val="3"/>
        </dgm:presLayoutVars>
      </dgm:prSet>
      <dgm:spPr/>
    </dgm:pt>
    <dgm:pt modelId="{600E7343-3757-4705-9DF4-0E9B89AD2882}" type="pres">
      <dgm:prSet presAssocID="{F3C087B7-41AC-41D9-AB03-D607B462A154}" presName="hierChild2" presStyleCnt="0"/>
      <dgm:spPr/>
    </dgm:pt>
  </dgm:ptLst>
  <dgm:cxnLst>
    <dgm:cxn modelId="{AEABD71E-ACEE-44D1-8197-41DC172756E2}" srcId="{B938026D-9DBE-4854-A3E5-3945E2A39A59}" destId="{42C913E8-859A-4EEA-B6FC-4F240C36DD64}" srcOrd="2" destOrd="0" parTransId="{5ACECFA5-907A-41C9-9F75-B718747595BE}" sibTransId="{191E4B73-C943-4E24-B927-A91CBD3853E6}"/>
    <dgm:cxn modelId="{F50DEB1E-7F83-42DC-8386-D3C3CD5EA5F2}" type="presOf" srcId="{204C2957-C65A-4179-A6CE-DEBD7154C629}" destId="{958E6A9C-ED9E-4727-ACC0-2A975995112F}" srcOrd="0" destOrd="0" presId="urn:microsoft.com/office/officeart/2005/8/layout/hierarchy1"/>
    <dgm:cxn modelId="{3C27C04A-F09E-4444-8371-F1F0D1289BE9}" srcId="{B938026D-9DBE-4854-A3E5-3945E2A39A59}" destId="{F3C087B7-41AC-41D9-AB03-D607B462A154}" srcOrd="3" destOrd="0" parTransId="{B1C9377F-C45D-4857-B055-A28390B7930A}" sibTransId="{D70CF0CD-A758-4ABD-A81A-A9B3DD895D03}"/>
    <dgm:cxn modelId="{CC1A2753-C2AA-4E13-8D44-8E6A6D1B5290}" type="presOf" srcId="{42C913E8-859A-4EEA-B6FC-4F240C36DD64}" destId="{866A79AD-67BA-487B-A1B3-9721632839B1}" srcOrd="0" destOrd="0" presId="urn:microsoft.com/office/officeart/2005/8/layout/hierarchy1"/>
    <dgm:cxn modelId="{87A41B58-124B-4F2D-8A7F-371FFE476AAA}" type="presOf" srcId="{F3C087B7-41AC-41D9-AB03-D607B462A154}" destId="{7A96CFD4-B5A2-457A-B80E-65986763DA45}" srcOrd="0" destOrd="0" presId="urn:microsoft.com/office/officeart/2005/8/layout/hierarchy1"/>
    <dgm:cxn modelId="{0205E37C-8509-48EA-86F5-0BC0D7C30EAB}" srcId="{B938026D-9DBE-4854-A3E5-3945E2A39A59}" destId="{94939EBC-70A2-4EE9-A6B7-6C621A151440}" srcOrd="1" destOrd="0" parTransId="{30183BED-F3C7-4F59-BB56-33F756A283D4}" sibTransId="{58CBF10C-C91B-4396-B030-15CB8F408128}"/>
    <dgm:cxn modelId="{AF327C9C-2048-4116-A549-F0D63E9D9710}" type="presOf" srcId="{B938026D-9DBE-4854-A3E5-3945E2A39A59}" destId="{7AB12516-ADEE-49E3-ADAC-14720D5CBF7B}" srcOrd="0" destOrd="0" presId="urn:microsoft.com/office/officeart/2005/8/layout/hierarchy1"/>
    <dgm:cxn modelId="{B6930CDB-66E5-408D-BFCF-C721C59907E9}" srcId="{B938026D-9DBE-4854-A3E5-3945E2A39A59}" destId="{204C2957-C65A-4179-A6CE-DEBD7154C629}" srcOrd="0" destOrd="0" parTransId="{318684E4-82B3-4A70-8DD2-E8656E845E57}" sibTransId="{92303C52-D1FD-4D98-851A-B3D9801EF89E}"/>
    <dgm:cxn modelId="{8DEDB9E7-4681-4FDE-9902-69198BCE3637}" type="presOf" srcId="{94939EBC-70A2-4EE9-A6B7-6C621A151440}" destId="{07DD9510-A8C3-415B-B963-D48741058AE8}" srcOrd="0" destOrd="0" presId="urn:microsoft.com/office/officeart/2005/8/layout/hierarchy1"/>
    <dgm:cxn modelId="{0BA48096-09B9-4CFB-B1FE-07B071AAA1F7}" type="presParOf" srcId="{7AB12516-ADEE-49E3-ADAC-14720D5CBF7B}" destId="{EEF0E033-27A1-4696-B528-00F474CBEF62}" srcOrd="0" destOrd="0" presId="urn:microsoft.com/office/officeart/2005/8/layout/hierarchy1"/>
    <dgm:cxn modelId="{6E912C1A-F438-49E9-8010-53A40A753C85}" type="presParOf" srcId="{EEF0E033-27A1-4696-B528-00F474CBEF62}" destId="{50F32E1B-78FA-4E4E-A778-2A2062EC06F0}" srcOrd="0" destOrd="0" presId="urn:microsoft.com/office/officeart/2005/8/layout/hierarchy1"/>
    <dgm:cxn modelId="{7209E4B2-D57D-40F9-A702-A2651760CF41}" type="presParOf" srcId="{50F32E1B-78FA-4E4E-A778-2A2062EC06F0}" destId="{E3890997-24DE-4037-846E-302918A5BCCB}" srcOrd="0" destOrd="0" presId="urn:microsoft.com/office/officeart/2005/8/layout/hierarchy1"/>
    <dgm:cxn modelId="{442BE0A1-4B86-49D9-85E0-1B456786AA0C}" type="presParOf" srcId="{50F32E1B-78FA-4E4E-A778-2A2062EC06F0}" destId="{958E6A9C-ED9E-4727-ACC0-2A975995112F}" srcOrd="1" destOrd="0" presId="urn:microsoft.com/office/officeart/2005/8/layout/hierarchy1"/>
    <dgm:cxn modelId="{4CA80354-588D-4107-AC8E-48DCCF60B913}" type="presParOf" srcId="{EEF0E033-27A1-4696-B528-00F474CBEF62}" destId="{51E5C605-8406-47A0-AF79-D98006D571D3}" srcOrd="1" destOrd="0" presId="urn:microsoft.com/office/officeart/2005/8/layout/hierarchy1"/>
    <dgm:cxn modelId="{155D5EE6-18E2-4570-B0AF-187F4D72FE71}" type="presParOf" srcId="{7AB12516-ADEE-49E3-ADAC-14720D5CBF7B}" destId="{8FB28952-A595-4050-9EC4-C44532121808}" srcOrd="1" destOrd="0" presId="urn:microsoft.com/office/officeart/2005/8/layout/hierarchy1"/>
    <dgm:cxn modelId="{706927ED-09B6-42AA-934B-F9BA8D482337}" type="presParOf" srcId="{8FB28952-A595-4050-9EC4-C44532121808}" destId="{4B7BA55A-4094-403B-B29F-3F4460C42166}" srcOrd="0" destOrd="0" presId="urn:microsoft.com/office/officeart/2005/8/layout/hierarchy1"/>
    <dgm:cxn modelId="{106BE6D1-8269-4C62-AC24-6393A824F520}" type="presParOf" srcId="{4B7BA55A-4094-403B-B29F-3F4460C42166}" destId="{802E1AF9-DDFB-4DF1-8607-5103A36D7AFF}" srcOrd="0" destOrd="0" presId="urn:microsoft.com/office/officeart/2005/8/layout/hierarchy1"/>
    <dgm:cxn modelId="{4D3CAC32-CF07-4146-AF65-9AEE1ED2E90F}" type="presParOf" srcId="{4B7BA55A-4094-403B-B29F-3F4460C42166}" destId="{07DD9510-A8C3-415B-B963-D48741058AE8}" srcOrd="1" destOrd="0" presId="urn:microsoft.com/office/officeart/2005/8/layout/hierarchy1"/>
    <dgm:cxn modelId="{2AD1021D-0629-4847-BA83-4617BDF43201}" type="presParOf" srcId="{8FB28952-A595-4050-9EC4-C44532121808}" destId="{1E69D03C-3C04-449F-959B-986CE4A0B28D}" srcOrd="1" destOrd="0" presId="urn:microsoft.com/office/officeart/2005/8/layout/hierarchy1"/>
    <dgm:cxn modelId="{52912946-FE75-47B6-8759-8DAC1124E22F}" type="presParOf" srcId="{7AB12516-ADEE-49E3-ADAC-14720D5CBF7B}" destId="{5A812564-4297-473F-ADCD-4DBFA7AB8036}" srcOrd="2" destOrd="0" presId="urn:microsoft.com/office/officeart/2005/8/layout/hierarchy1"/>
    <dgm:cxn modelId="{D2E680A3-6CE0-484E-9F22-B4DCDE071C3F}" type="presParOf" srcId="{5A812564-4297-473F-ADCD-4DBFA7AB8036}" destId="{7D74DFE9-3458-4E94-9EA6-B89CE7AEA2D2}" srcOrd="0" destOrd="0" presId="urn:microsoft.com/office/officeart/2005/8/layout/hierarchy1"/>
    <dgm:cxn modelId="{F6E4B192-8E97-47F3-A0AF-0B8BE6B424A6}" type="presParOf" srcId="{7D74DFE9-3458-4E94-9EA6-B89CE7AEA2D2}" destId="{B1384C29-FBCF-4D8B-A36A-224A23B5B78B}" srcOrd="0" destOrd="0" presId="urn:microsoft.com/office/officeart/2005/8/layout/hierarchy1"/>
    <dgm:cxn modelId="{EAC8AD03-DA6D-4491-953C-5B9EC037FC31}" type="presParOf" srcId="{7D74DFE9-3458-4E94-9EA6-B89CE7AEA2D2}" destId="{866A79AD-67BA-487B-A1B3-9721632839B1}" srcOrd="1" destOrd="0" presId="urn:microsoft.com/office/officeart/2005/8/layout/hierarchy1"/>
    <dgm:cxn modelId="{12502BE8-D5C4-4DBD-8F42-81B78990EC27}" type="presParOf" srcId="{5A812564-4297-473F-ADCD-4DBFA7AB8036}" destId="{BEB4FA55-EE24-4A58-B506-CD626ABF6389}" srcOrd="1" destOrd="0" presId="urn:microsoft.com/office/officeart/2005/8/layout/hierarchy1"/>
    <dgm:cxn modelId="{D7AD8E6F-299A-44EA-8B83-24265522CE8D}" type="presParOf" srcId="{7AB12516-ADEE-49E3-ADAC-14720D5CBF7B}" destId="{C5328AA6-4BF8-48A4-A4CE-CFC52185A04E}" srcOrd="3" destOrd="0" presId="urn:microsoft.com/office/officeart/2005/8/layout/hierarchy1"/>
    <dgm:cxn modelId="{3D158C60-6692-44C3-9A86-36339F66FFE3}" type="presParOf" srcId="{C5328AA6-4BF8-48A4-A4CE-CFC52185A04E}" destId="{ABCDE4F3-32A5-46AE-92E4-6D3CD5DBC117}" srcOrd="0" destOrd="0" presId="urn:microsoft.com/office/officeart/2005/8/layout/hierarchy1"/>
    <dgm:cxn modelId="{CE25A679-73DF-48CB-8138-E9D765CD373B}" type="presParOf" srcId="{ABCDE4F3-32A5-46AE-92E4-6D3CD5DBC117}" destId="{863064C5-21FC-48D3-9AFC-00EB33CBB97D}" srcOrd="0" destOrd="0" presId="urn:microsoft.com/office/officeart/2005/8/layout/hierarchy1"/>
    <dgm:cxn modelId="{6BF5C08E-886A-4DEB-BEF8-1BBDE4982EF4}" type="presParOf" srcId="{ABCDE4F3-32A5-46AE-92E4-6D3CD5DBC117}" destId="{7A96CFD4-B5A2-457A-B80E-65986763DA45}" srcOrd="1" destOrd="0" presId="urn:microsoft.com/office/officeart/2005/8/layout/hierarchy1"/>
    <dgm:cxn modelId="{A19FEA93-EE7B-4686-8231-C4577781C8F8}" type="presParOf" srcId="{C5328AA6-4BF8-48A4-A4CE-CFC52185A04E}" destId="{600E7343-3757-4705-9DF4-0E9B89AD2882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A93BA8D-A2CB-4D70-A1EA-164397EA9D0F}" type="doc">
      <dgm:prSet loTypeId="urn:microsoft.com/office/officeart/2008/layout/LinedLis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DB1AD4C-CF3E-41E2-B66C-1E9AACA4F812}">
      <dgm:prSet/>
      <dgm:spPr/>
      <dgm:t>
        <a:bodyPr/>
        <a:lstStyle/>
        <a:p>
          <a:r>
            <a:rPr lang="en-DE"/>
            <a:t>Tartalék idővel számítás</a:t>
          </a:r>
          <a:endParaRPr lang="en-US"/>
        </a:p>
      </dgm:t>
    </dgm:pt>
    <dgm:pt modelId="{BF3E4EE7-201F-42CD-A94B-A928D6270B34}" type="parTrans" cxnId="{2714F7C4-67BB-458F-8D2F-6E4DB9E6654F}">
      <dgm:prSet/>
      <dgm:spPr/>
      <dgm:t>
        <a:bodyPr/>
        <a:lstStyle/>
        <a:p>
          <a:endParaRPr lang="en-US"/>
        </a:p>
      </dgm:t>
    </dgm:pt>
    <dgm:pt modelId="{A8AEBAA4-6140-459C-9368-853DCD9EB477}" type="sibTrans" cxnId="{2714F7C4-67BB-458F-8D2F-6E4DB9E6654F}">
      <dgm:prSet/>
      <dgm:spPr/>
      <dgm:t>
        <a:bodyPr/>
        <a:lstStyle/>
        <a:p>
          <a:endParaRPr lang="en-US"/>
        </a:p>
      </dgm:t>
    </dgm:pt>
    <dgm:pt modelId="{CD1E5965-707B-4250-A4A9-7D66B9932E87}">
      <dgm:prSet/>
      <dgm:spPr/>
      <dgm:t>
        <a:bodyPr/>
        <a:lstStyle/>
        <a:p>
          <a:r>
            <a:rPr lang="en-DE"/>
            <a:t>Rugalmas tervezés</a:t>
          </a:r>
          <a:endParaRPr lang="en-US"/>
        </a:p>
      </dgm:t>
    </dgm:pt>
    <dgm:pt modelId="{1EA9143B-2605-4A5D-8FE7-775692B2E35A}" type="parTrans" cxnId="{99209559-895E-4400-88B6-EC117C7CA988}">
      <dgm:prSet/>
      <dgm:spPr/>
      <dgm:t>
        <a:bodyPr/>
        <a:lstStyle/>
        <a:p>
          <a:endParaRPr lang="en-US"/>
        </a:p>
      </dgm:t>
    </dgm:pt>
    <dgm:pt modelId="{1BEC766E-312F-4345-9E8E-7A73B8CE718A}" type="sibTrans" cxnId="{99209559-895E-4400-88B6-EC117C7CA988}">
      <dgm:prSet/>
      <dgm:spPr/>
      <dgm:t>
        <a:bodyPr/>
        <a:lstStyle/>
        <a:p>
          <a:endParaRPr lang="en-US"/>
        </a:p>
      </dgm:t>
    </dgm:pt>
    <dgm:pt modelId="{FE404D2E-A45D-4244-894B-7E02B2F113C9}">
      <dgm:prSet/>
      <dgm:spPr/>
      <dgm:t>
        <a:bodyPr/>
        <a:lstStyle/>
        <a:p>
          <a:r>
            <a:rPr lang="en-DE"/>
            <a:t>Előre kigondolt “B terv”</a:t>
          </a:r>
          <a:endParaRPr lang="en-US"/>
        </a:p>
      </dgm:t>
    </dgm:pt>
    <dgm:pt modelId="{5AE30D4D-7147-48D1-927E-605DF98582F1}" type="parTrans" cxnId="{891441F1-DEB4-4349-950B-9E06531C3C8E}">
      <dgm:prSet/>
      <dgm:spPr/>
      <dgm:t>
        <a:bodyPr/>
        <a:lstStyle/>
        <a:p>
          <a:endParaRPr lang="en-US"/>
        </a:p>
      </dgm:t>
    </dgm:pt>
    <dgm:pt modelId="{5C064324-99FA-41A0-8B44-CCCC1B807DC9}" type="sibTrans" cxnId="{891441F1-DEB4-4349-950B-9E06531C3C8E}">
      <dgm:prSet/>
      <dgm:spPr/>
      <dgm:t>
        <a:bodyPr/>
        <a:lstStyle/>
        <a:p>
          <a:endParaRPr lang="en-US"/>
        </a:p>
      </dgm:t>
    </dgm:pt>
    <dgm:pt modelId="{CB551682-3D83-4688-B377-866ACCD4F42E}">
      <dgm:prSet/>
      <dgm:spPr/>
      <dgm:t>
        <a:bodyPr/>
        <a:lstStyle/>
        <a:p>
          <a:r>
            <a:rPr lang="en-DE"/>
            <a:t>Nyugodt hozzáállás</a:t>
          </a:r>
          <a:endParaRPr lang="en-US"/>
        </a:p>
      </dgm:t>
    </dgm:pt>
    <dgm:pt modelId="{F5619DCB-C48B-4CCD-9F23-108FFF61F18D}" type="parTrans" cxnId="{C1B38A4C-36CA-433F-B3AE-0548967EFD57}">
      <dgm:prSet/>
      <dgm:spPr/>
      <dgm:t>
        <a:bodyPr/>
        <a:lstStyle/>
        <a:p>
          <a:endParaRPr lang="en-US"/>
        </a:p>
      </dgm:t>
    </dgm:pt>
    <dgm:pt modelId="{1081DA0A-D80E-424E-86D3-B648A4E2D993}" type="sibTrans" cxnId="{C1B38A4C-36CA-433F-B3AE-0548967EFD57}">
      <dgm:prSet/>
      <dgm:spPr/>
      <dgm:t>
        <a:bodyPr/>
        <a:lstStyle/>
        <a:p>
          <a:endParaRPr lang="en-US"/>
        </a:p>
      </dgm:t>
    </dgm:pt>
    <dgm:pt modelId="{9FAEE464-EEDE-4D94-A180-7CD677B50CAA}" type="pres">
      <dgm:prSet presAssocID="{AA93BA8D-A2CB-4D70-A1EA-164397EA9D0F}" presName="vert0" presStyleCnt="0">
        <dgm:presLayoutVars>
          <dgm:dir/>
          <dgm:animOne val="branch"/>
          <dgm:animLvl val="lvl"/>
        </dgm:presLayoutVars>
      </dgm:prSet>
      <dgm:spPr/>
    </dgm:pt>
    <dgm:pt modelId="{E07D447E-3C6C-4F11-A8C8-DF0E328C4BA4}" type="pres">
      <dgm:prSet presAssocID="{5DB1AD4C-CF3E-41E2-B66C-1E9AACA4F812}" presName="thickLine" presStyleLbl="alignNode1" presStyleIdx="0" presStyleCnt="4"/>
      <dgm:spPr/>
    </dgm:pt>
    <dgm:pt modelId="{B73E3BC8-1581-46D4-A788-C7321B442606}" type="pres">
      <dgm:prSet presAssocID="{5DB1AD4C-CF3E-41E2-B66C-1E9AACA4F812}" presName="horz1" presStyleCnt="0"/>
      <dgm:spPr/>
    </dgm:pt>
    <dgm:pt modelId="{E30FC712-704B-4F4D-B6A6-F826640439F9}" type="pres">
      <dgm:prSet presAssocID="{5DB1AD4C-CF3E-41E2-B66C-1E9AACA4F812}" presName="tx1" presStyleLbl="revTx" presStyleIdx="0" presStyleCnt="4"/>
      <dgm:spPr/>
    </dgm:pt>
    <dgm:pt modelId="{5DFC077E-D4F7-4DED-864B-96DA4D30C57A}" type="pres">
      <dgm:prSet presAssocID="{5DB1AD4C-CF3E-41E2-B66C-1E9AACA4F812}" presName="vert1" presStyleCnt="0"/>
      <dgm:spPr/>
    </dgm:pt>
    <dgm:pt modelId="{4160E3D3-A670-4CA2-BC6C-2881DF743BE3}" type="pres">
      <dgm:prSet presAssocID="{CD1E5965-707B-4250-A4A9-7D66B9932E87}" presName="thickLine" presStyleLbl="alignNode1" presStyleIdx="1" presStyleCnt="4"/>
      <dgm:spPr/>
    </dgm:pt>
    <dgm:pt modelId="{76761746-E05C-4051-BDDB-6C9E3299C1CC}" type="pres">
      <dgm:prSet presAssocID="{CD1E5965-707B-4250-A4A9-7D66B9932E87}" presName="horz1" presStyleCnt="0"/>
      <dgm:spPr/>
    </dgm:pt>
    <dgm:pt modelId="{C324C736-6DD4-4106-B65B-AD1E929BAB2C}" type="pres">
      <dgm:prSet presAssocID="{CD1E5965-707B-4250-A4A9-7D66B9932E87}" presName="tx1" presStyleLbl="revTx" presStyleIdx="1" presStyleCnt="4"/>
      <dgm:spPr/>
    </dgm:pt>
    <dgm:pt modelId="{208BB69F-249E-4F33-BED1-D128C2943DDE}" type="pres">
      <dgm:prSet presAssocID="{CD1E5965-707B-4250-A4A9-7D66B9932E87}" presName="vert1" presStyleCnt="0"/>
      <dgm:spPr/>
    </dgm:pt>
    <dgm:pt modelId="{21C25483-F5FB-4D4E-8D6D-C6A1971AE99F}" type="pres">
      <dgm:prSet presAssocID="{FE404D2E-A45D-4244-894B-7E02B2F113C9}" presName="thickLine" presStyleLbl="alignNode1" presStyleIdx="2" presStyleCnt="4"/>
      <dgm:spPr/>
    </dgm:pt>
    <dgm:pt modelId="{D8057D59-7AE9-4822-939A-D2AAA7332DF5}" type="pres">
      <dgm:prSet presAssocID="{FE404D2E-A45D-4244-894B-7E02B2F113C9}" presName="horz1" presStyleCnt="0"/>
      <dgm:spPr/>
    </dgm:pt>
    <dgm:pt modelId="{80DDF415-EBBE-4E11-9E1A-2DDB3E6DAECE}" type="pres">
      <dgm:prSet presAssocID="{FE404D2E-A45D-4244-894B-7E02B2F113C9}" presName="tx1" presStyleLbl="revTx" presStyleIdx="2" presStyleCnt="4"/>
      <dgm:spPr/>
    </dgm:pt>
    <dgm:pt modelId="{3A175F9F-4D9D-4D12-B8FD-E07F4694032A}" type="pres">
      <dgm:prSet presAssocID="{FE404D2E-A45D-4244-894B-7E02B2F113C9}" presName="vert1" presStyleCnt="0"/>
      <dgm:spPr/>
    </dgm:pt>
    <dgm:pt modelId="{D13194C8-8409-434F-A1C3-19CDF32D9CDB}" type="pres">
      <dgm:prSet presAssocID="{CB551682-3D83-4688-B377-866ACCD4F42E}" presName="thickLine" presStyleLbl="alignNode1" presStyleIdx="3" presStyleCnt="4"/>
      <dgm:spPr/>
    </dgm:pt>
    <dgm:pt modelId="{ACD8E4FC-2047-408E-8077-C6DC19334C39}" type="pres">
      <dgm:prSet presAssocID="{CB551682-3D83-4688-B377-866ACCD4F42E}" presName="horz1" presStyleCnt="0"/>
      <dgm:spPr/>
    </dgm:pt>
    <dgm:pt modelId="{8B27AC5A-EED0-4FFF-A6CC-B144C746E6E6}" type="pres">
      <dgm:prSet presAssocID="{CB551682-3D83-4688-B377-866ACCD4F42E}" presName="tx1" presStyleLbl="revTx" presStyleIdx="3" presStyleCnt="4"/>
      <dgm:spPr/>
    </dgm:pt>
    <dgm:pt modelId="{818B44C6-3BFC-4C5B-AD41-A272440A3D3D}" type="pres">
      <dgm:prSet presAssocID="{CB551682-3D83-4688-B377-866ACCD4F42E}" presName="vert1" presStyleCnt="0"/>
      <dgm:spPr/>
    </dgm:pt>
  </dgm:ptLst>
  <dgm:cxnLst>
    <dgm:cxn modelId="{85ACA00C-DC25-4415-9952-B9E33A04C579}" type="presOf" srcId="{FE404D2E-A45D-4244-894B-7E02B2F113C9}" destId="{80DDF415-EBBE-4E11-9E1A-2DDB3E6DAECE}" srcOrd="0" destOrd="0" presId="urn:microsoft.com/office/officeart/2008/layout/LinedList"/>
    <dgm:cxn modelId="{1DEE9124-6A2E-4860-B74C-B08E2E93D17F}" type="presOf" srcId="{CD1E5965-707B-4250-A4A9-7D66B9932E87}" destId="{C324C736-6DD4-4106-B65B-AD1E929BAB2C}" srcOrd="0" destOrd="0" presId="urn:microsoft.com/office/officeart/2008/layout/LinedList"/>
    <dgm:cxn modelId="{2CC02361-0C62-42F4-B341-D0A6C0AB53F3}" type="presOf" srcId="{5DB1AD4C-CF3E-41E2-B66C-1E9AACA4F812}" destId="{E30FC712-704B-4F4D-B6A6-F826640439F9}" srcOrd="0" destOrd="0" presId="urn:microsoft.com/office/officeart/2008/layout/LinedList"/>
    <dgm:cxn modelId="{C1B38A4C-36CA-433F-B3AE-0548967EFD57}" srcId="{AA93BA8D-A2CB-4D70-A1EA-164397EA9D0F}" destId="{CB551682-3D83-4688-B377-866ACCD4F42E}" srcOrd="3" destOrd="0" parTransId="{F5619DCB-C48B-4CCD-9F23-108FFF61F18D}" sibTransId="{1081DA0A-D80E-424E-86D3-B648A4E2D993}"/>
    <dgm:cxn modelId="{99209559-895E-4400-88B6-EC117C7CA988}" srcId="{AA93BA8D-A2CB-4D70-A1EA-164397EA9D0F}" destId="{CD1E5965-707B-4250-A4A9-7D66B9932E87}" srcOrd="1" destOrd="0" parTransId="{1EA9143B-2605-4A5D-8FE7-775692B2E35A}" sibTransId="{1BEC766E-312F-4345-9E8E-7A73B8CE718A}"/>
    <dgm:cxn modelId="{4613B9AA-D9B2-4AE6-AF33-BC1330F03DDC}" type="presOf" srcId="{CB551682-3D83-4688-B377-866ACCD4F42E}" destId="{8B27AC5A-EED0-4FFF-A6CC-B144C746E6E6}" srcOrd="0" destOrd="0" presId="urn:microsoft.com/office/officeart/2008/layout/LinedList"/>
    <dgm:cxn modelId="{2714F7C4-67BB-458F-8D2F-6E4DB9E6654F}" srcId="{AA93BA8D-A2CB-4D70-A1EA-164397EA9D0F}" destId="{5DB1AD4C-CF3E-41E2-B66C-1E9AACA4F812}" srcOrd="0" destOrd="0" parTransId="{BF3E4EE7-201F-42CD-A94B-A928D6270B34}" sibTransId="{A8AEBAA4-6140-459C-9368-853DCD9EB477}"/>
    <dgm:cxn modelId="{4487A0E3-0795-479F-8A98-02D7A31CDF4F}" type="presOf" srcId="{AA93BA8D-A2CB-4D70-A1EA-164397EA9D0F}" destId="{9FAEE464-EEDE-4D94-A180-7CD677B50CAA}" srcOrd="0" destOrd="0" presId="urn:microsoft.com/office/officeart/2008/layout/LinedList"/>
    <dgm:cxn modelId="{891441F1-DEB4-4349-950B-9E06531C3C8E}" srcId="{AA93BA8D-A2CB-4D70-A1EA-164397EA9D0F}" destId="{FE404D2E-A45D-4244-894B-7E02B2F113C9}" srcOrd="2" destOrd="0" parTransId="{5AE30D4D-7147-48D1-927E-605DF98582F1}" sibTransId="{5C064324-99FA-41A0-8B44-CCCC1B807DC9}"/>
    <dgm:cxn modelId="{2F0546AA-A485-4021-831D-E3A365EE6030}" type="presParOf" srcId="{9FAEE464-EEDE-4D94-A180-7CD677B50CAA}" destId="{E07D447E-3C6C-4F11-A8C8-DF0E328C4BA4}" srcOrd="0" destOrd="0" presId="urn:microsoft.com/office/officeart/2008/layout/LinedList"/>
    <dgm:cxn modelId="{7E51BE8A-ED0E-42EE-8903-DB8FA6284D42}" type="presParOf" srcId="{9FAEE464-EEDE-4D94-A180-7CD677B50CAA}" destId="{B73E3BC8-1581-46D4-A788-C7321B442606}" srcOrd="1" destOrd="0" presId="urn:microsoft.com/office/officeart/2008/layout/LinedList"/>
    <dgm:cxn modelId="{93009C0B-DD4E-4059-8D62-F5CBB9061120}" type="presParOf" srcId="{B73E3BC8-1581-46D4-A788-C7321B442606}" destId="{E30FC712-704B-4F4D-B6A6-F826640439F9}" srcOrd="0" destOrd="0" presId="urn:microsoft.com/office/officeart/2008/layout/LinedList"/>
    <dgm:cxn modelId="{A93165AE-0BEE-4BA9-9C75-A87328CD8007}" type="presParOf" srcId="{B73E3BC8-1581-46D4-A788-C7321B442606}" destId="{5DFC077E-D4F7-4DED-864B-96DA4D30C57A}" srcOrd="1" destOrd="0" presId="urn:microsoft.com/office/officeart/2008/layout/LinedList"/>
    <dgm:cxn modelId="{EE830300-9DA1-46F7-99CA-ED3DC6F9D254}" type="presParOf" srcId="{9FAEE464-EEDE-4D94-A180-7CD677B50CAA}" destId="{4160E3D3-A670-4CA2-BC6C-2881DF743BE3}" srcOrd="2" destOrd="0" presId="urn:microsoft.com/office/officeart/2008/layout/LinedList"/>
    <dgm:cxn modelId="{D64D6E94-0127-45A4-885F-2F68B710F666}" type="presParOf" srcId="{9FAEE464-EEDE-4D94-A180-7CD677B50CAA}" destId="{76761746-E05C-4051-BDDB-6C9E3299C1CC}" srcOrd="3" destOrd="0" presId="urn:microsoft.com/office/officeart/2008/layout/LinedList"/>
    <dgm:cxn modelId="{B826A873-7AF5-4037-BFC6-0839B1903FA6}" type="presParOf" srcId="{76761746-E05C-4051-BDDB-6C9E3299C1CC}" destId="{C324C736-6DD4-4106-B65B-AD1E929BAB2C}" srcOrd="0" destOrd="0" presId="urn:microsoft.com/office/officeart/2008/layout/LinedList"/>
    <dgm:cxn modelId="{ED8AFCD2-D535-4F7D-ADD4-83B74ADE3B6F}" type="presParOf" srcId="{76761746-E05C-4051-BDDB-6C9E3299C1CC}" destId="{208BB69F-249E-4F33-BED1-D128C2943DDE}" srcOrd="1" destOrd="0" presId="urn:microsoft.com/office/officeart/2008/layout/LinedList"/>
    <dgm:cxn modelId="{B362C335-4079-4B2C-89D1-B72ECDAA5C30}" type="presParOf" srcId="{9FAEE464-EEDE-4D94-A180-7CD677B50CAA}" destId="{21C25483-F5FB-4D4E-8D6D-C6A1971AE99F}" srcOrd="4" destOrd="0" presId="urn:microsoft.com/office/officeart/2008/layout/LinedList"/>
    <dgm:cxn modelId="{8A61F3D2-B1B1-472B-B6B8-4CC2A3E90087}" type="presParOf" srcId="{9FAEE464-EEDE-4D94-A180-7CD677B50CAA}" destId="{D8057D59-7AE9-4822-939A-D2AAA7332DF5}" srcOrd="5" destOrd="0" presId="urn:microsoft.com/office/officeart/2008/layout/LinedList"/>
    <dgm:cxn modelId="{7A50A53C-CB6B-44FA-86F9-951EC3CAC3DA}" type="presParOf" srcId="{D8057D59-7AE9-4822-939A-D2AAA7332DF5}" destId="{80DDF415-EBBE-4E11-9E1A-2DDB3E6DAECE}" srcOrd="0" destOrd="0" presId="urn:microsoft.com/office/officeart/2008/layout/LinedList"/>
    <dgm:cxn modelId="{F2E83ED4-24F7-4954-83CA-397695BA7263}" type="presParOf" srcId="{D8057D59-7AE9-4822-939A-D2AAA7332DF5}" destId="{3A175F9F-4D9D-4D12-B8FD-E07F4694032A}" srcOrd="1" destOrd="0" presId="urn:microsoft.com/office/officeart/2008/layout/LinedList"/>
    <dgm:cxn modelId="{9106F37D-5ABB-4005-B847-7080AD5D8E8C}" type="presParOf" srcId="{9FAEE464-EEDE-4D94-A180-7CD677B50CAA}" destId="{D13194C8-8409-434F-A1C3-19CDF32D9CDB}" srcOrd="6" destOrd="0" presId="urn:microsoft.com/office/officeart/2008/layout/LinedList"/>
    <dgm:cxn modelId="{3F063AF8-5FE5-4EBF-B1B2-8C4E1F5DAF9B}" type="presParOf" srcId="{9FAEE464-EEDE-4D94-A180-7CD677B50CAA}" destId="{ACD8E4FC-2047-408E-8077-C6DC19334C39}" srcOrd="7" destOrd="0" presId="urn:microsoft.com/office/officeart/2008/layout/LinedList"/>
    <dgm:cxn modelId="{3905268D-CBC8-40E1-9585-B2B8E711E961}" type="presParOf" srcId="{ACD8E4FC-2047-408E-8077-C6DC19334C39}" destId="{8B27AC5A-EED0-4FFF-A6CC-B144C746E6E6}" srcOrd="0" destOrd="0" presId="urn:microsoft.com/office/officeart/2008/layout/LinedList"/>
    <dgm:cxn modelId="{C2C3D4D8-B8D6-42F3-97CE-5ABBBEE9AED4}" type="presParOf" srcId="{ACD8E4FC-2047-408E-8077-C6DC19334C39}" destId="{818B44C6-3BFC-4C5B-AD41-A272440A3D3D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5A18EC-30FF-49CA-AAA9-62DC16134FF5}">
      <dsp:nvSpPr>
        <dsp:cNvPr id="0" name=""/>
        <dsp:cNvSpPr/>
      </dsp:nvSpPr>
      <dsp:spPr>
        <a:xfrm>
          <a:off x="0" y="805896"/>
          <a:ext cx="6620255" cy="86346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600" kern="1200" noProof="0" dirty="0"/>
            <a:t>Nem tervezett események</a:t>
          </a:r>
        </a:p>
      </dsp:txBody>
      <dsp:txXfrm>
        <a:off x="42151" y="848047"/>
        <a:ext cx="6535953" cy="779158"/>
      </dsp:txXfrm>
    </dsp:sp>
    <dsp:sp modelId="{406298EE-20AE-41AD-8D1B-51EBFC23EF73}">
      <dsp:nvSpPr>
        <dsp:cNvPr id="0" name=""/>
        <dsp:cNvSpPr/>
      </dsp:nvSpPr>
      <dsp:spPr>
        <a:xfrm>
          <a:off x="0" y="1773036"/>
          <a:ext cx="6620255" cy="86346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600" kern="1200" noProof="0" dirty="0"/>
            <a:t>Hirtelen fellépő problémák</a:t>
          </a:r>
        </a:p>
      </dsp:txBody>
      <dsp:txXfrm>
        <a:off x="42151" y="1815187"/>
        <a:ext cx="6535953" cy="779158"/>
      </dsp:txXfrm>
    </dsp:sp>
    <dsp:sp modelId="{1152A823-04E4-4EE4-9D61-9A88D6FCADC0}">
      <dsp:nvSpPr>
        <dsp:cNvPr id="0" name=""/>
        <dsp:cNvSpPr/>
      </dsp:nvSpPr>
      <dsp:spPr>
        <a:xfrm>
          <a:off x="0" y="2740176"/>
          <a:ext cx="6620255" cy="86346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600" kern="1200" noProof="0" dirty="0"/>
            <a:t>Tervtől eltérés</a:t>
          </a:r>
        </a:p>
      </dsp:txBody>
      <dsp:txXfrm>
        <a:off x="42151" y="2782327"/>
        <a:ext cx="6535953" cy="779158"/>
      </dsp:txXfrm>
    </dsp:sp>
    <dsp:sp modelId="{9742F5ED-8C27-44A0-ACB6-25F1C57E8050}">
      <dsp:nvSpPr>
        <dsp:cNvPr id="0" name=""/>
        <dsp:cNvSpPr/>
      </dsp:nvSpPr>
      <dsp:spPr>
        <a:xfrm>
          <a:off x="0" y="3707316"/>
          <a:ext cx="6620255" cy="863460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600" kern="1200" noProof="0" dirty="0"/>
            <a:t>Gyors döntést igénylő helyzetek</a:t>
          </a:r>
        </a:p>
      </dsp:txBody>
      <dsp:txXfrm>
        <a:off x="42151" y="3749467"/>
        <a:ext cx="6535953" cy="77915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B1B8556-399E-47D6-B6FE-1EACE3A6E767}">
      <dsp:nvSpPr>
        <dsp:cNvPr id="0" name=""/>
        <dsp:cNvSpPr/>
      </dsp:nvSpPr>
      <dsp:spPr>
        <a:xfrm>
          <a:off x="0" y="55655"/>
          <a:ext cx="6620255" cy="124722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3200" kern="1200" dirty="0"/>
            <a:t>Pánik és </a:t>
          </a:r>
          <a:r>
            <a:rPr lang="hu-HU" sz="3200" kern="1200" dirty="0" err="1"/>
            <a:t>stress</a:t>
          </a:r>
          <a:r>
            <a:rPr lang="en-DE" sz="3200" kern="1200" dirty="0"/>
            <a:t> </a:t>
          </a:r>
          <a:r>
            <a:rPr lang="en-DE" sz="3200" kern="1200" dirty="0" err="1"/>
            <a:t>csökkentése</a:t>
          </a:r>
          <a:endParaRPr lang="en-US" sz="3200" kern="1200" dirty="0"/>
        </a:p>
      </dsp:txBody>
      <dsp:txXfrm>
        <a:off x="60884" y="116539"/>
        <a:ext cx="6498487" cy="1125452"/>
      </dsp:txXfrm>
    </dsp:sp>
    <dsp:sp modelId="{81F5E3DB-5C8E-4C27-8575-D73D1E3F9542}">
      <dsp:nvSpPr>
        <dsp:cNvPr id="0" name=""/>
        <dsp:cNvSpPr/>
      </dsp:nvSpPr>
      <dsp:spPr>
        <a:xfrm>
          <a:off x="0" y="1395036"/>
          <a:ext cx="6620255" cy="124722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3200" kern="1200"/>
            <a:t>Irányítás megőrzése</a:t>
          </a:r>
          <a:endParaRPr lang="en-US" sz="3200" kern="1200"/>
        </a:p>
      </dsp:txBody>
      <dsp:txXfrm>
        <a:off x="60884" y="1455920"/>
        <a:ext cx="6498487" cy="1125452"/>
      </dsp:txXfrm>
    </dsp:sp>
    <dsp:sp modelId="{24330D3C-701D-43F8-9FF7-DD5119C2FC52}">
      <dsp:nvSpPr>
        <dsp:cNvPr id="0" name=""/>
        <dsp:cNvSpPr/>
      </dsp:nvSpPr>
      <dsp:spPr>
        <a:xfrm>
          <a:off x="0" y="2734416"/>
          <a:ext cx="6620255" cy="124722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3200" kern="1200"/>
            <a:t>Nagyobb problémák megelőzése</a:t>
          </a:r>
          <a:endParaRPr lang="en-US" sz="3200" kern="1200"/>
        </a:p>
      </dsp:txBody>
      <dsp:txXfrm>
        <a:off x="60884" y="2795300"/>
        <a:ext cx="6498487" cy="1125452"/>
      </dsp:txXfrm>
    </dsp:sp>
    <dsp:sp modelId="{3A0E4FE4-4DF8-4C55-99B3-E0024A9227EC}">
      <dsp:nvSpPr>
        <dsp:cNvPr id="0" name=""/>
        <dsp:cNvSpPr/>
      </dsp:nvSpPr>
      <dsp:spPr>
        <a:xfrm>
          <a:off x="0" y="4073796"/>
          <a:ext cx="6620255" cy="124722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3200" kern="1200" dirty="0" err="1"/>
            <a:t>Alkalmazkodóképesség</a:t>
          </a:r>
          <a:r>
            <a:rPr lang="en-DE" sz="3200" kern="1200" dirty="0"/>
            <a:t> </a:t>
          </a:r>
          <a:r>
            <a:rPr lang="en-DE" sz="3200" kern="1200" dirty="0" err="1"/>
            <a:t>fejlesztése</a:t>
          </a:r>
          <a:r>
            <a:rPr lang="en-DE" sz="3200" kern="1200" dirty="0"/>
            <a:t>, </a:t>
          </a:r>
          <a:r>
            <a:rPr lang="en-DE" sz="3200" kern="1200" dirty="0" err="1"/>
            <a:t>javítása</a:t>
          </a:r>
          <a:endParaRPr lang="en-US" sz="3200" kern="1200" dirty="0"/>
        </a:p>
      </dsp:txBody>
      <dsp:txXfrm>
        <a:off x="60884" y="4134680"/>
        <a:ext cx="6498487" cy="112545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74307BD-AAD7-486A-85B0-015924C0630D}">
      <dsp:nvSpPr>
        <dsp:cNvPr id="0" name=""/>
        <dsp:cNvSpPr/>
      </dsp:nvSpPr>
      <dsp:spPr>
        <a:xfrm>
          <a:off x="0" y="126126"/>
          <a:ext cx="6620255" cy="117526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4900" kern="1200"/>
            <a:t>Betegség, rosszullét</a:t>
          </a:r>
          <a:endParaRPr lang="en-US" sz="4900" kern="1200"/>
        </a:p>
      </dsp:txBody>
      <dsp:txXfrm>
        <a:off x="57372" y="183498"/>
        <a:ext cx="6505511" cy="1060520"/>
      </dsp:txXfrm>
    </dsp:sp>
    <dsp:sp modelId="{6806803F-45BC-493D-BA93-7394DD3EABBC}">
      <dsp:nvSpPr>
        <dsp:cNvPr id="0" name=""/>
        <dsp:cNvSpPr/>
      </dsp:nvSpPr>
      <dsp:spPr>
        <a:xfrm>
          <a:off x="0" y="1442511"/>
          <a:ext cx="6620255" cy="117526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4900" kern="1200"/>
            <a:t>Technikai problémák</a:t>
          </a:r>
          <a:endParaRPr lang="en-US" sz="4900" kern="1200"/>
        </a:p>
      </dsp:txBody>
      <dsp:txXfrm>
        <a:off x="57372" y="1499883"/>
        <a:ext cx="6505511" cy="1060520"/>
      </dsp:txXfrm>
    </dsp:sp>
    <dsp:sp modelId="{6D784669-B09E-429B-AA3A-A45E9DCC5D94}">
      <dsp:nvSpPr>
        <dsp:cNvPr id="0" name=""/>
        <dsp:cNvSpPr/>
      </dsp:nvSpPr>
      <dsp:spPr>
        <a:xfrm>
          <a:off x="0" y="2758896"/>
          <a:ext cx="6620255" cy="117526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4900" kern="1200"/>
            <a:t>Határidők változtatása</a:t>
          </a:r>
          <a:endParaRPr lang="en-US" sz="4900" kern="1200"/>
        </a:p>
      </dsp:txBody>
      <dsp:txXfrm>
        <a:off x="57372" y="2816268"/>
        <a:ext cx="6505511" cy="1060520"/>
      </dsp:txXfrm>
    </dsp:sp>
    <dsp:sp modelId="{EC75885F-F097-489A-A352-7F88A3B80E13}">
      <dsp:nvSpPr>
        <dsp:cNvPr id="0" name=""/>
        <dsp:cNvSpPr/>
      </dsp:nvSpPr>
      <dsp:spPr>
        <a:xfrm>
          <a:off x="0" y="4075281"/>
          <a:ext cx="6620255" cy="1175264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4900" kern="1200"/>
            <a:t>Külső zavaró tényezők</a:t>
          </a:r>
          <a:endParaRPr lang="en-US" sz="4900" kern="1200"/>
        </a:p>
      </dsp:txBody>
      <dsp:txXfrm>
        <a:off x="57372" y="4132653"/>
        <a:ext cx="6505511" cy="10605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3890997-24DE-4037-846E-302918A5BCCB}">
      <dsp:nvSpPr>
        <dsp:cNvPr id="0" name=""/>
        <dsp:cNvSpPr/>
      </dsp:nvSpPr>
      <dsp:spPr>
        <a:xfrm>
          <a:off x="3268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8E6A9C-ED9E-4727-ACC0-2A975995112F}">
      <dsp:nvSpPr>
        <dsp:cNvPr id="0" name=""/>
        <dsp:cNvSpPr/>
      </dsp:nvSpPr>
      <dsp:spPr>
        <a:xfrm>
          <a:off x="262580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600" kern="1200"/>
            <a:t>Helyzet gyors felmérése</a:t>
          </a:r>
          <a:endParaRPr lang="en-US" sz="2600" kern="1200"/>
        </a:p>
      </dsp:txBody>
      <dsp:txXfrm>
        <a:off x="305985" y="1309163"/>
        <a:ext cx="2246997" cy="1395157"/>
      </dsp:txXfrm>
    </dsp:sp>
    <dsp:sp modelId="{802E1AF9-DDFB-4DF1-8607-5103A36D7AFF}">
      <dsp:nvSpPr>
        <dsp:cNvPr id="0" name=""/>
        <dsp:cNvSpPr/>
      </dsp:nvSpPr>
      <dsp:spPr>
        <a:xfrm>
          <a:off x="2855699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7DD9510-A8C3-415B-B963-D48741058AE8}">
      <dsp:nvSpPr>
        <dsp:cNvPr id="0" name=""/>
        <dsp:cNvSpPr/>
      </dsp:nvSpPr>
      <dsp:spPr>
        <a:xfrm>
          <a:off x="3115011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600" kern="1200"/>
            <a:t>Fontos feladatok </a:t>
          </a:r>
          <a:r>
            <a:rPr lang="en-DE" sz="2600" kern="1200"/>
            <a:t>újra</a:t>
          </a:r>
          <a:r>
            <a:rPr lang="hu-HU" sz="2600" kern="1200"/>
            <a:t>rendezése</a:t>
          </a:r>
          <a:endParaRPr lang="en-US" sz="2600" kern="1200"/>
        </a:p>
      </dsp:txBody>
      <dsp:txXfrm>
        <a:off x="3158416" y="1309163"/>
        <a:ext cx="2246997" cy="1395157"/>
      </dsp:txXfrm>
    </dsp:sp>
    <dsp:sp modelId="{B1384C29-FBCF-4D8B-A36A-224A23B5B78B}">
      <dsp:nvSpPr>
        <dsp:cNvPr id="0" name=""/>
        <dsp:cNvSpPr/>
      </dsp:nvSpPr>
      <dsp:spPr>
        <a:xfrm>
          <a:off x="5708130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6A79AD-67BA-487B-A1B3-9721632839B1}">
      <dsp:nvSpPr>
        <dsp:cNvPr id="0" name=""/>
        <dsp:cNvSpPr/>
      </dsp:nvSpPr>
      <dsp:spPr>
        <a:xfrm>
          <a:off x="5967442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600" kern="1200"/>
            <a:t>Alternatív megoldások keresése</a:t>
          </a:r>
          <a:endParaRPr lang="en-US" sz="2600" kern="1200"/>
        </a:p>
      </dsp:txBody>
      <dsp:txXfrm>
        <a:off x="6010847" y="1309163"/>
        <a:ext cx="2246997" cy="1395157"/>
      </dsp:txXfrm>
    </dsp:sp>
    <dsp:sp modelId="{863064C5-21FC-48D3-9AFC-00EB33CBB97D}">
      <dsp:nvSpPr>
        <dsp:cNvPr id="0" name=""/>
        <dsp:cNvSpPr/>
      </dsp:nvSpPr>
      <dsp:spPr>
        <a:xfrm>
          <a:off x="8560562" y="1019412"/>
          <a:ext cx="2333807" cy="148196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A96CFD4-B5A2-457A-B80E-65986763DA45}">
      <dsp:nvSpPr>
        <dsp:cNvPr id="0" name=""/>
        <dsp:cNvSpPr/>
      </dsp:nvSpPr>
      <dsp:spPr>
        <a:xfrm>
          <a:off x="8819874" y="1265758"/>
          <a:ext cx="2333807" cy="1481967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hu-HU" sz="2600" kern="1200"/>
            <a:t>Segítség kérése</a:t>
          </a:r>
          <a:r>
            <a:rPr lang="en-DE" sz="2600" kern="1200"/>
            <a:t>, ha kell</a:t>
          </a:r>
          <a:endParaRPr lang="en-US" sz="2600" kern="1200"/>
        </a:p>
      </dsp:txBody>
      <dsp:txXfrm>
        <a:off x="8863279" y="1309163"/>
        <a:ext cx="2246997" cy="1395157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7D447E-3C6C-4F11-A8C8-DF0E328C4BA4}">
      <dsp:nvSpPr>
        <dsp:cNvPr id="0" name=""/>
        <dsp:cNvSpPr/>
      </dsp:nvSpPr>
      <dsp:spPr>
        <a:xfrm>
          <a:off x="0" y="0"/>
          <a:ext cx="7306056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0FC712-704B-4F4D-B6A6-F826640439F9}">
      <dsp:nvSpPr>
        <dsp:cNvPr id="0" name=""/>
        <dsp:cNvSpPr/>
      </dsp:nvSpPr>
      <dsp:spPr>
        <a:xfrm>
          <a:off x="0" y="0"/>
          <a:ext cx="7306056" cy="1252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5200" kern="1200"/>
            <a:t>Tartalék idővel számítás</a:t>
          </a:r>
          <a:endParaRPr lang="en-US" sz="5200" kern="1200"/>
        </a:p>
      </dsp:txBody>
      <dsp:txXfrm>
        <a:off x="0" y="0"/>
        <a:ext cx="7306056" cy="1252727"/>
      </dsp:txXfrm>
    </dsp:sp>
    <dsp:sp modelId="{4160E3D3-A670-4CA2-BC6C-2881DF743BE3}">
      <dsp:nvSpPr>
        <dsp:cNvPr id="0" name=""/>
        <dsp:cNvSpPr/>
      </dsp:nvSpPr>
      <dsp:spPr>
        <a:xfrm>
          <a:off x="0" y="1252728"/>
          <a:ext cx="7306056" cy="0"/>
        </a:xfrm>
        <a:prstGeom prst="line">
          <a:avLst/>
        </a:prstGeom>
        <a:solidFill>
          <a:schemeClr val="accent2">
            <a:hueOff val="-3456336"/>
            <a:satOff val="-6803"/>
            <a:lumOff val="4248"/>
            <a:alphaOff val="0"/>
          </a:schemeClr>
        </a:solidFill>
        <a:ln w="19050" cap="flat" cmpd="sng" algn="ctr">
          <a:solidFill>
            <a:schemeClr val="accent2">
              <a:hueOff val="-3456336"/>
              <a:satOff val="-6803"/>
              <a:lumOff val="424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24C736-6DD4-4106-B65B-AD1E929BAB2C}">
      <dsp:nvSpPr>
        <dsp:cNvPr id="0" name=""/>
        <dsp:cNvSpPr/>
      </dsp:nvSpPr>
      <dsp:spPr>
        <a:xfrm>
          <a:off x="0" y="1252727"/>
          <a:ext cx="7306056" cy="1252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5200" kern="1200"/>
            <a:t>Rugalmas tervezés</a:t>
          </a:r>
          <a:endParaRPr lang="en-US" sz="5200" kern="1200"/>
        </a:p>
      </dsp:txBody>
      <dsp:txXfrm>
        <a:off x="0" y="1252727"/>
        <a:ext cx="7306056" cy="1252727"/>
      </dsp:txXfrm>
    </dsp:sp>
    <dsp:sp modelId="{21C25483-F5FB-4D4E-8D6D-C6A1971AE99F}">
      <dsp:nvSpPr>
        <dsp:cNvPr id="0" name=""/>
        <dsp:cNvSpPr/>
      </dsp:nvSpPr>
      <dsp:spPr>
        <a:xfrm>
          <a:off x="0" y="2505456"/>
          <a:ext cx="7306056" cy="0"/>
        </a:xfrm>
        <a:prstGeom prst="line">
          <a:avLst/>
        </a:prstGeom>
        <a:solidFill>
          <a:schemeClr val="accent2">
            <a:hueOff val="-6912672"/>
            <a:satOff val="-13605"/>
            <a:lumOff val="8497"/>
            <a:alphaOff val="0"/>
          </a:schemeClr>
        </a:solidFill>
        <a:ln w="19050" cap="flat" cmpd="sng" algn="ctr">
          <a:solidFill>
            <a:schemeClr val="accent2">
              <a:hueOff val="-6912672"/>
              <a:satOff val="-13605"/>
              <a:lumOff val="849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DDF415-EBBE-4E11-9E1A-2DDB3E6DAECE}">
      <dsp:nvSpPr>
        <dsp:cNvPr id="0" name=""/>
        <dsp:cNvSpPr/>
      </dsp:nvSpPr>
      <dsp:spPr>
        <a:xfrm>
          <a:off x="0" y="2505455"/>
          <a:ext cx="7306056" cy="1252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5200" kern="1200"/>
            <a:t>Előre kigondolt “B terv”</a:t>
          </a:r>
          <a:endParaRPr lang="en-US" sz="5200" kern="1200"/>
        </a:p>
      </dsp:txBody>
      <dsp:txXfrm>
        <a:off x="0" y="2505455"/>
        <a:ext cx="7306056" cy="1252727"/>
      </dsp:txXfrm>
    </dsp:sp>
    <dsp:sp modelId="{D13194C8-8409-434F-A1C3-19CDF32D9CDB}">
      <dsp:nvSpPr>
        <dsp:cNvPr id="0" name=""/>
        <dsp:cNvSpPr/>
      </dsp:nvSpPr>
      <dsp:spPr>
        <a:xfrm>
          <a:off x="0" y="3758184"/>
          <a:ext cx="7306056" cy="0"/>
        </a:xfrm>
        <a:prstGeom prst="line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accent2">
              <a:hueOff val="-10369007"/>
              <a:satOff val="-20408"/>
              <a:lumOff val="1274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27AC5A-EED0-4FFF-A6CC-B144C746E6E6}">
      <dsp:nvSpPr>
        <dsp:cNvPr id="0" name=""/>
        <dsp:cNvSpPr/>
      </dsp:nvSpPr>
      <dsp:spPr>
        <a:xfrm>
          <a:off x="0" y="3758183"/>
          <a:ext cx="7306056" cy="12527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8120" tIns="198120" rIns="198120" bIns="198120" numCol="1" spcCol="1270" anchor="t" anchorCtr="0">
          <a:noAutofit/>
        </a:bodyPr>
        <a:lstStyle/>
        <a:p>
          <a:pPr marL="0" lvl="0" indent="0" algn="l" defTabSz="2311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DE" sz="5200" kern="1200"/>
            <a:t>Nyugodt hozzáállás</a:t>
          </a:r>
          <a:endParaRPr lang="en-US" sz="5200" kern="1200"/>
        </a:p>
      </dsp:txBody>
      <dsp:txXfrm>
        <a:off x="0" y="3758183"/>
        <a:ext cx="7306056" cy="125272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885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799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673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041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78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464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2481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7806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213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173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156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3011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89" r:id="rId6"/>
    <p:sldLayoutId id="2147483685" r:id="rId7"/>
    <p:sldLayoutId id="2147483686" r:id="rId8"/>
    <p:sldLayoutId id="2147483687" r:id="rId9"/>
    <p:sldLayoutId id="2147483688" r:id="rId10"/>
    <p:sldLayoutId id="214748369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eteszemacigit.hu/problemamegoldas-varatlan-helyzetekben.html" TargetMode="External"/><Relationship Id="rId2" Type="http://schemas.openxmlformats.org/officeDocument/2006/relationships/hyperlink" Target="https://chat.openai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kettopontnulla.hu/hogyan-hozzunk-jo-dontest-nyomas-alatt/" TargetMode="External"/><Relationship Id="rId5" Type="http://schemas.openxmlformats.org/officeDocument/2006/relationships/hyperlink" Target="https://bidista.com/hogyan-maradhatunk-nyugodtak-varatlan-szituaciokban-is/" TargetMode="External"/><Relationship Id="rId4" Type="http://schemas.openxmlformats.org/officeDocument/2006/relationships/hyperlink" Target="https://hu.wikipedia.org/wiki/Kr&#237;ziskommunik&#225;ci&#243;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692C007-378F-4FCC-9DEE-23542F2E10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907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AB476BF-4EE2-5243-CABB-6CC72C39BF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507179" y="173181"/>
            <a:ext cx="6858002" cy="65116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30000"/>
                </a:schemeClr>
              </a:gs>
              <a:gs pos="26000">
                <a:schemeClr val="bg1">
                  <a:alpha val="17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53F4106-FF9C-2225-FA16-A4EBEC67E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06780" y="978409"/>
            <a:ext cx="4496529" cy="3678268"/>
          </a:xfrm>
        </p:spPr>
        <p:txBody>
          <a:bodyPr anchor="t">
            <a:normAutofit/>
          </a:bodyPr>
          <a:lstStyle/>
          <a:p>
            <a:r>
              <a:rPr lang="hu-HU" sz="6000" noProof="0" dirty="0"/>
              <a:t>Váratlan helyzetek kezelése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B9E75FA-D215-9120-33C4-76E606F959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03288" y="4729138"/>
            <a:ext cx="4488812" cy="1150453"/>
          </a:xfrm>
        </p:spPr>
        <p:txBody>
          <a:bodyPr anchor="b">
            <a:normAutofit/>
          </a:bodyPr>
          <a:lstStyle/>
          <a:p>
            <a:r>
              <a:rPr lang="hu-HU" noProof="0" dirty="0"/>
              <a:t>Molek Tamás Sándor</a:t>
            </a:r>
          </a:p>
          <a:p>
            <a:r>
              <a:rPr lang="hu-HU" noProof="0" dirty="0"/>
              <a:t>12.E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D28EA4-6F96-F7C6-1D07-5BA5C27387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06781" y="508090"/>
            <a:ext cx="449275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FF93C5-0576-D227-80A7-4CFBA8791A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10119" y="6209925"/>
            <a:ext cx="4492754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hu-HU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37252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4E17AA97-89A7-45C1-B813-BFF6C23D7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14D13820-47D6-143F-C0B4-0653BF13A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hu-HU" noProof="0" dirty="0"/>
              <a:t>Mit nevezünk váratlan helyzetnek?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3AC4FE1-D370-43A6-96C5-076716BB1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A3D569D-D3A6-49CA-A483-291E95DAC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11650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C9731817-F2DB-C422-7398-3EA14BE88B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61993772"/>
              </p:ext>
            </p:extLst>
          </p:nvPr>
        </p:nvGraphicFramePr>
        <p:xfrm>
          <a:off x="5065776" y="978408"/>
          <a:ext cx="6620256" cy="53766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4841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E17AA97-89A7-45C1-B813-BFF6C23D7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C18F89FB-45BE-FC21-ADDE-CA9ACDDEC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hu-HU" noProof="0" dirty="0"/>
              <a:t>Miért fontos kezelni?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AC4FE1-D370-43A6-96C5-076716BB1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3D569D-D3A6-49CA-A483-291E95DAC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11650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6D293F49-6696-D8AC-2F64-D8A9EE125A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25870963"/>
              </p:ext>
            </p:extLst>
          </p:nvPr>
        </p:nvGraphicFramePr>
        <p:xfrm>
          <a:off x="5065776" y="978408"/>
          <a:ext cx="6620256" cy="53766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53939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E17AA97-89A7-45C1-B813-BFF6C23D7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993C19A-E234-A831-661C-BD1345175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hu-HU" dirty="0"/>
              <a:t>Gyakori váratlan helyzetek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AC4FE1-D370-43A6-96C5-076716BB1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3D569D-D3A6-49CA-A483-291E95DAC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11650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6180B635-DF98-D291-0771-809097791F3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37611805"/>
              </p:ext>
            </p:extLst>
          </p:nvPr>
        </p:nvGraphicFramePr>
        <p:xfrm>
          <a:off x="5065776" y="978408"/>
          <a:ext cx="6620256" cy="53766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502904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4213918-F1EB-4BCE-BE23-F5E9851E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A75B04D-CE2E-222B-C76C-547F4CD2B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</p:spPr>
        <p:txBody>
          <a:bodyPr>
            <a:normAutofit/>
          </a:bodyPr>
          <a:lstStyle/>
          <a:p>
            <a:r>
              <a:rPr lang="hu-HU" dirty="0"/>
              <a:t>Hatékony kezelési lépések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62E862-C7F7-4CA1-B929-D0B75F5E9F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0A103DE1-15C0-10D1-3528-329C798346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8088893"/>
              </p:ext>
            </p:extLst>
          </p:nvPr>
        </p:nvGraphicFramePr>
        <p:xfrm>
          <a:off x="520700" y="2578100"/>
          <a:ext cx="11156950" cy="37671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29451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14E9CC6-FEB8-A654-9BC4-9682232AD6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3154680" cy="4069080"/>
          </a:xfrm>
        </p:spPr>
        <p:txBody>
          <a:bodyPr>
            <a:normAutofit/>
          </a:bodyPr>
          <a:lstStyle/>
          <a:p>
            <a:r>
              <a:rPr lang="en-DE" sz="4000"/>
              <a:t>Megelőzés és felkészülés</a:t>
            </a:r>
            <a:endParaRPr lang="hu-HU" sz="40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8EEB27-9249-8B3A-C8C2-18F9DC48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11155680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482CAC-96FF-EBE5-E97D-0BE2B8A51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11155680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rtalom helye 2">
            <a:extLst>
              <a:ext uri="{FF2B5EF4-FFF2-40B4-BE49-F238E27FC236}">
                <a16:creationId xmlns:a16="http://schemas.microsoft.com/office/drawing/2014/main" id="{E8EA3497-EA7E-ED84-7D03-EF0DDDD3747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2899119"/>
              </p:ext>
            </p:extLst>
          </p:nvPr>
        </p:nvGraphicFramePr>
        <p:xfrm>
          <a:off x="4389120" y="978408"/>
          <a:ext cx="7306056" cy="5010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3395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F6FF50B-211A-1B41-8981-FC39009F0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 err="1"/>
              <a:t>Források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963FD07-EE4C-9018-08D9-092F3F308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>
                <a:hlinkClick r:id="rId2"/>
              </a:rPr>
              <a:t>https://chat.openai.com/</a:t>
            </a:r>
            <a:r>
              <a:rPr lang="en-DE" dirty="0"/>
              <a:t> </a:t>
            </a:r>
          </a:p>
          <a:p>
            <a:r>
              <a:rPr lang="hu-HU" dirty="0">
                <a:hlinkClick r:id="rId3"/>
              </a:rPr>
              <a:t>https://www.leteszemacigit.hu/problemamegoldas-varatlan-helyzetekben.html</a:t>
            </a:r>
            <a:r>
              <a:rPr lang="en-DE" dirty="0"/>
              <a:t> </a:t>
            </a:r>
          </a:p>
          <a:p>
            <a:r>
              <a:rPr lang="hu-HU" dirty="0">
                <a:hlinkClick r:id="rId4"/>
              </a:rPr>
              <a:t>https://hu.wikipedia.org/wiki/Kríziskommunikáció</a:t>
            </a:r>
            <a:r>
              <a:rPr lang="en-DE" dirty="0"/>
              <a:t> </a:t>
            </a:r>
          </a:p>
          <a:p>
            <a:r>
              <a:rPr lang="hu-HU" dirty="0">
                <a:hlinkClick r:id="rId5"/>
              </a:rPr>
              <a:t>https://bidista.com/hogyan-maradhatunk-nyugodtak-varatlan-szituaciokban-is/</a:t>
            </a:r>
            <a:r>
              <a:rPr lang="en-DE" dirty="0"/>
              <a:t> </a:t>
            </a:r>
          </a:p>
          <a:p>
            <a:r>
              <a:rPr lang="hu-HU" dirty="0">
                <a:hlinkClick r:id="rId6"/>
              </a:rPr>
              <a:t>https://kettopontnulla.hu/hogyan-hozzunk-jo-dontest-nyomas-alatt/</a:t>
            </a:r>
            <a:r>
              <a:rPr lang="en-DE"/>
              <a:t> 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20851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46054E-3CE0-AB86-01AB-7CC3B8739B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E" dirty="0" err="1"/>
              <a:t>Köszönöm</a:t>
            </a:r>
            <a:r>
              <a:rPr lang="en-DE" dirty="0"/>
              <a:t> a </a:t>
            </a:r>
            <a:r>
              <a:rPr lang="en-DE" dirty="0" err="1"/>
              <a:t>figyelmet</a:t>
            </a:r>
            <a:r>
              <a:rPr lang="en-DE" dirty="0"/>
              <a:t>!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2EDDB5E7-6497-728F-DC58-00A2CBF4252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45151770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528</TotalTime>
  <Words>141</Words>
  <Application>Microsoft Office PowerPoint</Application>
  <PresentationFormat>Szélesvásznú</PresentationFormat>
  <Paragraphs>35</Paragraphs>
  <Slides>8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8</vt:i4>
      </vt:variant>
    </vt:vector>
  </HeadingPairs>
  <TitlesOfParts>
    <vt:vector size="12" baseType="lpstr">
      <vt:lpstr>Arial</vt:lpstr>
      <vt:lpstr>Bierstadt</vt:lpstr>
      <vt:lpstr>Neue Haas Grotesk Text Pro</vt:lpstr>
      <vt:lpstr>GestaltVTI</vt:lpstr>
      <vt:lpstr>Váratlan helyzetek kezelése</vt:lpstr>
      <vt:lpstr>Mit nevezünk váratlan helyzetnek?</vt:lpstr>
      <vt:lpstr>Miért fontos kezelni?</vt:lpstr>
      <vt:lpstr>Gyakori váratlan helyzetek</vt:lpstr>
      <vt:lpstr>Hatékony kezelési lépések</vt:lpstr>
      <vt:lpstr>Megelőzés és felkészülés</vt:lpstr>
      <vt:lpstr>Források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O365 felhasználó</dc:creator>
  <cp:lastModifiedBy>O365 felhasználó</cp:lastModifiedBy>
  <cp:revision>3</cp:revision>
  <dcterms:created xsi:type="dcterms:W3CDTF">2026-01-29T12:49:01Z</dcterms:created>
  <dcterms:modified xsi:type="dcterms:W3CDTF">2026-02-04T14:54:35Z</dcterms:modified>
</cp:coreProperties>
</file>