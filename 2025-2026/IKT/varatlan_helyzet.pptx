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F3E156-0108-446F-B2D7-C8A1394450D1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67E75355-5D48-4CFE-9B39-6CCBB1068E6F}">
      <dgm:prSet/>
      <dgm:spPr/>
      <dgm:t>
        <a:bodyPr/>
        <a:lstStyle/>
        <a:p>
          <a:r>
            <a:rPr lang="hu-HU" noProof="0" dirty="0"/>
            <a:t>Nem tervezett események</a:t>
          </a:r>
        </a:p>
      </dgm:t>
    </dgm:pt>
    <dgm:pt modelId="{C5FD3B99-BF9E-4C12-ADC9-02D0396285D8}" type="parTrans" cxnId="{5ACEA7DE-60C1-43E2-A608-F9661D6C02FB}">
      <dgm:prSet/>
      <dgm:spPr/>
      <dgm:t>
        <a:bodyPr/>
        <a:lstStyle/>
        <a:p>
          <a:endParaRPr lang="en-US"/>
        </a:p>
      </dgm:t>
    </dgm:pt>
    <dgm:pt modelId="{2F7CD02E-7FA4-44F7-B805-936DE4DD3AFD}" type="sibTrans" cxnId="{5ACEA7DE-60C1-43E2-A608-F9661D6C02FB}">
      <dgm:prSet/>
      <dgm:spPr/>
      <dgm:t>
        <a:bodyPr/>
        <a:lstStyle/>
        <a:p>
          <a:endParaRPr lang="en-US"/>
        </a:p>
      </dgm:t>
    </dgm:pt>
    <dgm:pt modelId="{4D9CC3EE-7BE3-495B-A589-899F94104DEC}">
      <dgm:prSet/>
      <dgm:spPr/>
      <dgm:t>
        <a:bodyPr/>
        <a:lstStyle/>
        <a:p>
          <a:r>
            <a:rPr lang="hu-HU" noProof="0" dirty="0"/>
            <a:t>Hirtelen fellépő problémák</a:t>
          </a:r>
        </a:p>
      </dgm:t>
    </dgm:pt>
    <dgm:pt modelId="{0C427539-A183-4099-A430-636619907225}" type="parTrans" cxnId="{041CA7E1-9F6C-483D-93EA-997774DCB0F7}">
      <dgm:prSet/>
      <dgm:spPr/>
      <dgm:t>
        <a:bodyPr/>
        <a:lstStyle/>
        <a:p>
          <a:endParaRPr lang="en-US"/>
        </a:p>
      </dgm:t>
    </dgm:pt>
    <dgm:pt modelId="{F81986F5-6DC8-4E39-9503-B9FD409BCE73}" type="sibTrans" cxnId="{041CA7E1-9F6C-483D-93EA-997774DCB0F7}">
      <dgm:prSet/>
      <dgm:spPr/>
      <dgm:t>
        <a:bodyPr/>
        <a:lstStyle/>
        <a:p>
          <a:endParaRPr lang="en-US"/>
        </a:p>
      </dgm:t>
    </dgm:pt>
    <dgm:pt modelId="{F6C19437-0B82-4623-A508-6D415F919230}">
      <dgm:prSet/>
      <dgm:spPr/>
      <dgm:t>
        <a:bodyPr/>
        <a:lstStyle/>
        <a:p>
          <a:r>
            <a:rPr lang="hu-HU" noProof="0" dirty="0"/>
            <a:t>Tervtől eltérés</a:t>
          </a:r>
        </a:p>
      </dgm:t>
    </dgm:pt>
    <dgm:pt modelId="{72A92AF3-8809-479C-85D6-8001882BB4D8}" type="parTrans" cxnId="{41EA8392-137F-42B1-AACC-C4CA41710B38}">
      <dgm:prSet/>
      <dgm:spPr/>
      <dgm:t>
        <a:bodyPr/>
        <a:lstStyle/>
        <a:p>
          <a:endParaRPr lang="en-US"/>
        </a:p>
      </dgm:t>
    </dgm:pt>
    <dgm:pt modelId="{BBC21AB2-756E-4F8B-8E95-0BB86C33240D}" type="sibTrans" cxnId="{41EA8392-137F-42B1-AACC-C4CA41710B38}">
      <dgm:prSet/>
      <dgm:spPr/>
      <dgm:t>
        <a:bodyPr/>
        <a:lstStyle/>
        <a:p>
          <a:endParaRPr lang="en-US"/>
        </a:p>
      </dgm:t>
    </dgm:pt>
    <dgm:pt modelId="{C86F7505-6B17-41C8-83F4-EDB86738052D}">
      <dgm:prSet/>
      <dgm:spPr/>
      <dgm:t>
        <a:bodyPr/>
        <a:lstStyle/>
        <a:p>
          <a:r>
            <a:rPr lang="hu-HU" noProof="0" dirty="0"/>
            <a:t>Gyors döntést igénylő helyzetek</a:t>
          </a:r>
        </a:p>
      </dgm:t>
    </dgm:pt>
    <dgm:pt modelId="{A54A283B-A99A-4BE1-BFE5-004EF4524D8F}" type="parTrans" cxnId="{8537B60C-A78D-4C22-A3E8-A71540CD6C03}">
      <dgm:prSet/>
      <dgm:spPr/>
      <dgm:t>
        <a:bodyPr/>
        <a:lstStyle/>
        <a:p>
          <a:endParaRPr lang="en-US"/>
        </a:p>
      </dgm:t>
    </dgm:pt>
    <dgm:pt modelId="{BA042658-522A-451C-B7ED-2CE28D7043D0}" type="sibTrans" cxnId="{8537B60C-A78D-4C22-A3E8-A71540CD6C03}">
      <dgm:prSet/>
      <dgm:spPr/>
      <dgm:t>
        <a:bodyPr/>
        <a:lstStyle/>
        <a:p>
          <a:endParaRPr lang="en-US"/>
        </a:p>
      </dgm:t>
    </dgm:pt>
    <dgm:pt modelId="{4FCE8E84-2E58-4BE8-AE4C-CBBB14432C96}" type="pres">
      <dgm:prSet presAssocID="{0BF3E156-0108-446F-B2D7-C8A1394450D1}" presName="linear" presStyleCnt="0">
        <dgm:presLayoutVars>
          <dgm:animLvl val="lvl"/>
          <dgm:resizeHandles val="exact"/>
        </dgm:presLayoutVars>
      </dgm:prSet>
      <dgm:spPr/>
    </dgm:pt>
    <dgm:pt modelId="{8A5A18EC-30FF-49CA-AAA9-62DC16134FF5}" type="pres">
      <dgm:prSet presAssocID="{67E75355-5D48-4CFE-9B39-6CCBB1068E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FDF057-D7F5-427E-9660-CB2A67E4157C}" type="pres">
      <dgm:prSet presAssocID="{2F7CD02E-7FA4-44F7-B805-936DE4DD3AFD}" presName="spacer" presStyleCnt="0"/>
      <dgm:spPr/>
    </dgm:pt>
    <dgm:pt modelId="{406298EE-20AE-41AD-8D1B-51EBFC23EF73}" type="pres">
      <dgm:prSet presAssocID="{4D9CC3EE-7BE3-495B-A589-899F94104D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5EDFEF-7001-494A-882C-8ABD9389FFC4}" type="pres">
      <dgm:prSet presAssocID="{F81986F5-6DC8-4E39-9503-B9FD409BCE73}" presName="spacer" presStyleCnt="0"/>
      <dgm:spPr/>
    </dgm:pt>
    <dgm:pt modelId="{1152A823-04E4-4EE4-9D61-9A88D6FCADC0}" type="pres">
      <dgm:prSet presAssocID="{F6C19437-0B82-4623-A508-6D415F9192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FBF901-5157-4CED-B097-974B30C55EF5}" type="pres">
      <dgm:prSet presAssocID="{BBC21AB2-756E-4F8B-8E95-0BB86C33240D}" presName="spacer" presStyleCnt="0"/>
      <dgm:spPr/>
    </dgm:pt>
    <dgm:pt modelId="{9742F5ED-8C27-44A0-ACB6-25F1C57E8050}" type="pres">
      <dgm:prSet presAssocID="{C86F7505-6B17-41C8-83F4-EDB8673805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E5A003-A9CD-4D93-A335-7DECC36D9CFE}" type="presOf" srcId="{67E75355-5D48-4CFE-9B39-6CCBB1068E6F}" destId="{8A5A18EC-30FF-49CA-AAA9-62DC16134FF5}" srcOrd="0" destOrd="0" presId="urn:microsoft.com/office/officeart/2005/8/layout/vList2"/>
    <dgm:cxn modelId="{8537B60C-A78D-4C22-A3E8-A71540CD6C03}" srcId="{0BF3E156-0108-446F-B2D7-C8A1394450D1}" destId="{C86F7505-6B17-41C8-83F4-EDB86738052D}" srcOrd="3" destOrd="0" parTransId="{A54A283B-A99A-4BE1-BFE5-004EF4524D8F}" sibTransId="{BA042658-522A-451C-B7ED-2CE28D7043D0}"/>
    <dgm:cxn modelId="{F045076A-8BE5-444F-A82D-4D31A74EDE13}" type="presOf" srcId="{4D9CC3EE-7BE3-495B-A589-899F94104DEC}" destId="{406298EE-20AE-41AD-8D1B-51EBFC23EF73}" srcOrd="0" destOrd="0" presId="urn:microsoft.com/office/officeart/2005/8/layout/vList2"/>
    <dgm:cxn modelId="{1C14C677-3808-491F-91D4-2253F21105A9}" type="presOf" srcId="{0BF3E156-0108-446F-B2D7-C8A1394450D1}" destId="{4FCE8E84-2E58-4BE8-AE4C-CBBB14432C96}" srcOrd="0" destOrd="0" presId="urn:microsoft.com/office/officeart/2005/8/layout/vList2"/>
    <dgm:cxn modelId="{41EA8392-137F-42B1-AACC-C4CA41710B38}" srcId="{0BF3E156-0108-446F-B2D7-C8A1394450D1}" destId="{F6C19437-0B82-4623-A508-6D415F919230}" srcOrd="2" destOrd="0" parTransId="{72A92AF3-8809-479C-85D6-8001882BB4D8}" sibTransId="{BBC21AB2-756E-4F8B-8E95-0BB86C33240D}"/>
    <dgm:cxn modelId="{5B9262A2-C1EE-466D-AFA3-48B411E23509}" type="presOf" srcId="{F6C19437-0B82-4623-A508-6D415F919230}" destId="{1152A823-04E4-4EE4-9D61-9A88D6FCADC0}" srcOrd="0" destOrd="0" presId="urn:microsoft.com/office/officeart/2005/8/layout/vList2"/>
    <dgm:cxn modelId="{5ACEA7DE-60C1-43E2-A608-F9661D6C02FB}" srcId="{0BF3E156-0108-446F-B2D7-C8A1394450D1}" destId="{67E75355-5D48-4CFE-9B39-6CCBB1068E6F}" srcOrd="0" destOrd="0" parTransId="{C5FD3B99-BF9E-4C12-ADC9-02D0396285D8}" sibTransId="{2F7CD02E-7FA4-44F7-B805-936DE4DD3AFD}"/>
    <dgm:cxn modelId="{041CA7E1-9F6C-483D-93EA-997774DCB0F7}" srcId="{0BF3E156-0108-446F-B2D7-C8A1394450D1}" destId="{4D9CC3EE-7BE3-495B-A589-899F94104DEC}" srcOrd="1" destOrd="0" parTransId="{0C427539-A183-4099-A430-636619907225}" sibTransId="{F81986F5-6DC8-4E39-9503-B9FD409BCE73}"/>
    <dgm:cxn modelId="{B18AE9FD-0D9E-423A-A76D-4E03C2201E3A}" type="presOf" srcId="{C86F7505-6B17-41C8-83F4-EDB86738052D}" destId="{9742F5ED-8C27-44A0-ACB6-25F1C57E8050}" srcOrd="0" destOrd="0" presId="urn:microsoft.com/office/officeart/2005/8/layout/vList2"/>
    <dgm:cxn modelId="{615D5489-9825-4D03-A70D-CFB365426E2C}" type="presParOf" srcId="{4FCE8E84-2E58-4BE8-AE4C-CBBB14432C96}" destId="{8A5A18EC-30FF-49CA-AAA9-62DC16134FF5}" srcOrd="0" destOrd="0" presId="urn:microsoft.com/office/officeart/2005/8/layout/vList2"/>
    <dgm:cxn modelId="{03C63C22-20C4-4676-9A50-F5CD9C85227B}" type="presParOf" srcId="{4FCE8E84-2E58-4BE8-AE4C-CBBB14432C96}" destId="{F7FDF057-D7F5-427E-9660-CB2A67E4157C}" srcOrd="1" destOrd="0" presId="urn:microsoft.com/office/officeart/2005/8/layout/vList2"/>
    <dgm:cxn modelId="{139CD076-9D4B-485E-BDAE-379AB770DA2C}" type="presParOf" srcId="{4FCE8E84-2E58-4BE8-AE4C-CBBB14432C96}" destId="{406298EE-20AE-41AD-8D1B-51EBFC23EF73}" srcOrd="2" destOrd="0" presId="urn:microsoft.com/office/officeart/2005/8/layout/vList2"/>
    <dgm:cxn modelId="{CA0D859A-39C3-4385-B148-E227B46DACC6}" type="presParOf" srcId="{4FCE8E84-2E58-4BE8-AE4C-CBBB14432C96}" destId="{F15EDFEF-7001-494A-882C-8ABD9389FFC4}" srcOrd="3" destOrd="0" presId="urn:microsoft.com/office/officeart/2005/8/layout/vList2"/>
    <dgm:cxn modelId="{C2C34F5C-6C6F-499D-8DF8-01A29E7C0EBA}" type="presParOf" srcId="{4FCE8E84-2E58-4BE8-AE4C-CBBB14432C96}" destId="{1152A823-04E4-4EE4-9D61-9A88D6FCADC0}" srcOrd="4" destOrd="0" presId="urn:microsoft.com/office/officeart/2005/8/layout/vList2"/>
    <dgm:cxn modelId="{3869D6ED-C632-4C71-BB7B-BBE888986A36}" type="presParOf" srcId="{4FCE8E84-2E58-4BE8-AE4C-CBBB14432C96}" destId="{49FBF901-5157-4CED-B097-974B30C55EF5}" srcOrd="5" destOrd="0" presId="urn:microsoft.com/office/officeart/2005/8/layout/vList2"/>
    <dgm:cxn modelId="{18C32D81-226A-462B-A4B1-D9E9A66FE6EC}" type="presParOf" srcId="{4FCE8E84-2E58-4BE8-AE4C-CBBB14432C96}" destId="{9742F5ED-8C27-44A0-ACB6-25F1C57E805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C9AD7F-EC28-4D60-A1DE-E2FC1094C3E0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5A76E8DB-5FBE-482D-A944-C26D77DC89C0}">
      <dgm:prSet/>
      <dgm:spPr/>
      <dgm:t>
        <a:bodyPr/>
        <a:lstStyle/>
        <a:p>
          <a:r>
            <a:rPr lang="hu-HU" dirty="0"/>
            <a:t>Pánik és </a:t>
          </a:r>
          <a:r>
            <a:rPr lang="hu-HU" dirty="0" err="1"/>
            <a:t>stress</a:t>
          </a:r>
          <a:r>
            <a:rPr lang="en-DE" dirty="0"/>
            <a:t> </a:t>
          </a:r>
          <a:r>
            <a:rPr lang="en-DE" dirty="0" err="1"/>
            <a:t>csökkentése</a:t>
          </a:r>
          <a:endParaRPr lang="en-US" dirty="0"/>
        </a:p>
      </dgm:t>
    </dgm:pt>
    <dgm:pt modelId="{4055DD23-DA31-4FD5-9E5D-7F0436E41A43}" type="parTrans" cxnId="{E6E020AF-6253-4587-B281-057D43061BD2}">
      <dgm:prSet/>
      <dgm:spPr/>
      <dgm:t>
        <a:bodyPr/>
        <a:lstStyle/>
        <a:p>
          <a:endParaRPr lang="en-US"/>
        </a:p>
      </dgm:t>
    </dgm:pt>
    <dgm:pt modelId="{3E4BE23C-9342-4562-9561-E7866D0237D0}" type="sibTrans" cxnId="{E6E020AF-6253-4587-B281-057D43061BD2}">
      <dgm:prSet/>
      <dgm:spPr/>
      <dgm:t>
        <a:bodyPr/>
        <a:lstStyle/>
        <a:p>
          <a:endParaRPr lang="en-US"/>
        </a:p>
      </dgm:t>
    </dgm:pt>
    <dgm:pt modelId="{F1C0466D-F9AB-475F-A2CA-8D8078536EB5}">
      <dgm:prSet/>
      <dgm:spPr/>
      <dgm:t>
        <a:bodyPr/>
        <a:lstStyle/>
        <a:p>
          <a:r>
            <a:rPr lang="en-DE"/>
            <a:t>Irányítás megőrzése</a:t>
          </a:r>
          <a:endParaRPr lang="en-US"/>
        </a:p>
      </dgm:t>
    </dgm:pt>
    <dgm:pt modelId="{3FE5DB36-236C-411C-A6DC-A4A089CF0C28}" type="parTrans" cxnId="{28192874-97D4-4BFA-AB8A-695B80784E8A}">
      <dgm:prSet/>
      <dgm:spPr/>
      <dgm:t>
        <a:bodyPr/>
        <a:lstStyle/>
        <a:p>
          <a:endParaRPr lang="en-US"/>
        </a:p>
      </dgm:t>
    </dgm:pt>
    <dgm:pt modelId="{F32761B6-731E-448B-B6F8-71D092069C63}" type="sibTrans" cxnId="{28192874-97D4-4BFA-AB8A-695B80784E8A}">
      <dgm:prSet/>
      <dgm:spPr/>
      <dgm:t>
        <a:bodyPr/>
        <a:lstStyle/>
        <a:p>
          <a:endParaRPr lang="en-US"/>
        </a:p>
      </dgm:t>
    </dgm:pt>
    <dgm:pt modelId="{B444A47A-CCFD-491B-8F7E-9F74FEDA7D70}">
      <dgm:prSet/>
      <dgm:spPr/>
      <dgm:t>
        <a:bodyPr/>
        <a:lstStyle/>
        <a:p>
          <a:r>
            <a:rPr lang="en-DE"/>
            <a:t>Nagyobb problémák megelőzése</a:t>
          </a:r>
          <a:endParaRPr lang="en-US"/>
        </a:p>
      </dgm:t>
    </dgm:pt>
    <dgm:pt modelId="{BA6F9CAB-4FF7-4714-92D6-8088715ACADB}" type="parTrans" cxnId="{10DD75F1-547A-4C85-BF42-5CF98AFC7BA8}">
      <dgm:prSet/>
      <dgm:spPr/>
      <dgm:t>
        <a:bodyPr/>
        <a:lstStyle/>
        <a:p>
          <a:endParaRPr lang="en-US"/>
        </a:p>
      </dgm:t>
    </dgm:pt>
    <dgm:pt modelId="{5860D870-7E68-45F2-A66E-457874F0219E}" type="sibTrans" cxnId="{10DD75F1-547A-4C85-BF42-5CF98AFC7BA8}">
      <dgm:prSet/>
      <dgm:spPr/>
      <dgm:t>
        <a:bodyPr/>
        <a:lstStyle/>
        <a:p>
          <a:endParaRPr lang="en-US"/>
        </a:p>
      </dgm:t>
    </dgm:pt>
    <dgm:pt modelId="{09553A5C-6E08-4824-87B6-6A43B42B9B0D}">
      <dgm:prSet/>
      <dgm:spPr/>
      <dgm:t>
        <a:bodyPr/>
        <a:lstStyle/>
        <a:p>
          <a:r>
            <a:rPr lang="en-DE" dirty="0" err="1"/>
            <a:t>Alkalmazkodóképesség</a:t>
          </a:r>
          <a:r>
            <a:rPr lang="en-DE" dirty="0"/>
            <a:t> </a:t>
          </a:r>
          <a:r>
            <a:rPr lang="en-DE" dirty="0" err="1"/>
            <a:t>fejlesztése</a:t>
          </a:r>
          <a:r>
            <a:rPr lang="en-DE" dirty="0"/>
            <a:t>, </a:t>
          </a:r>
          <a:r>
            <a:rPr lang="en-DE" dirty="0" err="1"/>
            <a:t>javítása</a:t>
          </a:r>
          <a:endParaRPr lang="en-US" dirty="0"/>
        </a:p>
      </dgm:t>
    </dgm:pt>
    <dgm:pt modelId="{32CE8FB5-2992-44FE-B66C-A25F01B748DB}" type="parTrans" cxnId="{18BB9E6B-4637-4923-B119-01395852A316}">
      <dgm:prSet/>
      <dgm:spPr/>
      <dgm:t>
        <a:bodyPr/>
        <a:lstStyle/>
        <a:p>
          <a:endParaRPr lang="en-US"/>
        </a:p>
      </dgm:t>
    </dgm:pt>
    <dgm:pt modelId="{92549C21-C28E-4A00-B9B0-769A23C1947D}" type="sibTrans" cxnId="{18BB9E6B-4637-4923-B119-01395852A316}">
      <dgm:prSet/>
      <dgm:spPr/>
      <dgm:t>
        <a:bodyPr/>
        <a:lstStyle/>
        <a:p>
          <a:endParaRPr lang="en-US"/>
        </a:p>
      </dgm:t>
    </dgm:pt>
    <dgm:pt modelId="{15B94FA6-CACA-4283-BE22-87814BD7FA4E}" type="pres">
      <dgm:prSet presAssocID="{6FC9AD7F-EC28-4D60-A1DE-E2FC1094C3E0}" presName="linear" presStyleCnt="0">
        <dgm:presLayoutVars>
          <dgm:animLvl val="lvl"/>
          <dgm:resizeHandles val="exact"/>
        </dgm:presLayoutVars>
      </dgm:prSet>
      <dgm:spPr/>
    </dgm:pt>
    <dgm:pt modelId="{0B1B8556-399E-47D6-B6FE-1EACE3A6E767}" type="pres">
      <dgm:prSet presAssocID="{5A76E8DB-5FBE-482D-A944-C26D77DC89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D8F914B-8BC0-4B85-989E-FC2181134405}" type="pres">
      <dgm:prSet presAssocID="{3E4BE23C-9342-4562-9561-E7866D0237D0}" presName="spacer" presStyleCnt="0"/>
      <dgm:spPr/>
    </dgm:pt>
    <dgm:pt modelId="{81F5E3DB-5C8E-4C27-8575-D73D1E3F9542}" type="pres">
      <dgm:prSet presAssocID="{F1C0466D-F9AB-475F-A2CA-8D8078536E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5D1E11-BD49-4AD7-87FC-6992310847D4}" type="pres">
      <dgm:prSet presAssocID="{F32761B6-731E-448B-B6F8-71D092069C63}" presName="spacer" presStyleCnt="0"/>
      <dgm:spPr/>
    </dgm:pt>
    <dgm:pt modelId="{24330D3C-701D-43F8-9FF7-DD5119C2FC52}" type="pres">
      <dgm:prSet presAssocID="{B444A47A-CCFD-491B-8F7E-9F74FEDA7D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5D6654-9B64-4D20-8D37-EDB1D7CA4C2D}" type="pres">
      <dgm:prSet presAssocID="{5860D870-7E68-45F2-A66E-457874F0219E}" presName="spacer" presStyleCnt="0"/>
      <dgm:spPr/>
    </dgm:pt>
    <dgm:pt modelId="{3A0E4FE4-4DF8-4C55-99B3-E0024A9227EC}" type="pres">
      <dgm:prSet presAssocID="{09553A5C-6E08-4824-87B6-6A43B42B9B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18C616-E47C-417A-90FD-DF5F1C7C5CE8}" type="presOf" srcId="{6FC9AD7F-EC28-4D60-A1DE-E2FC1094C3E0}" destId="{15B94FA6-CACA-4283-BE22-87814BD7FA4E}" srcOrd="0" destOrd="0" presId="urn:microsoft.com/office/officeart/2005/8/layout/vList2"/>
    <dgm:cxn modelId="{03EB4B1F-742A-4C40-B5EF-7A228094D3CB}" type="presOf" srcId="{5A76E8DB-5FBE-482D-A944-C26D77DC89C0}" destId="{0B1B8556-399E-47D6-B6FE-1EACE3A6E767}" srcOrd="0" destOrd="0" presId="urn:microsoft.com/office/officeart/2005/8/layout/vList2"/>
    <dgm:cxn modelId="{656F1E47-0856-4593-B633-F60FB5BAE89A}" type="presOf" srcId="{F1C0466D-F9AB-475F-A2CA-8D8078536EB5}" destId="{81F5E3DB-5C8E-4C27-8575-D73D1E3F9542}" srcOrd="0" destOrd="0" presId="urn:microsoft.com/office/officeart/2005/8/layout/vList2"/>
    <dgm:cxn modelId="{18BB9E6B-4637-4923-B119-01395852A316}" srcId="{6FC9AD7F-EC28-4D60-A1DE-E2FC1094C3E0}" destId="{09553A5C-6E08-4824-87B6-6A43B42B9B0D}" srcOrd="3" destOrd="0" parTransId="{32CE8FB5-2992-44FE-B66C-A25F01B748DB}" sibTransId="{92549C21-C28E-4A00-B9B0-769A23C1947D}"/>
    <dgm:cxn modelId="{28192874-97D4-4BFA-AB8A-695B80784E8A}" srcId="{6FC9AD7F-EC28-4D60-A1DE-E2FC1094C3E0}" destId="{F1C0466D-F9AB-475F-A2CA-8D8078536EB5}" srcOrd="1" destOrd="0" parTransId="{3FE5DB36-236C-411C-A6DC-A4A089CF0C28}" sibTransId="{F32761B6-731E-448B-B6F8-71D092069C63}"/>
    <dgm:cxn modelId="{51C581A0-FEE3-4FA5-8D8E-266E9C47F0CE}" type="presOf" srcId="{B444A47A-CCFD-491B-8F7E-9F74FEDA7D70}" destId="{24330D3C-701D-43F8-9FF7-DD5119C2FC52}" srcOrd="0" destOrd="0" presId="urn:microsoft.com/office/officeart/2005/8/layout/vList2"/>
    <dgm:cxn modelId="{E6E020AF-6253-4587-B281-057D43061BD2}" srcId="{6FC9AD7F-EC28-4D60-A1DE-E2FC1094C3E0}" destId="{5A76E8DB-5FBE-482D-A944-C26D77DC89C0}" srcOrd="0" destOrd="0" parTransId="{4055DD23-DA31-4FD5-9E5D-7F0436E41A43}" sibTransId="{3E4BE23C-9342-4562-9561-E7866D0237D0}"/>
    <dgm:cxn modelId="{9E55D7B4-67C8-4C4E-A327-FBB2059F448A}" type="presOf" srcId="{09553A5C-6E08-4824-87B6-6A43B42B9B0D}" destId="{3A0E4FE4-4DF8-4C55-99B3-E0024A9227EC}" srcOrd="0" destOrd="0" presId="urn:microsoft.com/office/officeart/2005/8/layout/vList2"/>
    <dgm:cxn modelId="{10DD75F1-547A-4C85-BF42-5CF98AFC7BA8}" srcId="{6FC9AD7F-EC28-4D60-A1DE-E2FC1094C3E0}" destId="{B444A47A-CCFD-491B-8F7E-9F74FEDA7D70}" srcOrd="2" destOrd="0" parTransId="{BA6F9CAB-4FF7-4714-92D6-8088715ACADB}" sibTransId="{5860D870-7E68-45F2-A66E-457874F0219E}"/>
    <dgm:cxn modelId="{059C6DEF-4E0A-4F39-B9F4-0B955E2C3383}" type="presParOf" srcId="{15B94FA6-CACA-4283-BE22-87814BD7FA4E}" destId="{0B1B8556-399E-47D6-B6FE-1EACE3A6E767}" srcOrd="0" destOrd="0" presId="urn:microsoft.com/office/officeart/2005/8/layout/vList2"/>
    <dgm:cxn modelId="{F0355898-7F62-4033-948A-091DE06ECE28}" type="presParOf" srcId="{15B94FA6-CACA-4283-BE22-87814BD7FA4E}" destId="{3D8F914B-8BC0-4B85-989E-FC2181134405}" srcOrd="1" destOrd="0" presId="urn:microsoft.com/office/officeart/2005/8/layout/vList2"/>
    <dgm:cxn modelId="{A3A6E710-51AB-47C9-8451-BA2902E46F04}" type="presParOf" srcId="{15B94FA6-CACA-4283-BE22-87814BD7FA4E}" destId="{81F5E3DB-5C8E-4C27-8575-D73D1E3F9542}" srcOrd="2" destOrd="0" presId="urn:microsoft.com/office/officeart/2005/8/layout/vList2"/>
    <dgm:cxn modelId="{C010A495-A5CB-40E0-8513-AE0E65332DDA}" type="presParOf" srcId="{15B94FA6-CACA-4283-BE22-87814BD7FA4E}" destId="{7F5D1E11-BD49-4AD7-87FC-6992310847D4}" srcOrd="3" destOrd="0" presId="urn:microsoft.com/office/officeart/2005/8/layout/vList2"/>
    <dgm:cxn modelId="{7A6FB2C5-74CE-4C4C-A3A6-4641F8EF9031}" type="presParOf" srcId="{15B94FA6-CACA-4283-BE22-87814BD7FA4E}" destId="{24330D3C-701D-43F8-9FF7-DD5119C2FC52}" srcOrd="4" destOrd="0" presId="urn:microsoft.com/office/officeart/2005/8/layout/vList2"/>
    <dgm:cxn modelId="{579C07E7-8D00-4D90-98AE-5AE71075E39A}" type="presParOf" srcId="{15B94FA6-CACA-4283-BE22-87814BD7FA4E}" destId="{535D6654-9B64-4D20-8D37-EDB1D7CA4C2D}" srcOrd="5" destOrd="0" presId="urn:microsoft.com/office/officeart/2005/8/layout/vList2"/>
    <dgm:cxn modelId="{BF1258BB-9BD4-4BD9-BEA8-B7F612F3AE55}" type="presParOf" srcId="{15B94FA6-CACA-4283-BE22-87814BD7FA4E}" destId="{3A0E4FE4-4DF8-4C55-99B3-E0024A9227E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162864-1972-4871-9FC9-FFEE491A9A0B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DF6FCB0-B01C-4DD9-904C-384EB6DE3975}">
      <dgm:prSet/>
      <dgm:spPr/>
      <dgm:t>
        <a:bodyPr/>
        <a:lstStyle/>
        <a:p>
          <a:r>
            <a:rPr lang="en-DE"/>
            <a:t>Betegség, rosszullét</a:t>
          </a:r>
          <a:endParaRPr lang="en-US"/>
        </a:p>
      </dgm:t>
    </dgm:pt>
    <dgm:pt modelId="{D32A8C7D-A6FD-4318-AADE-FABC441D5031}" type="parTrans" cxnId="{A5E896E2-96F3-4B15-BEF0-D559A03FE15C}">
      <dgm:prSet/>
      <dgm:spPr/>
      <dgm:t>
        <a:bodyPr/>
        <a:lstStyle/>
        <a:p>
          <a:endParaRPr lang="en-US"/>
        </a:p>
      </dgm:t>
    </dgm:pt>
    <dgm:pt modelId="{33425DD1-495E-4B69-B988-8D097F5DF2DA}" type="sibTrans" cxnId="{A5E896E2-96F3-4B15-BEF0-D559A03FE15C}">
      <dgm:prSet/>
      <dgm:spPr/>
      <dgm:t>
        <a:bodyPr/>
        <a:lstStyle/>
        <a:p>
          <a:endParaRPr lang="en-US"/>
        </a:p>
      </dgm:t>
    </dgm:pt>
    <dgm:pt modelId="{757B7F04-200A-400A-91EA-E688CC5457B2}">
      <dgm:prSet/>
      <dgm:spPr/>
      <dgm:t>
        <a:bodyPr/>
        <a:lstStyle/>
        <a:p>
          <a:r>
            <a:rPr lang="en-DE"/>
            <a:t>Technikai problémák</a:t>
          </a:r>
          <a:endParaRPr lang="en-US"/>
        </a:p>
      </dgm:t>
    </dgm:pt>
    <dgm:pt modelId="{1F3E4FB1-CB41-44D0-9FAA-E8859489B0AC}" type="parTrans" cxnId="{4A4F8EC9-8848-4FF6-A8D8-A14A029E0132}">
      <dgm:prSet/>
      <dgm:spPr/>
      <dgm:t>
        <a:bodyPr/>
        <a:lstStyle/>
        <a:p>
          <a:endParaRPr lang="en-US"/>
        </a:p>
      </dgm:t>
    </dgm:pt>
    <dgm:pt modelId="{75983E89-C829-4EC9-A6D1-52D66D0D5FD0}" type="sibTrans" cxnId="{4A4F8EC9-8848-4FF6-A8D8-A14A029E0132}">
      <dgm:prSet/>
      <dgm:spPr/>
      <dgm:t>
        <a:bodyPr/>
        <a:lstStyle/>
        <a:p>
          <a:endParaRPr lang="en-US"/>
        </a:p>
      </dgm:t>
    </dgm:pt>
    <dgm:pt modelId="{8E04D06A-1FCD-40E3-B677-84BE613934F7}">
      <dgm:prSet/>
      <dgm:spPr/>
      <dgm:t>
        <a:bodyPr/>
        <a:lstStyle/>
        <a:p>
          <a:r>
            <a:rPr lang="en-DE"/>
            <a:t>Határidők változtatása</a:t>
          </a:r>
          <a:endParaRPr lang="en-US"/>
        </a:p>
      </dgm:t>
    </dgm:pt>
    <dgm:pt modelId="{203B09B4-7C53-49E8-A2F9-45048ED44CAB}" type="parTrans" cxnId="{93AF7EC3-FB20-4C5F-BAF5-239047FF4FA4}">
      <dgm:prSet/>
      <dgm:spPr/>
      <dgm:t>
        <a:bodyPr/>
        <a:lstStyle/>
        <a:p>
          <a:endParaRPr lang="en-US"/>
        </a:p>
      </dgm:t>
    </dgm:pt>
    <dgm:pt modelId="{908DFCE6-2AD0-4195-901C-16CA9434609A}" type="sibTrans" cxnId="{93AF7EC3-FB20-4C5F-BAF5-239047FF4FA4}">
      <dgm:prSet/>
      <dgm:spPr/>
      <dgm:t>
        <a:bodyPr/>
        <a:lstStyle/>
        <a:p>
          <a:endParaRPr lang="en-US"/>
        </a:p>
      </dgm:t>
    </dgm:pt>
    <dgm:pt modelId="{C55108E2-2A7A-48ED-A066-C8B8669EE14D}">
      <dgm:prSet/>
      <dgm:spPr/>
      <dgm:t>
        <a:bodyPr/>
        <a:lstStyle/>
        <a:p>
          <a:r>
            <a:rPr lang="en-DE"/>
            <a:t>Külső zavaró tényezők</a:t>
          </a:r>
          <a:endParaRPr lang="en-US"/>
        </a:p>
      </dgm:t>
    </dgm:pt>
    <dgm:pt modelId="{75E26FD5-564A-4BED-9479-678AC5EE7F90}" type="parTrans" cxnId="{F93F0E48-4D18-48C0-A738-694A9E95C9A7}">
      <dgm:prSet/>
      <dgm:spPr/>
      <dgm:t>
        <a:bodyPr/>
        <a:lstStyle/>
        <a:p>
          <a:endParaRPr lang="en-US"/>
        </a:p>
      </dgm:t>
    </dgm:pt>
    <dgm:pt modelId="{D4EAF22D-21DD-4947-8894-6FB6E698D53D}" type="sibTrans" cxnId="{F93F0E48-4D18-48C0-A738-694A9E95C9A7}">
      <dgm:prSet/>
      <dgm:spPr/>
      <dgm:t>
        <a:bodyPr/>
        <a:lstStyle/>
        <a:p>
          <a:endParaRPr lang="en-US"/>
        </a:p>
      </dgm:t>
    </dgm:pt>
    <dgm:pt modelId="{C7722544-A452-45B8-A53E-8286A09F08C2}" type="pres">
      <dgm:prSet presAssocID="{E7162864-1972-4871-9FC9-FFEE491A9A0B}" presName="linear" presStyleCnt="0">
        <dgm:presLayoutVars>
          <dgm:animLvl val="lvl"/>
          <dgm:resizeHandles val="exact"/>
        </dgm:presLayoutVars>
      </dgm:prSet>
      <dgm:spPr/>
    </dgm:pt>
    <dgm:pt modelId="{E74307BD-AAD7-486A-85B0-015924C0630D}" type="pres">
      <dgm:prSet presAssocID="{ADF6FCB0-B01C-4DD9-904C-384EB6DE397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972AE48-6857-4090-B9B0-D578024632D7}" type="pres">
      <dgm:prSet presAssocID="{33425DD1-495E-4B69-B988-8D097F5DF2DA}" presName="spacer" presStyleCnt="0"/>
      <dgm:spPr/>
    </dgm:pt>
    <dgm:pt modelId="{6806803F-45BC-493D-BA93-7394DD3EABBC}" type="pres">
      <dgm:prSet presAssocID="{757B7F04-200A-400A-91EA-E688CC5457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0F6E29B-D986-4216-B105-33B8BC71297D}" type="pres">
      <dgm:prSet presAssocID="{75983E89-C829-4EC9-A6D1-52D66D0D5FD0}" presName="spacer" presStyleCnt="0"/>
      <dgm:spPr/>
    </dgm:pt>
    <dgm:pt modelId="{6D784669-B09E-429B-AA3A-A45E9DCC5D94}" type="pres">
      <dgm:prSet presAssocID="{8E04D06A-1FCD-40E3-B677-84BE613934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566F1B-7FDA-44C3-A796-C46C682A322D}" type="pres">
      <dgm:prSet presAssocID="{908DFCE6-2AD0-4195-901C-16CA9434609A}" presName="spacer" presStyleCnt="0"/>
      <dgm:spPr/>
    </dgm:pt>
    <dgm:pt modelId="{EC75885F-F097-489A-A352-7F88A3B80E13}" type="pres">
      <dgm:prSet presAssocID="{C55108E2-2A7A-48ED-A066-C8B8669EE14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3567812-1474-4E39-861E-8A61B4C3CD72}" type="presOf" srcId="{C55108E2-2A7A-48ED-A066-C8B8669EE14D}" destId="{EC75885F-F097-489A-A352-7F88A3B80E13}" srcOrd="0" destOrd="0" presId="urn:microsoft.com/office/officeart/2005/8/layout/vList2"/>
    <dgm:cxn modelId="{F93F0E48-4D18-48C0-A738-694A9E95C9A7}" srcId="{E7162864-1972-4871-9FC9-FFEE491A9A0B}" destId="{C55108E2-2A7A-48ED-A066-C8B8669EE14D}" srcOrd="3" destOrd="0" parTransId="{75E26FD5-564A-4BED-9479-678AC5EE7F90}" sibTransId="{D4EAF22D-21DD-4947-8894-6FB6E698D53D}"/>
    <dgm:cxn modelId="{7F9ADA69-171F-484E-ABAD-50F8217912BC}" type="presOf" srcId="{757B7F04-200A-400A-91EA-E688CC5457B2}" destId="{6806803F-45BC-493D-BA93-7394DD3EABBC}" srcOrd="0" destOrd="0" presId="urn:microsoft.com/office/officeart/2005/8/layout/vList2"/>
    <dgm:cxn modelId="{DEBB5954-2AC0-4738-8A83-83F354E96CAF}" type="presOf" srcId="{E7162864-1972-4871-9FC9-FFEE491A9A0B}" destId="{C7722544-A452-45B8-A53E-8286A09F08C2}" srcOrd="0" destOrd="0" presId="urn:microsoft.com/office/officeart/2005/8/layout/vList2"/>
    <dgm:cxn modelId="{007AAFAC-A026-4967-9F4D-FA6D9F040F98}" type="presOf" srcId="{ADF6FCB0-B01C-4DD9-904C-384EB6DE3975}" destId="{E74307BD-AAD7-486A-85B0-015924C0630D}" srcOrd="0" destOrd="0" presId="urn:microsoft.com/office/officeart/2005/8/layout/vList2"/>
    <dgm:cxn modelId="{CD2CBAB4-0E72-4EF0-8BD9-DC72F81CAB7A}" type="presOf" srcId="{8E04D06A-1FCD-40E3-B677-84BE613934F7}" destId="{6D784669-B09E-429B-AA3A-A45E9DCC5D94}" srcOrd="0" destOrd="0" presId="urn:microsoft.com/office/officeart/2005/8/layout/vList2"/>
    <dgm:cxn modelId="{93AF7EC3-FB20-4C5F-BAF5-239047FF4FA4}" srcId="{E7162864-1972-4871-9FC9-FFEE491A9A0B}" destId="{8E04D06A-1FCD-40E3-B677-84BE613934F7}" srcOrd="2" destOrd="0" parTransId="{203B09B4-7C53-49E8-A2F9-45048ED44CAB}" sibTransId="{908DFCE6-2AD0-4195-901C-16CA9434609A}"/>
    <dgm:cxn modelId="{4A4F8EC9-8848-4FF6-A8D8-A14A029E0132}" srcId="{E7162864-1972-4871-9FC9-FFEE491A9A0B}" destId="{757B7F04-200A-400A-91EA-E688CC5457B2}" srcOrd="1" destOrd="0" parTransId="{1F3E4FB1-CB41-44D0-9FAA-E8859489B0AC}" sibTransId="{75983E89-C829-4EC9-A6D1-52D66D0D5FD0}"/>
    <dgm:cxn modelId="{A5E896E2-96F3-4B15-BEF0-D559A03FE15C}" srcId="{E7162864-1972-4871-9FC9-FFEE491A9A0B}" destId="{ADF6FCB0-B01C-4DD9-904C-384EB6DE3975}" srcOrd="0" destOrd="0" parTransId="{D32A8C7D-A6FD-4318-AADE-FABC441D5031}" sibTransId="{33425DD1-495E-4B69-B988-8D097F5DF2DA}"/>
    <dgm:cxn modelId="{1C9137DB-9178-4487-AED2-9AB53454C60F}" type="presParOf" srcId="{C7722544-A452-45B8-A53E-8286A09F08C2}" destId="{E74307BD-AAD7-486A-85B0-015924C0630D}" srcOrd="0" destOrd="0" presId="urn:microsoft.com/office/officeart/2005/8/layout/vList2"/>
    <dgm:cxn modelId="{DAB387F9-D817-4FDB-8AE6-56E574430B28}" type="presParOf" srcId="{C7722544-A452-45B8-A53E-8286A09F08C2}" destId="{D972AE48-6857-4090-B9B0-D578024632D7}" srcOrd="1" destOrd="0" presId="urn:microsoft.com/office/officeart/2005/8/layout/vList2"/>
    <dgm:cxn modelId="{46D9F22B-3FE8-45F1-B062-C24581F467E3}" type="presParOf" srcId="{C7722544-A452-45B8-A53E-8286A09F08C2}" destId="{6806803F-45BC-493D-BA93-7394DD3EABBC}" srcOrd="2" destOrd="0" presId="urn:microsoft.com/office/officeart/2005/8/layout/vList2"/>
    <dgm:cxn modelId="{E4847ED5-8E74-4770-B62F-30160028F2B6}" type="presParOf" srcId="{C7722544-A452-45B8-A53E-8286A09F08C2}" destId="{C0F6E29B-D986-4216-B105-33B8BC71297D}" srcOrd="3" destOrd="0" presId="urn:microsoft.com/office/officeart/2005/8/layout/vList2"/>
    <dgm:cxn modelId="{6B8BA38F-37A4-4650-88B8-C7710E0BFDF3}" type="presParOf" srcId="{C7722544-A452-45B8-A53E-8286A09F08C2}" destId="{6D784669-B09E-429B-AA3A-A45E9DCC5D94}" srcOrd="4" destOrd="0" presId="urn:microsoft.com/office/officeart/2005/8/layout/vList2"/>
    <dgm:cxn modelId="{EBF39FB7-718A-4238-951D-A6BACBAEDA81}" type="presParOf" srcId="{C7722544-A452-45B8-A53E-8286A09F08C2}" destId="{36566F1B-7FDA-44C3-A796-C46C682A322D}" srcOrd="5" destOrd="0" presId="urn:microsoft.com/office/officeart/2005/8/layout/vList2"/>
    <dgm:cxn modelId="{BAE3C960-5755-418C-BFEA-48DA238552C7}" type="presParOf" srcId="{C7722544-A452-45B8-A53E-8286A09F08C2}" destId="{EC75885F-F097-489A-A352-7F88A3B80E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A18EC-30FF-49CA-AAA9-62DC16134FF5}">
      <dsp:nvSpPr>
        <dsp:cNvPr id="0" name=""/>
        <dsp:cNvSpPr/>
      </dsp:nvSpPr>
      <dsp:spPr>
        <a:xfrm>
          <a:off x="0" y="805896"/>
          <a:ext cx="6620255" cy="8634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Nem tervezett események</a:t>
          </a:r>
        </a:p>
      </dsp:txBody>
      <dsp:txXfrm>
        <a:off x="42151" y="848047"/>
        <a:ext cx="6535953" cy="779158"/>
      </dsp:txXfrm>
    </dsp:sp>
    <dsp:sp modelId="{406298EE-20AE-41AD-8D1B-51EBFC23EF73}">
      <dsp:nvSpPr>
        <dsp:cNvPr id="0" name=""/>
        <dsp:cNvSpPr/>
      </dsp:nvSpPr>
      <dsp:spPr>
        <a:xfrm>
          <a:off x="0" y="1773036"/>
          <a:ext cx="6620255" cy="8634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Hirtelen fellépő problémák</a:t>
          </a:r>
        </a:p>
      </dsp:txBody>
      <dsp:txXfrm>
        <a:off x="42151" y="1815187"/>
        <a:ext cx="6535953" cy="779158"/>
      </dsp:txXfrm>
    </dsp:sp>
    <dsp:sp modelId="{1152A823-04E4-4EE4-9D61-9A88D6FCADC0}">
      <dsp:nvSpPr>
        <dsp:cNvPr id="0" name=""/>
        <dsp:cNvSpPr/>
      </dsp:nvSpPr>
      <dsp:spPr>
        <a:xfrm>
          <a:off x="0" y="2740176"/>
          <a:ext cx="6620255" cy="8634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Tervtől eltérés</a:t>
          </a:r>
        </a:p>
      </dsp:txBody>
      <dsp:txXfrm>
        <a:off x="42151" y="2782327"/>
        <a:ext cx="6535953" cy="779158"/>
      </dsp:txXfrm>
    </dsp:sp>
    <dsp:sp modelId="{9742F5ED-8C27-44A0-ACB6-25F1C57E8050}">
      <dsp:nvSpPr>
        <dsp:cNvPr id="0" name=""/>
        <dsp:cNvSpPr/>
      </dsp:nvSpPr>
      <dsp:spPr>
        <a:xfrm>
          <a:off x="0" y="3707316"/>
          <a:ext cx="6620255" cy="8634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600" kern="1200" noProof="0" dirty="0"/>
            <a:t>Gyors döntést igénylő helyzetek</a:t>
          </a:r>
        </a:p>
      </dsp:txBody>
      <dsp:txXfrm>
        <a:off x="42151" y="3749467"/>
        <a:ext cx="6535953" cy="779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B8556-399E-47D6-B6FE-1EACE3A6E767}">
      <dsp:nvSpPr>
        <dsp:cNvPr id="0" name=""/>
        <dsp:cNvSpPr/>
      </dsp:nvSpPr>
      <dsp:spPr>
        <a:xfrm>
          <a:off x="0" y="55655"/>
          <a:ext cx="6620255" cy="12472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 dirty="0"/>
            <a:t>Pánik és </a:t>
          </a:r>
          <a:r>
            <a:rPr lang="hu-HU" sz="3200" kern="1200" dirty="0" err="1"/>
            <a:t>stress</a:t>
          </a:r>
          <a:r>
            <a:rPr lang="en-DE" sz="3200" kern="1200" dirty="0"/>
            <a:t> </a:t>
          </a:r>
          <a:r>
            <a:rPr lang="en-DE" sz="3200" kern="1200" dirty="0" err="1"/>
            <a:t>csökkentése</a:t>
          </a:r>
          <a:endParaRPr lang="en-US" sz="3200" kern="1200" dirty="0"/>
        </a:p>
      </dsp:txBody>
      <dsp:txXfrm>
        <a:off x="60884" y="116539"/>
        <a:ext cx="6498487" cy="1125452"/>
      </dsp:txXfrm>
    </dsp:sp>
    <dsp:sp modelId="{81F5E3DB-5C8E-4C27-8575-D73D1E3F9542}">
      <dsp:nvSpPr>
        <dsp:cNvPr id="0" name=""/>
        <dsp:cNvSpPr/>
      </dsp:nvSpPr>
      <dsp:spPr>
        <a:xfrm>
          <a:off x="0" y="1395036"/>
          <a:ext cx="6620255" cy="12472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Irányítás megőrzése</a:t>
          </a:r>
          <a:endParaRPr lang="en-US" sz="3200" kern="1200"/>
        </a:p>
      </dsp:txBody>
      <dsp:txXfrm>
        <a:off x="60884" y="1455920"/>
        <a:ext cx="6498487" cy="1125452"/>
      </dsp:txXfrm>
    </dsp:sp>
    <dsp:sp modelId="{24330D3C-701D-43F8-9FF7-DD5119C2FC52}">
      <dsp:nvSpPr>
        <dsp:cNvPr id="0" name=""/>
        <dsp:cNvSpPr/>
      </dsp:nvSpPr>
      <dsp:spPr>
        <a:xfrm>
          <a:off x="0" y="2734416"/>
          <a:ext cx="6620255" cy="12472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/>
            <a:t>Nagyobb problémák megelőzése</a:t>
          </a:r>
          <a:endParaRPr lang="en-US" sz="3200" kern="1200"/>
        </a:p>
      </dsp:txBody>
      <dsp:txXfrm>
        <a:off x="60884" y="2795300"/>
        <a:ext cx="6498487" cy="1125452"/>
      </dsp:txXfrm>
    </dsp:sp>
    <dsp:sp modelId="{3A0E4FE4-4DF8-4C55-99B3-E0024A9227EC}">
      <dsp:nvSpPr>
        <dsp:cNvPr id="0" name=""/>
        <dsp:cNvSpPr/>
      </dsp:nvSpPr>
      <dsp:spPr>
        <a:xfrm>
          <a:off x="0" y="4073796"/>
          <a:ext cx="6620255" cy="12472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200" kern="1200" dirty="0" err="1"/>
            <a:t>Alkalmazkodóképesség</a:t>
          </a:r>
          <a:r>
            <a:rPr lang="en-DE" sz="3200" kern="1200" dirty="0"/>
            <a:t> </a:t>
          </a:r>
          <a:r>
            <a:rPr lang="en-DE" sz="3200" kern="1200" dirty="0" err="1"/>
            <a:t>fejlesztése</a:t>
          </a:r>
          <a:r>
            <a:rPr lang="en-DE" sz="3200" kern="1200" dirty="0"/>
            <a:t>, </a:t>
          </a:r>
          <a:r>
            <a:rPr lang="en-DE" sz="3200" kern="1200" dirty="0" err="1"/>
            <a:t>javítása</a:t>
          </a:r>
          <a:endParaRPr lang="en-US" sz="3200" kern="1200" dirty="0"/>
        </a:p>
      </dsp:txBody>
      <dsp:txXfrm>
        <a:off x="60884" y="4134680"/>
        <a:ext cx="6498487" cy="1125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307BD-AAD7-486A-85B0-015924C0630D}">
      <dsp:nvSpPr>
        <dsp:cNvPr id="0" name=""/>
        <dsp:cNvSpPr/>
      </dsp:nvSpPr>
      <dsp:spPr>
        <a:xfrm>
          <a:off x="0" y="126126"/>
          <a:ext cx="6620255" cy="117526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900" kern="1200"/>
            <a:t>Betegség, rosszullét</a:t>
          </a:r>
          <a:endParaRPr lang="en-US" sz="4900" kern="1200"/>
        </a:p>
      </dsp:txBody>
      <dsp:txXfrm>
        <a:off x="57372" y="183498"/>
        <a:ext cx="6505511" cy="1060520"/>
      </dsp:txXfrm>
    </dsp:sp>
    <dsp:sp modelId="{6806803F-45BC-493D-BA93-7394DD3EABBC}">
      <dsp:nvSpPr>
        <dsp:cNvPr id="0" name=""/>
        <dsp:cNvSpPr/>
      </dsp:nvSpPr>
      <dsp:spPr>
        <a:xfrm>
          <a:off x="0" y="1442511"/>
          <a:ext cx="6620255" cy="117526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900" kern="1200"/>
            <a:t>Technikai problémák</a:t>
          </a:r>
          <a:endParaRPr lang="en-US" sz="4900" kern="1200"/>
        </a:p>
      </dsp:txBody>
      <dsp:txXfrm>
        <a:off x="57372" y="1499883"/>
        <a:ext cx="6505511" cy="1060520"/>
      </dsp:txXfrm>
    </dsp:sp>
    <dsp:sp modelId="{6D784669-B09E-429B-AA3A-A45E9DCC5D94}">
      <dsp:nvSpPr>
        <dsp:cNvPr id="0" name=""/>
        <dsp:cNvSpPr/>
      </dsp:nvSpPr>
      <dsp:spPr>
        <a:xfrm>
          <a:off x="0" y="2758896"/>
          <a:ext cx="6620255" cy="117526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900" kern="1200"/>
            <a:t>Határidők változtatása</a:t>
          </a:r>
          <a:endParaRPr lang="en-US" sz="4900" kern="1200"/>
        </a:p>
      </dsp:txBody>
      <dsp:txXfrm>
        <a:off x="57372" y="2816268"/>
        <a:ext cx="6505511" cy="1060520"/>
      </dsp:txXfrm>
    </dsp:sp>
    <dsp:sp modelId="{EC75885F-F097-489A-A352-7F88A3B80E13}">
      <dsp:nvSpPr>
        <dsp:cNvPr id="0" name=""/>
        <dsp:cNvSpPr/>
      </dsp:nvSpPr>
      <dsp:spPr>
        <a:xfrm>
          <a:off x="0" y="4075281"/>
          <a:ext cx="6620255" cy="117526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4900" kern="1200"/>
            <a:t>Külső zavaró tényezők</a:t>
          </a:r>
          <a:endParaRPr lang="en-US" sz="4900" kern="1200"/>
        </a:p>
      </dsp:txBody>
      <dsp:txXfrm>
        <a:off x="57372" y="4132653"/>
        <a:ext cx="6505511" cy="1060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73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4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6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1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0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2C007-378F-4FCC-9DEE-23542F2E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53F4106-FF9C-2225-FA16-A4EBEC67E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hu-HU" sz="6000" noProof="0" dirty="0"/>
              <a:t>Váratlan helyzetek kezelése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B9E75FA-D215-9120-33C4-76E606F95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hu-HU" noProof="0" dirty="0"/>
              <a:t>Molek Tamás Sándor</a:t>
            </a:r>
          </a:p>
          <a:p>
            <a:r>
              <a:rPr lang="hu-HU" noProof="0" dirty="0"/>
              <a:t>12.E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3725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4D13820-47D6-143F-C0B4-0653BF13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hu-HU" noProof="0" dirty="0"/>
              <a:t>Mit nevezünk váratlan helyzetnek?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C9731817-F2DB-C422-7398-3EA14BE88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993772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484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18F89FB-45BE-FC21-ADDE-CA9ACDDE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hu-HU" noProof="0" dirty="0"/>
              <a:t>Miért fontos kezelni?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6D293F49-6696-D8AC-2F64-D8A9EE125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870963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393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993C19A-E234-A831-661C-BD134517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hu-HU" dirty="0"/>
              <a:t>Gyakori váratlan helyzetek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6180B635-DF98-D291-0771-809097791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611805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029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75B04D-CE2E-222B-C76C-547F4CD2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Hatékony kezelési lépések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9C41AF-5CCF-31E5-40BC-C90800736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2945149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59</Words>
  <Application>Microsoft Office PowerPoint</Application>
  <PresentationFormat>Szélesvásznú</PresentationFormat>
  <Paragraphs>19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Bierstadt</vt:lpstr>
      <vt:lpstr>Neue Haas Grotesk Text Pro</vt:lpstr>
      <vt:lpstr>GestaltVTI</vt:lpstr>
      <vt:lpstr>Váratlan helyzetek kezelése</vt:lpstr>
      <vt:lpstr>Mit nevezünk váratlan helyzetnek?</vt:lpstr>
      <vt:lpstr>Miért fontos kezelni?</vt:lpstr>
      <vt:lpstr>Gyakori váratlan helyzetek</vt:lpstr>
      <vt:lpstr>Hatékony kezelési lépések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1</cp:revision>
  <dcterms:created xsi:type="dcterms:W3CDTF">2026-01-29T12:49:01Z</dcterms:created>
  <dcterms:modified xsi:type="dcterms:W3CDTF">2026-01-29T21:33:29Z</dcterms:modified>
</cp:coreProperties>
</file>