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C7EB86-8F33-5C14-2180-8A9C877A8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C729B47-DFE7-C866-4FA9-90027C2D2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E61C6D3-7004-5E58-E848-8A017156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B2B9584-A99C-3049-00C4-C745F2C0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6F79122-E8AF-0847-D000-F1E348B7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684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7A4E57-DC01-E5DB-0F8E-FAE50011D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AB77F6-FD32-A420-2A1A-FDB05DD43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E9316D-CE3D-169D-37A3-15E68BD7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F032219-DC27-BE17-AE42-6BFBA4AF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8390F19-782E-E94F-857E-CFD0C1CEC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847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BD6653-8713-35EF-75DB-2225512A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2C80A4F-F086-EDB7-600F-EFA428146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5499346-3C59-0C10-1D46-2FAED14F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D426254-B3E4-C812-CB65-3F0628AD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1AB458-755F-EA16-21C1-A72CE94B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988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38CC77-572A-CFF8-C285-791A01AB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5074B7-40DC-AB10-EA31-B40ACEEBC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2DB6C68-9E09-5084-1B2E-71C12ED06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4E17550-F8C2-415D-6D2A-320E5D3E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B758203-7F6C-8F22-C033-838034461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C88EEFA-46D8-09D1-1825-15618F8D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3011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644A92-55E7-0A49-D4B5-7D1A9B7D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88DF6D-EA13-477F-6FF1-ED0FFE106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ADA3E0F-5A8B-010E-4F23-32D8C1B97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6A6FC52-5218-B2C6-8F3D-697FB69D2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33A4FB1-A69E-5F65-374A-D32EF57DA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C96DD6E-DC90-83E7-D73C-E305FAE0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6D4F7E8-BE78-41CC-7E8E-2B672795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8D68531-F90C-BA7E-AB94-10C5236DD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770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739193-0F28-FB17-0264-FA107F5A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BF145D8-0AE8-B296-6F78-620761BE3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D0FAEF3-9931-5148-239A-C72E322F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848E567-7A79-0D24-78FC-55326A4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59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F9B50A4-AAE2-A080-3519-5298EA8D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4B0FE84-1BD5-0444-DA81-45CFBADF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7B307E4-ED62-CECE-071D-DEB13C3F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560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8100F9-ED5E-3799-661E-3DB56215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860A73-9A70-9E99-F4E8-4ECB08937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067B216-AA9F-6FB1-74D4-D69FC083A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9A46EE-A5C6-14AE-1244-7C8F2840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0A2ECA5-AD0F-E576-C805-229B704B5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C2C0AFC-265E-760C-DBC9-7B4E35D3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248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F224D5-C086-422A-8814-1685D4D21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21AC8C5-D30C-1D87-2FC6-BFA2F9215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334E45E-7C70-1663-2F62-6136B254F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ECFD630-7C44-5EC5-30F2-564E5822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E9E97A5-61F1-396E-E5DC-D7439090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21E505C-FAF1-AFF3-DD43-CD66BB56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597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3EE6D9-6C22-D154-898E-26FA9055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54DCD2D-E86C-1155-7528-165DDC86E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B8D2372-5C57-25D9-3587-02DE8153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73119DF-4386-19A9-45F2-D5602BEA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30FE28-BFD8-9804-5E68-198E58D3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746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00BE350-D555-20E3-FD3A-81A218808F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CB24974-9968-F577-08AF-F14AA51C7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359373-4277-D95F-739D-246462A0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139363-1CEC-0E7E-5255-EB93D01C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C033BA4-6E7C-BA63-5CFB-D33B0D50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773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8F801B1-3224-1B38-0165-75C116A8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D5D67AB-542A-7C1E-D7B8-743DF9BDE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595660-9848-7080-7D3C-4441518B6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C9F92-6340-41A6-881D-A31E1E393DF4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62DC9AE-499B-43A8-9AAB-3AA64A61C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4E6D233-6FC8-CBB8-6437-FBA8095AA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9FE19-30FE-413E-BEF4-ABF7B52AA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4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5C6C9C-D62C-7D25-D74A-7A00D49F9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 err="1"/>
              <a:t>Kérdezéstechnikai</a:t>
            </a:r>
            <a:r>
              <a:rPr lang="en-DE" dirty="0"/>
              <a:t> </a:t>
            </a:r>
            <a:r>
              <a:rPr lang="en-DE"/>
              <a:t>alapok</a:t>
            </a:r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3E3DEA5-76CA-C802-952F-17A79FC9F4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801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Szélesvásznú</PresentationFormat>
  <Paragraphs>1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Office-téma</vt:lpstr>
      <vt:lpstr>Kérdezéstechnikai alapok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</cp:revision>
  <dcterms:created xsi:type="dcterms:W3CDTF">2025-11-06T12:53:02Z</dcterms:created>
  <dcterms:modified xsi:type="dcterms:W3CDTF">2025-11-06T12:54:34Z</dcterms:modified>
</cp:coreProperties>
</file>