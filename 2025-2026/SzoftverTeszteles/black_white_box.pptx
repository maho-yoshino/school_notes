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3350" autoAdjust="0"/>
  </p:normalViewPr>
  <p:slideViewPr>
    <p:cSldViewPr snapToGrid="0">
      <p:cViewPr varScale="1">
        <p:scale>
          <a:sx n="56" d="100"/>
          <a:sy n="56" d="100"/>
        </p:scale>
        <p:origin x="17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testing/differences-between-black-box-testing-vs-white-box-testing/" TargetMode="External"/><Relationship Id="rId2" Type="http://schemas.openxmlformats.org/officeDocument/2006/relationships/hyperlink" Target="https://en.wikipedia.org/wiki/White-box_testing" TargetMode="External"/><Relationship Id="rId1" Type="http://schemas.openxmlformats.org/officeDocument/2006/relationships/hyperlink" Target="https://en.wikipedia.org/wiki/Black-box_testing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testing/differences-between-black-box-testing-vs-white-box-testing/" TargetMode="External"/><Relationship Id="rId2" Type="http://schemas.openxmlformats.org/officeDocument/2006/relationships/hyperlink" Target="https://en.wikipedia.org/wiki/White-box_testing" TargetMode="External"/><Relationship Id="rId1" Type="http://schemas.openxmlformats.org/officeDocument/2006/relationships/hyperlink" Target="https://en.wikipedia.org/wiki/Black-box_test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145B5-0841-4E84-8FCC-E81D23DA1DB3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31AD5A-B17B-439E-878F-4FF1E7765132}">
      <dgm:prSet/>
      <dgm:spPr/>
      <dgm:t>
        <a:bodyPr/>
        <a:lstStyle/>
        <a:p>
          <a:r>
            <a:rPr lang="hu-HU"/>
            <a:t>Az alkalmazás belső szerkezetének ismerete nélkül tesztel</a:t>
          </a:r>
          <a:endParaRPr lang="en-US"/>
        </a:p>
      </dgm:t>
    </dgm:pt>
    <dgm:pt modelId="{B06D5C26-08A5-4AC1-8CCB-E6860308E29C}" type="parTrans" cxnId="{0C3F03DE-7E57-4CAB-A414-A540E1E80278}">
      <dgm:prSet/>
      <dgm:spPr/>
      <dgm:t>
        <a:bodyPr/>
        <a:lstStyle/>
        <a:p>
          <a:endParaRPr lang="en-US"/>
        </a:p>
      </dgm:t>
    </dgm:pt>
    <dgm:pt modelId="{A5EC5578-1B7B-4E3B-A748-1C40AC9BB87A}" type="sibTrans" cxnId="{0C3F03DE-7E57-4CAB-A414-A540E1E80278}">
      <dgm:prSet/>
      <dgm:spPr/>
      <dgm:t>
        <a:bodyPr/>
        <a:lstStyle/>
        <a:p>
          <a:endParaRPr lang="en-US"/>
        </a:p>
      </dgm:t>
    </dgm:pt>
    <dgm:pt modelId="{4C50FADE-F409-4C58-9741-03500DA00560}">
      <dgm:prSet/>
      <dgm:spPr/>
      <dgm:t>
        <a:bodyPr/>
        <a:lstStyle/>
        <a:p>
          <a:r>
            <a:rPr lang="hu-HU"/>
            <a:t>Csak az a lényeg, ami végül történik</a:t>
          </a:r>
          <a:endParaRPr lang="en-US"/>
        </a:p>
      </dgm:t>
    </dgm:pt>
    <dgm:pt modelId="{03E130EB-3653-46D0-80FC-03F96AB2F708}" type="parTrans" cxnId="{BFA51C23-033A-4534-ACE2-6636C30D147D}">
      <dgm:prSet/>
      <dgm:spPr/>
      <dgm:t>
        <a:bodyPr/>
        <a:lstStyle/>
        <a:p>
          <a:endParaRPr lang="en-US"/>
        </a:p>
      </dgm:t>
    </dgm:pt>
    <dgm:pt modelId="{D92C3C50-57FF-424D-B557-B363001AB37A}" type="sibTrans" cxnId="{BFA51C23-033A-4534-ACE2-6636C30D147D}">
      <dgm:prSet/>
      <dgm:spPr/>
      <dgm:t>
        <a:bodyPr/>
        <a:lstStyle/>
        <a:p>
          <a:endParaRPr lang="en-US"/>
        </a:p>
      </dgm:t>
    </dgm:pt>
    <dgm:pt modelId="{D5BCD999-9A03-4B66-9BDA-23722AC50161}">
      <dgm:prSet/>
      <dgm:spPr/>
      <dgm:t>
        <a:bodyPr/>
        <a:lstStyle/>
        <a:p>
          <a:r>
            <a:rPr lang="hu-HU"/>
            <a:t>Nem igényel előzetes tudást</a:t>
          </a:r>
          <a:endParaRPr lang="en-US"/>
        </a:p>
      </dgm:t>
    </dgm:pt>
    <dgm:pt modelId="{F277B01A-99B3-45E1-BE65-EF66F7515A31}" type="parTrans" cxnId="{85574DCF-A137-4E15-8A6D-D06A5E7E33B9}">
      <dgm:prSet/>
      <dgm:spPr/>
      <dgm:t>
        <a:bodyPr/>
        <a:lstStyle/>
        <a:p>
          <a:endParaRPr lang="en-US"/>
        </a:p>
      </dgm:t>
    </dgm:pt>
    <dgm:pt modelId="{F33793D7-63BA-4D1A-9EA6-36F9969BBE4A}" type="sibTrans" cxnId="{85574DCF-A137-4E15-8A6D-D06A5E7E33B9}">
      <dgm:prSet/>
      <dgm:spPr/>
      <dgm:t>
        <a:bodyPr/>
        <a:lstStyle/>
        <a:p>
          <a:endParaRPr lang="en-US"/>
        </a:p>
      </dgm:t>
    </dgm:pt>
    <dgm:pt modelId="{66B3B6F3-DB3C-4930-9CEB-FE2F92007178}" type="pres">
      <dgm:prSet presAssocID="{971145B5-0841-4E84-8FCC-E81D23DA1DB3}" presName="vert0" presStyleCnt="0">
        <dgm:presLayoutVars>
          <dgm:dir/>
          <dgm:animOne val="branch"/>
          <dgm:animLvl val="lvl"/>
        </dgm:presLayoutVars>
      </dgm:prSet>
      <dgm:spPr/>
    </dgm:pt>
    <dgm:pt modelId="{53BF0FB3-5C19-4DDB-A06E-E94EF22E1B01}" type="pres">
      <dgm:prSet presAssocID="{1931AD5A-B17B-439E-878F-4FF1E7765132}" presName="thickLine" presStyleLbl="alignNode1" presStyleIdx="0" presStyleCnt="3"/>
      <dgm:spPr/>
    </dgm:pt>
    <dgm:pt modelId="{2D388C8D-C22E-4797-A4C6-545A0CDAFF1C}" type="pres">
      <dgm:prSet presAssocID="{1931AD5A-B17B-439E-878F-4FF1E7765132}" presName="horz1" presStyleCnt="0"/>
      <dgm:spPr/>
    </dgm:pt>
    <dgm:pt modelId="{8EAFEA27-2347-4210-BF17-B10230C19A66}" type="pres">
      <dgm:prSet presAssocID="{1931AD5A-B17B-439E-878F-4FF1E7765132}" presName="tx1" presStyleLbl="revTx" presStyleIdx="0" presStyleCnt="3"/>
      <dgm:spPr/>
    </dgm:pt>
    <dgm:pt modelId="{47642F0B-4EAB-43F6-8CEA-3E5F3A405FC5}" type="pres">
      <dgm:prSet presAssocID="{1931AD5A-B17B-439E-878F-4FF1E7765132}" presName="vert1" presStyleCnt="0"/>
      <dgm:spPr/>
    </dgm:pt>
    <dgm:pt modelId="{2EDAC874-960F-4816-A79D-31636B71035F}" type="pres">
      <dgm:prSet presAssocID="{4C50FADE-F409-4C58-9741-03500DA00560}" presName="thickLine" presStyleLbl="alignNode1" presStyleIdx="1" presStyleCnt="3"/>
      <dgm:spPr/>
    </dgm:pt>
    <dgm:pt modelId="{DFB1F347-1F12-456A-9E09-A146899CC865}" type="pres">
      <dgm:prSet presAssocID="{4C50FADE-F409-4C58-9741-03500DA00560}" presName="horz1" presStyleCnt="0"/>
      <dgm:spPr/>
    </dgm:pt>
    <dgm:pt modelId="{83AF76A5-01DC-4DFC-A477-BB9C6877FEB5}" type="pres">
      <dgm:prSet presAssocID="{4C50FADE-F409-4C58-9741-03500DA00560}" presName="tx1" presStyleLbl="revTx" presStyleIdx="1" presStyleCnt="3"/>
      <dgm:spPr/>
    </dgm:pt>
    <dgm:pt modelId="{219248EA-1ED3-4CD3-8DCF-480C66B4A07B}" type="pres">
      <dgm:prSet presAssocID="{4C50FADE-F409-4C58-9741-03500DA00560}" presName="vert1" presStyleCnt="0"/>
      <dgm:spPr/>
    </dgm:pt>
    <dgm:pt modelId="{1989537B-9794-4E40-8EA6-112A5E8DD889}" type="pres">
      <dgm:prSet presAssocID="{D5BCD999-9A03-4B66-9BDA-23722AC50161}" presName="thickLine" presStyleLbl="alignNode1" presStyleIdx="2" presStyleCnt="3"/>
      <dgm:spPr/>
    </dgm:pt>
    <dgm:pt modelId="{6A8B555C-C736-47FF-8F82-89FCF142E477}" type="pres">
      <dgm:prSet presAssocID="{D5BCD999-9A03-4B66-9BDA-23722AC50161}" presName="horz1" presStyleCnt="0"/>
      <dgm:spPr/>
    </dgm:pt>
    <dgm:pt modelId="{960E083F-930D-43F7-BB0B-742957B34CF8}" type="pres">
      <dgm:prSet presAssocID="{D5BCD999-9A03-4B66-9BDA-23722AC50161}" presName="tx1" presStyleLbl="revTx" presStyleIdx="2" presStyleCnt="3"/>
      <dgm:spPr/>
    </dgm:pt>
    <dgm:pt modelId="{0B48E8F4-AE2F-443D-AAA0-0549D6633670}" type="pres">
      <dgm:prSet presAssocID="{D5BCD999-9A03-4B66-9BDA-23722AC50161}" presName="vert1" presStyleCnt="0"/>
      <dgm:spPr/>
    </dgm:pt>
  </dgm:ptLst>
  <dgm:cxnLst>
    <dgm:cxn modelId="{AF7CFB11-ECCC-48D0-A61E-AEF91D449F6B}" type="presOf" srcId="{1931AD5A-B17B-439E-878F-4FF1E7765132}" destId="{8EAFEA27-2347-4210-BF17-B10230C19A66}" srcOrd="0" destOrd="0" presId="urn:microsoft.com/office/officeart/2008/layout/LinedList"/>
    <dgm:cxn modelId="{BFA51C23-033A-4534-ACE2-6636C30D147D}" srcId="{971145B5-0841-4E84-8FCC-E81D23DA1DB3}" destId="{4C50FADE-F409-4C58-9741-03500DA00560}" srcOrd="1" destOrd="0" parTransId="{03E130EB-3653-46D0-80FC-03F96AB2F708}" sibTransId="{D92C3C50-57FF-424D-B557-B363001AB37A}"/>
    <dgm:cxn modelId="{A09CDE28-0C84-47CE-8F22-C73776F6996D}" type="presOf" srcId="{D5BCD999-9A03-4B66-9BDA-23722AC50161}" destId="{960E083F-930D-43F7-BB0B-742957B34CF8}" srcOrd="0" destOrd="0" presId="urn:microsoft.com/office/officeart/2008/layout/LinedList"/>
    <dgm:cxn modelId="{4859B136-4FA1-4AB8-A37B-0E4BA6ABBFE6}" type="presOf" srcId="{971145B5-0841-4E84-8FCC-E81D23DA1DB3}" destId="{66B3B6F3-DB3C-4930-9CEB-FE2F92007178}" srcOrd="0" destOrd="0" presId="urn:microsoft.com/office/officeart/2008/layout/LinedList"/>
    <dgm:cxn modelId="{7FB9004D-C894-45DD-9F63-1B3934B84CC4}" type="presOf" srcId="{4C50FADE-F409-4C58-9741-03500DA00560}" destId="{83AF76A5-01DC-4DFC-A477-BB9C6877FEB5}" srcOrd="0" destOrd="0" presId="urn:microsoft.com/office/officeart/2008/layout/LinedList"/>
    <dgm:cxn modelId="{85574DCF-A137-4E15-8A6D-D06A5E7E33B9}" srcId="{971145B5-0841-4E84-8FCC-E81D23DA1DB3}" destId="{D5BCD999-9A03-4B66-9BDA-23722AC50161}" srcOrd="2" destOrd="0" parTransId="{F277B01A-99B3-45E1-BE65-EF66F7515A31}" sibTransId="{F33793D7-63BA-4D1A-9EA6-36F9969BBE4A}"/>
    <dgm:cxn modelId="{0C3F03DE-7E57-4CAB-A414-A540E1E80278}" srcId="{971145B5-0841-4E84-8FCC-E81D23DA1DB3}" destId="{1931AD5A-B17B-439E-878F-4FF1E7765132}" srcOrd="0" destOrd="0" parTransId="{B06D5C26-08A5-4AC1-8CCB-E6860308E29C}" sibTransId="{A5EC5578-1B7B-4E3B-A748-1C40AC9BB87A}"/>
    <dgm:cxn modelId="{BA81DA4F-D0F4-4DF1-BFED-82CF0F6F6E4F}" type="presParOf" srcId="{66B3B6F3-DB3C-4930-9CEB-FE2F92007178}" destId="{53BF0FB3-5C19-4DDB-A06E-E94EF22E1B01}" srcOrd="0" destOrd="0" presId="urn:microsoft.com/office/officeart/2008/layout/LinedList"/>
    <dgm:cxn modelId="{16676011-BD99-4C64-8CC1-3BB2F100B948}" type="presParOf" srcId="{66B3B6F3-DB3C-4930-9CEB-FE2F92007178}" destId="{2D388C8D-C22E-4797-A4C6-545A0CDAFF1C}" srcOrd="1" destOrd="0" presId="urn:microsoft.com/office/officeart/2008/layout/LinedList"/>
    <dgm:cxn modelId="{B3241A6A-F42C-45F4-8A36-8FF518F38AF8}" type="presParOf" srcId="{2D388C8D-C22E-4797-A4C6-545A0CDAFF1C}" destId="{8EAFEA27-2347-4210-BF17-B10230C19A66}" srcOrd="0" destOrd="0" presId="urn:microsoft.com/office/officeart/2008/layout/LinedList"/>
    <dgm:cxn modelId="{388CAC4C-4786-4416-8B28-D36DC0CE7844}" type="presParOf" srcId="{2D388C8D-C22E-4797-A4C6-545A0CDAFF1C}" destId="{47642F0B-4EAB-43F6-8CEA-3E5F3A405FC5}" srcOrd="1" destOrd="0" presId="urn:microsoft.com/office/officeart/2008/layout/LinedList"/>
    <dgm:cxn modelId="{ABD0F2FD-BB05-4210-A125-417DD24DBD5F}" type="presParOf" srcId="{66B3B6F3-DB3C-4930-9CEB-FE2F92007178}" destId="{2EDAC874-960F-4816-A79D-31636B71035F}" srcOrd="2" destOrd="0" presId="urn:microsoft.com/office/officeart/2008/layout/LinedList"/>
    <dgm:cxn modelId="{4C1427C3-C788-42C8-AC64-D10B3E6F5F9B}" type="presParOf" srcId="{66B3B6F3-DB3C-4930-9CEB-FE2F92007178}" destId="{DFB1F347-1F12-456A-9E09-A146899CC865}" srcOrd="3" destOrd="0" presId="urn:microsoft.com/office/officeart/2008/layout/LinedList"/>
    <dgm:cxn modelId="{BFC4C6BE-224A-4689-AAB0-42CCD78537F1}" type="presParOf" srcId="{DFB1F347-1F12-456A-9E09-A146899CC865}" destId="{83AF76A5-01DC-4DFC-A477-BB9C6877FEB5}" srcOrd="0" destOrd="0" presId="urn:microsoft.com/office/officeart/2008/layout/LinedList"/>
    <dgm:cxn modelId="{6AE3BFB0-006C-4535-BC71-5C293F819F7D}" type="presParOf" srcId="{DFB1F347-1F12-456A-9E09-A146899CC865}" destId="{219248EA-1ED3-4CD3-8DCF-480C66B4A07B}" srcOrd="1" destOrd="0" presId="urn:microsoft.com/office/officeart/2008/layout/LinedList"/>
    <dgm:cxn modelId="{D494399E-58C3-4C94-A305-1A94A7F73C12}" type="presParOf" srcId="{66B3B6F3-DB3C-4930-9CEB-FE2F92007178}" destId="{1989537B-9794-4E40-8EA6-112A5E8DD889}" srcOrd="4" destOrd="0" presId="urn:microsoft.com/office/officeart/2008/layout/LinedList"/>
    <dgm:cxn modelId="{D8A60614-FD65-4FDC-AA74-26D512FB4D9B}" type="presParOf" srcId="{66B3B6F3-DB3C-4930-9CEB-FE2F92007178}" destId="{6A8B555C-C736-47FF-8F82-89FCF142E477}" srcOrd="5" destOrd="0" presId="urn:microsoft.com/office/officeart/2008/layout/LinedList"/>
    <dgm:cxn modelId="{5D47120F-1228-4C94-BDB9-0970C430542B}" type="presParOf" srcId="{6A8B555C-C736-47FF-8F82-89FCF142E477}" destId="{960E083F-930D-43F7-BB0B-742957B34CF8}" srcOrd="0" destOrd="0" presId="urn:microsoft.com/office/officeart/2008/layout/LinedList"/>
    <dgm:cxn modelId="{555FB5B8-ADA2-4112-BCAA-94C02672A54B}" type="presParOf" srcId="{6A8B555C-C736-47FF-8F82-89FCF142E477}" destId="{0B48E8F4-AE2F-443D-AAA0-0549D66336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ED6425-A522-45F4-81B5-E7F97681CDBB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0365DC3-90B5-4021-B9EE-A55A17418476}">
      <dgm:prSet/>
      <dgm:spPr/>
      <dgm:t>
        <a:bodyPr/>
        <a:lstStyle/>
        <a:p>
          <a:r>
            <a:rPr lang="hu-HU"/>
            <a:t>Belső felépítést is teszteli</a:t>
          </a:r>
          <a:endParaRPr lang="en-US"/>
        </a:p>
      </dgm:t>
    </dgm:pt>
    <dgm:pt modelId="{38C30E8D-1EFF-49CA-8332-F292BCDCBEDC}" type="parTrans" cxnId="{E8008798-252E-49D5-BECA-0A07D3C5EF41}">
      <dgm:prSet/>
      <dgm:spPr/>
      <dgm:t>
        <a:bodyPr/>
        <a:lstStyle/>
        <a:p>
          <a:endParaRPr lang="en-US"/>
        </a:p>
      </dgm:t>
    </dgm:pt>
    <dgm:pt modelId="{6E8DEBDE-A9EB-4B1E-9E35-41C2991D4215}" type="sibTrans" cxnId="{E8008798-252E-49D5-BECA-0A07D3C5EF41}">
      <dgm:prSet/>
      <dgm:spPr/>
      <dgm:t>
        <a:bodyPr/>
        <a:lstStyle/>
        <a:p>
          <a:endParaRPr lang="en-US"/>
        </a:p>
      </dgm:t>
    </dgm:pt>
    <dgm:pt modelId="{244CAEFD-416D-45B3-9EF5-BC66E7F4B86F}">
      <dgm:prSet/>
      <dgm:spPr/>
      <dgm:t>
        <a:bodyPr/>
        <a:lstStyle/>
        <a:p>
          <a:r>
            <a:rPr lang="en-DE"/>
            <a:t>Belső kód hatékonysága, helyessége</a:t>
          </a:r>
          <a:endParaRPr lang="en-US"/>
        </a:p>
      </dgm:t>
    </dgm:pt>
    <dgm:pt modelId="{E7644D95-B1B5-4BB1-A161-7FF7A888A445}" type="parTrans" cxnId="{C481A557-11F4-492D-895F-2C0BC3ED9696}">
      <dgm:prSet/>
      <dgm:spPr/>
      <dgm:t>
        <a:bodyPr/>
        <a:lstStyle/>
        <a:p>
          <a:endParaRPr lang="en-US"/>
        </a:p>
      </dgm:t>
    </dgm:pt>
    <dgm:pt modelId="{52EE8B04-6680-4383-B46D-4520D9915BCE}" type="sibTrans" cxnId="{C481A557-11F4-492D-895F-2C0BC3ED9696}">
      <dgm:prSet/>
      <dgm:spPr/>
      <dgm:t>
        <a:bodyPr/>
        <a:lstStyle/>
        <a:p>
          <a:endParaRPr lang="en-US"/>
        </a:p>
      </dgm:t>
    </dgm:pt>
    <dgm:pt modelId="{1C37778F-BBD8-4EF9-9163-EDF3783B3B7A}">
      <dgm:prSet/>
      <dgm:spPr/>
      <dgm:t>
        <a:bodyPr/>
        <a:lstStyle/>
        <a:p>
          <a:r>
            <a:rPr lang="en-DE"/>
            <a:t>Kell programozási ismeret</a:t>
          </a:r>
          <a:endParaRPr lang="en-US"/>
        </a:p>
      </dgm:t>
    </dgm:pt>
    <dgm:pt modelId="{1A76D8BF-6038-4690-9C8A-336FD586B9C7}" type="parTrans" cxnId="{144605D2-2428-4F34-9531-874229780C85}">
      <dgm:prSet/>
      <dgm:spPr/>
      <dgm:t>
        <a:bodyPr/>
        <a:lstStyle/>
        <a:p>
          <a:endParaRPr lang="en-US"/>
        </a:p>
      </dgm:t>
    </dgm:pt>
    <dgm:pt modelId="{B9C39F89-B449-476D-A586-DB03051AB86D}" type="sibTrans" cxnId="{144605D2-2428-4F34-9531-874229780C85}">
      <dgm:prSet/>
      <dgm:spPr/>
      <dgm:t>
        <a:bodyPr/>
        <a:lstStyle/>
        <a:p>
          <a:endParaRPr lang="en-US"/>
        </a:p>
      </dgm:t>
    </dgm:pt>
    <dgm:pt modelId="{879C60ED-849F-499A-B5C9-B26536A7441C}" type="pres">
      <dgm:prSet presAssocID="{2BED6425-A522-45F4-81B5-E7F97681CDBB}" presName="vert0" presStyleCnt="0">
        <dgm:presLayoutVars>
          <dgm:dir/>
          <dgm:animOne val="branch"/>
          <dgm:animLvl val="lvl"/>
        </dgm:presLayoutVars>
      </dgm:prSet>
      <dgm:spPr/>
    </dgm:pt>
    <dgm:pt modelId="{610189CE-5C6F-4C51-BCBE-689AE3CBF0C4}" type="pres">
      <dgm:prSet presAssocID="{00365DC3-90B5-4021-B9EE-A55A17418476}" presName="thickLine" presStyleLbl="alignNode1" presStyleIdx="0" presStyleCnt="3"/>
      <dgm:spPr/>
    </dgm:pt>
    <dgm:pt modelId="{1C74D180-F47C-4872-B766-6BBED167F2A1}" type="pres">
      <dgm:prSet presAssocID="{00365DC3-90B5-4021-B9EE-A55A17418476}" presName="horz1" presStyleCnt="0"/>
      <dgm:spPr/>
    </dgm:pt>
    <dgm:pt modelId="{4659E88E-A857-467C-9014-3EB83EFBA313}" type="pres">
      <dgm:prSet presAssocID="{00365DC3-90B5-4021-B9EE-A55A17418476}" presName="tx1" presStyleLbl="revTx" presStyleIdx="0" presStyleCnt="3"/>
      <dgm:spPr/>
    </dgm:pt>
    <dgm:pt modelId="{3D466F54-F6A5-4907-A54F-1F8BF796A66B}" type="pres">
      <dgm:prSet presAssocID="{00365DC3-90B5-4021-B9EE-A55A17418476}" presName="vert1" presStyleCnt="0"/>
      <dgm:spPr/>
    </dgm:pt>
    <dgm:pt modelId="{B443F5C9-6573-4B04-8E6E-DB14072609A2}" type="pres">
      <dgm:prSet presAssocID="{244CAEFD-416D-45B3-9EF5-BC66E7F4B86F}" presName="thickLine" presStyleLbl="alignNode1" presStyleIdx="1" presStyleCnt="3"/>
      <dgm:spPr/>
    </dgm:pt>
    <dgm:pt modelId="{FF557FC1-F9C0-4426-9400-86C7672B8E8A}" type="pres">
      <dgm:prSet presAssocID="{244CAEFD-416D-45B3-9EF5-BC66E7F4B86F}" presName="horz1" presStyleCnt="0"/>
      <dgm:spPr/>
    </dgm:pt>
    <dgm:pt modelId="{D10437FE-74A0-4A9B-9A3C-1DACA9E5D882}" type="pres">
      <dgm:prSet presAssocID="{244CAEFD-416D-45B3-9EF5-BC66E7F4B86F}" presName="tx1" presStyleLbl="revTx" presStyleIdx="1" presStyleCnt="3"/>
      <dgm:spPr/>
    </dgm:pt>
    <dgm:pt modelId="{FAFD4419-240B-4B70-A806-78D308C6EC40}" type="pres">
      <dgm:prSet presAssocID="{244CAEFD-416D-45B3-9EF5-BC66E7F4B86F}" presName="vert1" presStyleCnt="0"/>
      <dgm:spPr/>
    </dgm:pt>
    <dgm:pt modelId="{5B98CBC3-DB5B-46A1-82FE-8A76DBAB0F13}" type="pres">
      <dgm:prSet presAssocID="{1C37778F-BBD8-4EF9-9163-EDF3783B3B7A}" presName="thickLine" presStyleLbl="alignNode1" presStyleIdx="2" presStyleCnt="3"/>
      <dgm:spPr/>
    </dgm:pt>
    <dgm:pt modelId="{42FA2677-42D4-4793-B1A9-3B503FB24E89}" type="pres">
      <dgm:prSet presAssocID="{1C37778F-BBD8-4EF9-9163-EDF3783B3B7A}" presName="horz1" presStyleCnt="0"/>
      <dgm:spPr/>
    </dgm:pt>
    <dgm:pt modelId="{13AAADE1-7CCC-4B20-9EFC-5535B63AB8DE}" type="pres">
      <dgm:prSet presAssocID="{1C37778F-BBD8-4EF9-9163-EDF3783B3B7A}" presName="tx1" presStyleLbl="revTx" presStyleIdx="2" presStyleCnt="3"/>
      <dgm:spPr/>
    </dgm:pt>
    <dgm:pt modelId="{DBBD68EF-968A-409A-A972-018370AED8C4}" type="pres">
      <dgm:prSet presAssocID="{1C37778F-BBD8-4EF9-9163-EDF3783B3B7A}" presName="vert1" presStyleCnt="0"/>
      <dgm:spPr/>
    </dgm:pt>
  </dgm:ptLst>
  <dgm:cxnLst>
    <dgm:cxn modelId="{9288E24C-3165-4954-8DF9-2DBF85868B56}" type="presOf" srcId="{00365DC3-90B5-4021-B9EE-A55A17418476}" destId="{4659E88E-A857-467C-9014-3EB83EFBA313}" srcOrd="0" destOrd="0" presId="urn:microsoft.com/office/officeart/2008/layout/LinedList"/>
    <dgm:cxn modelId="{C481A557-11F4-492D-895F-2C0BC3ED9696}" srcId="{2BED6425-A522-45F4-81B5-E7F97681CDBB}" destId="{244CAEFD-416D-45B3-9EF5-BC66E7F4B86F}" srcOrd="1" destOrd="0" parTransId="{E7644D95-B1B5-4BB1-A161-7FF7A888A445}" sibTransId="{52EE8B04-6680-4383-B46D-4520D9915BCE}"/>
    <dgm:cxn modelId="{E8008798-252E-49D5-BECA-0A07D3C5EF41}" srcId="{2BED6425-A522-45F4-81B5-E7F97681CDBB}" destId="{00365DC3-90B5-4021-B9EE-A55A17418476}" srcOrd="0" destOrd="0" parTransId="{38C30E8D-1EFF-49CA-8332-F292BCDCBEDC}" sibTransId="{6E8DEBDE-A9EB-4B1E-9E35-41C2991D4215}"/>
    <dgm:cxn modelId="{4DAD33A9-A187-45B3-960F-EABB791D8D8D}" type="presOf" srcId="{2BED6425-A522-45F4-81B5-E7F97681CDBB}" destId="{879C60ED-849F-499A-B5C9-B26536A7441C}" srcOrd="0" destOrd="0" presId="urn:microsoft.com/office/officeart/2008/layout/LinedList"/>
    <dgm:cxn modelId="{59138ECA-609A-4B90-B516-6AA69F3EAF15}" type="presOf" srcId="{244CAEFD-416D-45B3-9EF5-BC66E7F4B86F}" destId="{D10437FE-74A0-4A9B-9A3C-1DACA9E5D882}" srcOrd="0" destOrd="0" presId="urn:microsoft.com/office/officeart/2008/layout/LinedList"/>
    <dgm:cxn modelId="{144605D2-2428-4F34-9531-874229780C85}" srcId="{2BED6425-A522-45F4-81B5-E7F97681CDBB}" destId="{1C37778F-BBD8-4EF9-9163-EDF3783B3B7A}" srcOrd="2" destOrd="0" parTransId="{1A76D8BF-6038-4690-9C8A-336FD586B9C7}" sibTransId="{B9C39F89-B449-476D-A586-DB03051AB86D}"/>
    <dgm:cxn modelId="{99D65EF6-9EC4-48AF-B1C0-C901360B9E96}" type="presOf" srcId="{1C37778F-BBD8-4EF9-9163-EDF3783B3B7A}" destId="{13AAADE1-7CCC-4B20-9EFC-5535B63AB8DE}" srcOrd="0" destOrd="0" presId="urn:microsoft.com/office/officeart/2008/layout/LinedList"/>
    <dgm:cxn modelId="{002C05B2-0CAD-4AC1-89B1-D8D9B3F64A51}" type="presParOf" srcId="{879C60ED-849F-499A-B5C9-B26536A7441C}" destId="{610189CE-5C6F-4C51-BCBE-689AE3CBF0C4}" srcOrd="0" destOrd="0" presId="urn:microsoft.com/office/officeart/2008/layout/LinedList"/>
    <dgm:cxn modelId="{6DD01D58-C9C5-4C78-96F0-6A1D43492A65}" type="presParOf" srcId="{879C60ED-849F-499A-B5C9-B26536A7441C}" destId="{1C74D180-F47C-4872-B766-6BBED167F2A1}" srcOrd="1" destOrd="0" presId="urn:microsoft.com/office/officeart/2008/layout/LinedList"/>
    <dgm:cxn modelId="{7DB20D9E-313B-4845-A956-401FD4699038}" type="presParOf" srcId="{1C74D180-F47C-4872-B766-6BBED167F2A1}" destId="{4659E88E-A857-467C-9014-3EB83EFBA313}" srcOrd="0" destOrd="0" presId="urn:microsoft.com/office/officeart/2008/layout/LinedList"/>
    <dgm:cxn modelId="{9548EB60-62AE-4341-85FC-B0CDBFFED1AC}" type="presParOf" srcId="{1C74D180-F47C-4872-B766-6BBED167F2A1}" destId="{3D466F54-F6A5-4907-A54F-1F8BF796A66B}" srcOrd="1" destOrd="0" presId="urn:microsoft.com/office/officeart/2008/layout/LinedList"/>
    <dgm:cxn modelId="{464FB35F-DA9C-4709-A72B-5D8307CA9F3B}" type="presParOf" srcId="{879C60ED-849F-499A-B5C9-B26536A7441C}" destId="{B443F5C9-6573-4B04-8E6E-DB14072609A2}" srcOrd="2" destOrd="0" presId="urn:microsoft.com/office/officeart/2008/layout/LinedList"/>
    <dgm:cxn modelId="{C41BA912-023E-4332-9970-62AFCD38F09C}" type="presParOf" srcId="{879C60ED-849F-499A-B5C9-B26536A7441C}" destId="{FF557FC1-F9C0-4426-9400-86C7672B8E8A}" srcOrd="3" destOrd="0" presId="urn:microsoft.com/office/officeart/2008/layout/LinedList"/>
    <dgm:cxn modelId="{DB4DF6F3-27D9-44F2-9CFF-C7E00F40A1EB}" type="presParOf" srcId="{FF557FC1-F9C0-4426-9400-86C7672B8E8A}" destId="{D10437FE-74A0-4A9B-9A3C-1DACA9E5D882}" srcOrd="0" destOrd="0" presId="urn:microsoft.com/office/officeart/2008/layout/LinedList"/>
    <dgm:cxn modelId="{99C25444-8194-43C4-8806-E7CF4EDF3D23}" type="presParOf" srcId="{FF557FC1-F9C0-4426-9400-86C7672B8E8A}" destId="{FAFD4419-240B-4B70-A806-78D308C6EC40}" srcOrd="1" destOrd="0" presId="urn:microsoft.com/office/officeart/2008/layout/LinedList"/>
    <dgm:cxn modelId="{CEDD3A74-3A03-4F75-9C4E-A1787017F5CC}" type="presParOf" srcId="{879C60ED-849F-499A-B5C9-B26536A7441C}" destId="{5B98CBC3-DB5B-46A1-82FE-8A76DBAB0F13}" srcOrd="4" destOrd="0" presId="urn:microsoft.com/office/officeart/2008/layout/LinedList"/>
    <dgm:cxn modelId="{A0EC4BD1-66FC-4549-B021-C9FDAB71A761}" type="presParOf" srcId="{879C60ED-849F-499A-B5C9-B26536A7441C}" destId="{42FA2677-42D4-4793-B1A9-3B503FB24E89}" srcOrd="5" destOrd="0" presId="urn:microsoft.com/office/officeart/2008/layout/LinedList"/>
    <dgm:cxn modelId="{67F46A1F-D0C3-4B46-86FF-18193951E1B4}" type="presParOf" srcId="{42FA2677-42D4-4793-B1A9-3B503FB24E89}" destId="{13AAADE1-7CCC-4B20-9EFC-5535B63AB8DE}" srcOrd="0" destOrd="0" presId="urn:microsoft.com/office/officeart/2008/layout/LinedList"/>
    <dgm:cxn modelId="{A337CE96-C0DE-4CA8-926B-D3E6C0BDB824}" type="presParOf" srcId="{42FA2677-42D4-4793-B1A9-3B503FB24E89}" destId="{DBBD68EF-968A-409A-A972-018370AED8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E758DA-5B35-4677-877D-B56AA8237CA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02C9005-1469-42A5-88E4-7201EA8034D3}">
      <dgm:prSet/>
      <dgm:spPr/>
      <dgm:t>
        <a:bodyPr/>
        <a:lstStyle/>
        <a:p>
          <a:r>
            <a:rPr lang="hu-HU">
              <a:hlinkClick xmlns:r="http://schemas.openxmlformats.org/officeDocument/2006/relationships" r:id="rId1"/>
            </a:rPr>
            <a:t>https://en.wikipedia.org/wiki/Black-box_testing</a:t>
          </a:r>
          <a:endParaRPr lang="en-US"/>
        </a:p>
      </dgm:t>
    </dgm:pt>
    <dgm:pt modelId="{9F6A3F4B-536B-4C82-AB4B-4A08355476CC}" type="parTrans" cxnId="{3D4C5C62-4229-43AC-9B14-B4F3E5BF99F9}">
      <dgm:prSet/>
      <dgm:spPr/>
      <dgm:t>
        <a:bodyPr/>
        <a:lstStyle/>
        <a:p>
          <a:endParaRPr lang="en-US"/>
        </a:p>
      </dgm:t>
    </dgm:pt>
    <dgm:pt modelId="{078DECAC-E587-4D68-A9E5-DC92CA60353D}" type="sibTrans" cxnId="{3D4C5C62-4229-43AC-9B14-B4F3E5BF99F9}">
      <dgm:prSet/>
      <dgm:spPr/>
      <dgm:t>
        <a:bodyPr/>
        <a:lstStyle/>
        <a:p>
          <a:endParaRPr lang="en-US"/>
        </a:p>
      </dgm:t>
    </dgm:pt>
    <dgm:pt modelId="{36D00319-F042-428C-AE47-DDFB0BAE1602}">
      <dgm:prSet/>
      <dgm:spPr/>
      <dgm:t>
        <a:bodyPr/>
        <a:lstStyle/>
        <a:p>
          <a:r>
            <a:rPr lang="hu-HU">
              <a:hlinkClick xmlns:r="http://schemas.openxmlformats.org/officeDocument/2006/relationships" r:id="rId2"/>
            </a:rPr>
            <a:t>https://en.wikipedia.org/wiki/White-box_testing</a:t>
          </a:r>
          <a:endParaRPr lang="en-US"/>
        </a:p>
      </dgm:t>
    </dgm:pt>
    <dgm:pt modelId="{CD69F8DF-BB4A-452F-BBCF-CC7B563D1EA8}" type="parTrans" cxnId="{9FAFA84A-88EF-4910-9677-978B27DABD74}">
      <dgm:prSet/>
      <dgm:spPr/>
      <dgm:t>
        <a:bodyPr/>
        <a:lstStyle/>
        <a:p>
          <a:endParaRPr lang="en-US"/>
        </a:p>
      </dgm:t>
    </dgm:pt>
    <dgm:pt modelId="{03323609-4ED4-4D58-975E-3DBC7CE4303C}" type="sibTrans" cxnId="{9FAFA84A-88EF-4910-9677-978B27DABD74}">
      <dgm:prSet/>
      <dgm:spPr/>
      <dgm:t>
        <a:bodyPr/>
        <a:lstStyle/>
        <a:p>
          <a:endParaRPr lang="en-US"/>
        </a:p>
      </dgm:t>
    </dgm:pt>
    <dgm:pt modelId="{D3CF947D-FB91-47F8-8FD3-92EE7C1FFD9E}">
      <dgm:prSet/>
      <dgm:spPr/>
      <dgm:t>
        <a:bodyPr/>
        <a:lstStyle/>
        <a:p>
          <a:r>
            <a:rPr lang="hu-HU">
              <a:hlinkClick xmlns:r="http://schemas.openxmlformats.org/officeDocument/2006/relationships" r:id="rId3"/>
            </a:rPr>
            <a:t>https://www.geeksforgeeks.org/software-testing/differences-between-black-box-testing-vs-white-box-testing/</a:t>
          </a:r>
          <a:endParaRPr lang="en-US"/>
        </a:p>
      </dgm:t>
    </dgm:pt>
    <dgm:pt modelId="{49384301-A062-4008-9A6D-16B8630845E4}" type="parTrans" cxnId="{4B022BC5-FBAF-4D7F-B3A9-7011B30B8181}">
      <dgm:prSet/>
      <dgm:spPr/>
      <dgm:t>
        <a:bodyPr/>
        <a:lstStyle/>
        <a:p>
          <a:endParaRPr lang="en-US"/>
        </a:p>
      </dgm:t>
    </dgm:pt>
    <dgm:pt modelId="{4154323E-9BCB-49C2-84DB-A7CC7C6E94D3}" type="sibTrans" cxnId="{4B022BC5-FBAF-4D7F-B3A9-7011B30B8181}">
      <dgm:prSet/>
      <dgm:spPr/>
      <dgm:t>
        <a:bodyPr/>
        <a:lstStyle/>
        <a:p>
          <a:endParaRPr lang="en-US"/>
        </a:p>
      </dgm:t>
    </dgm:pt>
    <dgm:pt modelId="{CD06BDF0-55C3-4FA0-958C-7F41F08C2C31}" type="pres">
      <dgm:prSet presAssocID="{C5E758DA-5B35-4677-877D-B56AA8237CA5}" presName="vert0" presStyleCnt="0">
        <dgm:presLayoutVars>
          <dgm:dir/>
          <dgm:animOne val="branch"/>
          <dgm:animLvl val="lvl"/>
        </dgm:presLayoutVars>
      </dgm:prSet>
      <dgm:spPr/>
    </dgm:pt>
    <dgm:pt modelId="{AC6F1B83-4C7A-4B72-B6DA-27412D94B860}" type="pres">
      <dgm:prSet presAssocID="{B02C9005-1469-42A5-88E4-7201EA8034D3}" presName="thickLine" presStyleLbl="alignNode1" presStyleIdx="0" presStyleCnt="3"/>
      <dgm:spPr/>
    </dgm:pt>
    <dgm:pt modelId="{41DD88A7-BDB8-4B1D-B8A0-6B1DC41ADBF1}" type="pres">
      <dgm:prSet presAssocID="{B02C9005-1469-42A5-88E4-7201EA8034D3}" presName="horz1" presStyleCnt="0"/>
      <dgm:spPr/>
    </dgm:pt>
    <dgm:pt modelId="{CDB8AC78-1FA2-4743-A6DD-EAA4900B25E8}" type="pres">
      <dgm:prSet presAssocID="{B02C9005-1469-42A5-88E4-7201EA8034D3}" presName="tx1" presStyleLbl="revTx" presStyleIdx="0" presStyleCnt="3"/>
      <dgm:spPr/>
    </dgm:pt>
    <dgm:pt modelId="{C4199DFC-D184-44BB-BC3B-A530E10BE874}" type="pres">
      <dgm:prSet presAssocID="{B02C9005-1469-42A5-88E4-7201EA8034D3}" presName="vert1" presStyleCnt="0"/>
      <dgm:spPr/>
    </dgm:pt>
    <dgm:pt modelId="{7B246FC1-333F-4106-B601-14E285129A29}" type="pres">
      <dgm:prSet presAssocID="{36D00319-F042-428C-AE47-DDFB0BAE1602}" presName="thickLine" presStyleLbl="alignNode1" presStyleIdx="1" presStyleCnt="3"/>
      <dgm:spPr/>
    </dgm:pt>
    <dgm:pt modelId="{912B641B-742A-4608-B4D1-D4C8E4B0FE67}" type="pres">
      <dgm:prSet presAssocID="{36D00319-F042-428C-AE47-DDFB0BAE1602}" presName="horz1" presStyleCnt="0"/>
      <dgm:spPr/>
    </dgm:pt>
    <dgm:pt modelId="{4589905B-7B3F-4B13-AAFC-7DDC06E4B869}" type="pres">
      <dgm:prSet presAssocID="{36D00319-F042-428C-AE47-DDFB0BAE1602}" presName="tx1" presStyleLbl="revTx" presStyleIdx="1" presStyleCnt="3"/>
      <dgm:spPr/>
    </dgm:pt>
    <dgm:pt modelId="{91EB25CF-6DB3-4742-8609-504AE4C7B7A7}" type="pres">
      <dgm:prSet presAssocID="{36D00319-F042-428C-AE47-DDFB0BAE1602}" presName="vert1" presStyleCnt="0"/>
      <dgm:spPr/>
    </dgm:pt>
    <dgm:pt modelId="{B0F6E16F-2645-414F-BBFA-5A8C937F568B}" type="pres">
      <dgm:prSet presAssocID="{D3CF947D-FB91-47F8-8FD3-92EE7C1FFD9E}" presName="thickLine" presStyleLbl="alignNode1" presStyleIdx="2" presStyleCnt="3"/>
      <dgm:spPr/>
    </dgm:pt>
    <dgm:pt modelId="{BC66C8FA-78EB-4422-9FC8-9797C5355F24}" type="pres">
      <dgm:prSet presAssocID="{D3CF947D-FB91-47F8-8FD3-92EE7C1FFD9E}" presName="horz1" presStyleCnt="0"/>
      <dgm:spPr/>
    </dgm:pt>
    <dgm:pt modelId="{DD89D05D-68EE-439E-AB1B-B00DFBAD9238}" type="pres">
      <dgm:prSet presAssocID="{D3CF947D-FB91-47F8-8FD3-92EE7C1FFD9E}" presName="tx1" presStyleLbl="revTx" presStyleIdx="2" presStyleCnt="3"/>
      <dgm:spPr/>
    </dgm:pt>
    <dgm:pt modelId="{5C58DA48-C12E-4F39-AED1-4C59E0CA94A8}" type="pres">
      <dgm:prSet presAssocID="{D3CF947D-FB91-47F8-8FD3-92EE7C1FFD9E}" presName="vert1" presStyleCnt="0"/>
      <dgm:spPr/>
    </dgm:pt>
  </dgm:ptLst>
  <dgm:cxnLst>
    <dgm:cxn modelId="{3D4C5C62-4229-43AC-9B14-B4F3E5BF99F9}" srcId="{C5E758DA-5B35-4677-877D-B56AA8237CA5}" destId="{B02C9005-1469-42A5-88E4-7201EA8034D3}" srcOrd="0" destOrd="0" parTransId="{9F6A3F4B-536B-4C82-AB4B-4A08355476CC}" sibTransId="{078DECAC-E587-4D68-A9E5-DC92CA60353D}"/>
    <dgm:cxn modelId="{B8CAD644-5613-42E3-967A-1605EA010F0F}" type="presOf" srcId="{36D00319-F042-428C-AE47-DDFB0BAE1602}" destId="{4589905B-7B3F-4B13-AAFC-7DDC06E4B869}" srcOrd="0" destOrd="0" presId="urn:microsoft.com/office/officeart/2008/layout/LinedList"/>
    <dgm:cxn modelId="{9FAFA84A-88EF-4910-9677-978B27DABD74}" srcId="{C5E758DA-5B35-4677-877D-B56AA8237CA5}" destId="{36D00319-F042-428C-AE47-DDFB0BAE1602}" srcOrd="1" destOrd="0" parTransId="{CD69F8DF-BB4A-452F-BBCF-CC7B563D1EA8}" sibTransId="{03323609-4ED4-4D58-975E-3DBC7CE4303C}"/>
    <dgm:cxn modelId="{86C0A758-BBD8-4186-8413-A1F3E6F58F73}" type="presOf" srcId="{B02C9005-1469-42A5-88E4-7201EA8034D3}" destId="{CDB8AC78-1FA2-4743-A6DD-EAA4900B25E8}" srcOrd="0" destOrd="0" presId="urn:microsoft.com/office/officeart/2008/layout/LinedList"/>
    <dgm:cxn modelId="{7C3A5492-D2F1-4774-8FF0-D7DB5CFAD880}" type="presOf" srcId="{C5E758DA-5B35-4677-877D-B56AA8237CA5}" destId="{CD06BDF0-55C3-4FA0-958C-7F41F08C2C31}" srcOrd="0" destOrd="0" presId="urn:microsoft.com/office/officeart/2008/layout/LinedList"/>
    <dgm:cxn modelId="{4B022BC5-FBAF-4D7F-B3A9-7011B30B8181}" srcId="{C5E758DA-5B35-4677-877D-B56AA8237CA5}" destId="{D3CF947D-FB91-47F8-8FD3-92EE7C1FFD9E}" srcOrd="2" destOrd="0" parTransId="{49384301-A062-4008-9A6D-16B8630845E4}" sibTransId="{4154323E-9BCB-49C2-84DB-A7CC7C6E94D3}"/>
    <dgm:cxn modelId="{999104D3-C8F4-470E-B3C8-286A931A920D}" type="presOf" srcId="{D3CF947D-FB91-47F8-8FD3-92EE7C1FFD9E}" destId="{DD89D05D-68EE-439E-AB1B-B00DFBAD9238}" srcOrd="0" destOrd="0" presId="urn:microsoft.com/office/officeart/2008/layout/LinedList"/>
    <dgm:cxn modelId="{2F0CEF74-7F3D-4643-BCD2-1A0128653A19}" type="presParOf" srcId="{CD06BDF0-55C3-4FA0-958C-7F41F08C2C31}" destId="{AC6F1B83-4C7A-4B72-B6DA-27412D94B860}" srcOrd="0" destOrd="0" presId="urn:microsoft.com/office/officeart/2008/layout/LinedList"/>
    <dgm:cxn modelId="{FE76E056-F0B4-4C66-B401-D8A2CC2FC316}" type="presParOf" srcId="{CD06BDF0-55C3-4FA0-958C-7F41F08C2C31}" destId="{41DD88A7-BDB8-4B1D-B8A0-6B1DC41ADBF1}" srcOrd="1" destOrd="0" presId="urn:microsoft.com/office/officeart/2008/layout/LinedList"/>
    <dgm:cxn modelId="{EC95B722-28F4-4B26-9AD7-4B40BE58683F}" type="presParOf" srcId="{41DD88A7-BDB8-4B1D-B8A0-6B1DC41ADBF1}" destId="{CDB8AC78-1FA2-4743-A6DD-EAA4900B25E8}" srcOrd="0" destOrd="0" presId="urn:microsoft.com/office/officeart/2008/layout/LinedList"/>
    <dgm:cxn modelId="{6E835ABF-0743-4FFD-8DC4-D7275C2780BF}" type="presParOf" srcId="{41DD88A7-BDB8-4B1D-B8A0-6B1DC41ADBF1}" destId="{C4199DFC-D184-44BB-BC3B-A530E10BE874}" srcOrd="1" destOrd="0" presId="urn:microsoft.com/office/officeart/2008/layout/LinedList"/>
    <dgm:cxn modelId="{509441C6-1616-485F-B303-F33CB157741F}" type="presParOf" srcId="{CD06BDF0-55C3-4FA0-958C-7F41F08C2C31}" destId="{7B246FC1-333F-4106-B601-14E285129A29}" srcOrd="2" destOrd="0" presId="urn:microsoft.com/office/officeart/2008/layout/LinedList"/>
    <dgm:cxn modelId="{B6DF0138-91DA-4E63-886A-432CD78E2362}" type="presParOf" srcId="{CD06BDF0-55C3-4FA0-958C-7F41F08C2C31}" destId="{912B641B-742A-4608-B4D1-D4C8E4B0FE67}" srcOrd="3" destOrd="0" presId="urn:microsoft.com/office/officeart/2008/layout/LinedList"/>
    <dgm:cxn modelId="{76AA25F9-F40B-4088-9A2A-21085EF9F879}" type="presParOf" srcId="{912B641B-742A-4608-B4D1-D4C8E4B0FE67}" destId="{4589905B-7B3F-4B13-AAFC-7DDC06E4B869}" srcOrd="0" destOrd="0" presId="urn:microsoft.com/office/officeart/2008/layout/LinedList"/>
    <dgm:cxn modelId="{7D47D708-127A-497E-877B-117163E50A2C}" type="presParOf" srcId="{912B641B-742A-4608-B4D1-D4C8E4B0FE67}" destId="{91EB25CF-6DB3-4742-8609-504AE4C7B7A7}" srcOrd="1" destOrd="0" presId="urn:microsoft.com/office/officeart/2008/layout/LinedList"/>
    <dgm:cxn modelId="{C992CE3E-CB8F-48B2-952F-F9CE8A47EFC6}" type="presParOf" srcId="{CD06BDF0-55C3-4FA0-958C-7F41F08C2C31}" destId="{B0F6E16F-2645-414F-BBFA-5A8C937F568B}" srcOrd="4" destOrd="0" presId="urn:microsoft.com/office/officeart/2008/layout/LinedList"/>
    <dgm:cxn modelId="{B10C24D9-A381-4673-AB91-44DF769EA1BB}" type="presParOf" srcId="{CD06BDF0-55C3-4FA0-958C-7F41F08C2C31}" destId="{BC66C8FA-78EB-4422-9FC8-9797C5355F24}" srcOrd="5" destOrd="0" presId="urn:microsoft.com/office/officeart/2008/layout/LinedList"/>
    <dgm:cxn modelId="{30F07C22-DEA3-4370-811A-E8AEC15CD439}" type="presParOf" srcId="{BC66C8FA-78EB-4422-9FC8-9797C5355F24}" destId="{DD89D05D-68EE-439E-AB1B-B00DFBAD9238}" srcOrd="0" destOrd="0" presId="urn:microsoft.com/office/officeart/2008/layout/LinedList"/>
    <dgm:cxn modelId="{3BC2F5B5-D272-413A-A684-809C22A72FC2}" type="presParOf" srcId="{BC66C8FA-78EB-4422-9FC8-9797C5355F24}" destId="{5C58DA48-C12E-4F39-AED1-4C59E0CA94A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F0FB3-5C19-4DDB-A06E-E94EF22E1B01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AFEA27-2347-4210-BF17-B10230C19A66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/>
            <a:t>Az alkalmazás belső szerkezetének ismerete nélkül tesztel</a:t>
          </a:r>
          <a:endParaRPr lang="en-US" sz="3600" kern="1200"/>
        </a:p>
      </dsp:txBody>
      <dsp:txXfrm>
        <a:off x="0" y="2663"/>
        <a:ext cx="6666833" cy="1816197"/>
      </dsp:txXfrm>
    </dsp:sp>
    <dsp:sp modelId="{2EDAC874-960F-4816-A79D-31636B71035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AF76A5-01DC-4DFC-A477-BB9C6877FEB5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/>
            <a:t>Csak az a lényeg, ami végül történik</a:t>
          </a:r>
          <a:endParaRPr lang="en-US" sz="3600" kern="1200"/>
        </a:p>
      </dsp:txBody>
      <dsp:txXfrm>
        <a:off x="0" y="1818861"/>
        <a:ext cx="6666833" cy="1816197"/>
      </dsp:txXfrm>
    </dsp:sp>
    <dsp:sp modelId="{1989537B-9794-4E40-8EA6-112A5E8DD889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0E083F-930D-43F7-BB0B-742957B34CF8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/>
            <a:t>Nem igényel előzetes tudást</a:t>
          </a:r>
          <a:endParaRPr lang="en-US" sz="3600" kern="1200"/>
        </a:p>
      </dsp:txBody>
      <dsp:txXfrm>
        <a:off x="0" y="3635058"/>
        <a:ext cx="6666833" cy="1816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89CE-5C6F-4C51-BCBE-689AE3CBF0C4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59E88E-A857-467C-9014-3EB83EFBA313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600" kern="1200"/>
            <a:t>Belső felépítést is teszteli</a:t>
          </a:r>
          <a:endParaRPr lang="en-US" sz="4600" kern="1200"/>
        </a:p>
      </dsp:txBody>
      <dsp:txXfrm>
        <a:off x="0" y="2663"/>
        <a:ext cx="6666833" cy="1816197"/>
      </dsp:txXfrm>
    </dsp:sp>
    <dsp:sp modelId="{B443F5C9-6573-4B04-8E6E-DB14072609A2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0437FE-74A0-4A9B-9A3C-1DACA9E5D882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600" kern="1200"/>
            <a:t>Belső kód hatékonysága, helyessége</a:t>
          </a:r>
          <a:endParaRPr lang="en-US" sz="4600" kern="1200"/>
        </a:p>
      </dsp:txBody>
      <dsp:txXfrm>
        <a:off x="0" y="1818861"/>
        <a:ext cx="6666833" cy="1816197"/>
      </dsp:txXfrm>
    </dsp:sp>
    <dsp:sp modelId="{5B98CBC3-DB5B-46A1-82FE-8A76DBAB0F13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AAADE1-7CCC-4B20-9EFC-5535B63AB8DE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600" kern="1200"/>
            <a:t>Kell programozási ismeret</a:t>
          </a:r>
          <a:endParaRPr lang="en-US" sz="4600" kern="1200"/>
        </a:p>
      </dsp:txBody>
      <dsp:txXfrm>
        <a:off x="0" y="3635058"/>
        <a:ext cx="6666833" cy="1816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F1B83-4C7A-4B72-B6DA-27412D94B860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B8AC78-1FA2-4743-A6DD-EAA4900B25E8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>
              <a:hlinkClick xmlns:r="http://schemas.openxmlformats.org/officeDocument/2006/relationships" r:id="rId1"/>
            </a:rPr>
            <a:t>https://en.wikipedia.org/wiki/Black-box_testing</a:t>
          </a:r>
          <a:endParaRPr lang="en-US" sz="2800" kern="1200"/>
        </a:p>
      </dsp:txBody>
      <dsp:txXfrm>
        <a:off x="0" y="2663"/>
        <a:ext cx="6666833" cy="1816197"/>
      </dsp:txXfrm>
    </dsp:sp>
    <dsp:sp modelId="{7B246FC1-333F-4106-B601-14E285129A29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89905B-7B3F-4B13-AAFC-7DDC06E4B869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>
              <a:hlinkClick xmlns:r="http://schemas.openxmlformats.org/officeDocument/2006/relationships" r:id="rId2"/>
            </a:rPr>
            <a:t>https://en.wikipedia.org/wiki/White-box_testing</a:t>
          </a:r>
          <a:endParaRPr lang="en-US" sz="2800" kern="1200"/>
        </a:p>
      </dsp:txBody>
      <dsp:txXfrm>
        <a:off x="0" y="1818861"/>
        <a:ext cx="6666833" cy="1816197"/>
      </dsp:txXfrm>
    </dsp:sp>
    <dsp:sp modelId="{B0F6E16F-2645-414F-BBFA-5A8C937F568B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89D05D-68EE-439E-AB1B-B00DFBAD9238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>
              <a:hlinkClick xmlns:r="http://schemas.openxmlformats.org/officeDocument/2006/relationships" r:id="rId3"/>
            </a:rPr>
            <a:t>https://www.geeksforgeeks.org/software-testing/differences-between-black-box-testing-vs-white-box-testing/</a:t>
          </a:r>
          <a:endParaRPr lang="en-US" sz="2800" kern="1200"/>
        </a:p>
      </dsp:txBody>
      <dsp:txXfrm>
        <a:off x="0" y="3635058"/>
        <a:ext cx="6666833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21EEC-94DB-49B2-AFD4-18039964C752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31324-DA6B-4F85-89DF-D5B4238D8C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425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noProof="0" dirty="0"/>
              <a:t>Más néven: “Fekete doboz” vagy “Specifikáció alapú” tesztelés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noProof="0" dirty="0"/>
              <a:t>Az alkalmazás funkcionalitását vizsgálja a program belső működésének ismerete nélkül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noProof="0" dirty="0"/>
              <a:t>Arra összpontosít, hogy a program mit csinál, nem arra, hogy hogyan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noProof="0" dirty="0" err="1"/>
              <a:t>Főként</a:t>
            </a:r>
            <a:r>
              <a:rPr lang="en-DE" noProof="0" dirty="0"/>
              <a:t> </a:t>
            </a:r>
            <a:r>
              <a:rPr lang="en-DE" noProof="0" dirty="0" err="1"/>
              <a:t>szoftvertesztelők</a:t>
            </a:r>
            <a:r>
              <a:rPr lang="en-DE" noProof="0" dirty="0"/>
              <a:t> </a:t>
            </a:r>
            <a:r>
              <a:rPr lang="en-DE" noProof="0" dirty="0" err="1"/>
              <a:t>hajtják</a:t>
            </a:r>
            <a:r>
              <a:rPr lang="en-DE" noProof="0" dirty="0"/>
              <a:t> </a:t>
            </a:r>
            <a:r>
              <a:rPr lang="en-DE" noProof="0" dirty="0" err="1"/>
              <a:t>végre</a:t>
            </a:r>
            <a:endParaRPr lang="en-DE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noProof="0" dirty="0" err="1"/>
              <a:t>Magasabb</a:t>
            </a:r>
            <a:r>
              <a:rPr lang="en-DE" noProof="0" dirty="0"/>
              <a:t> </a:t>
            </a:r>
            <a:r>
              <a:rPr lang="en-DE" noProof="0" dirty="0" err="1"/>
              <a:t>tesztelési</a:t>
            </a:r>
            <a:r>
              <a:rPr lang="en-DE" noProof="0" dirty="0"/>
              <a:t> </a:t>
            </a:r>
            <a:r>
              <a:rPr lang="en-DE" noProof="0" dirty="0" err="1"/>
              <a:t>szinteket</a:t>
            </a:r>
            <a:r>
              <a:rPr lang="en-DE" noProof="0" dirty="0"/>
              <a:t> </a:t>
            </a:r>
            <a:r>
              <a:rPr lang="en-DE" noProof="0" dirty="0" err="1"/>
              <a:t>érint</a:t>
            </a:r>
            <a:endParaRPr lang="en-DE" noProof="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31324-DA6B-4F85-89DF-D5B4238D8C0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8905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Más </a:t>
            </a:r>
            <a:r>
              <a:rPr lang="en-DE" dirty="0" err="1"/>
              <a:t>néven</a:t>
            </a:r>
            <a:r>
              <a:rPr lang="en-DE" dirty="0"/>
              <a:t> “Fehér </a:t>
            </a:r>
            <a:r>
              <a:rPr lang="en-DE" dirty="0" err="1"/>
              <a:t>doboz</a:t>
            </a:r>
            <a:r>
              <a:rPr lang="en-DE" dirty="0"/>
              <a:t>”, “</a:t>
            </a:r>
            <a:r>
              <a:rPr lang="en-DE" dirty="0" err="1"/>
              <a:t>strukturális</a:t>
            </a:r>
            <a:r>
              <a:rPr lang="en-DE" dirty="0"/>
              <a:t>”, “glass box” </a:t>
            </a:r>
            <a:r>
              <a:rPr lang="en-DE" dirty="0" err="1"/>
              <a:t>vagy</a:t>
            </a:r>
            <a:r>
              <a:rPr lang="en-DE" dirty="0"/>
              <a:t> “</a:t>
            </a:r>
            <a:r>
              <a:rPr lang="en-DE" dirty="0" err="1"/>
              <a:t>átlátszó</a:t>
            </a:r>
            <a:r>
              <a:rPr lang="en-DE" dirty="0"/>
              <a:t> </a:t>
            </a:r>
            <a:r>
              <a:rPr lang="en-DE" dirty="0" err="1"/>
              <a:t>doboz</a:t>
            </a:r>
            <a:r>
              <a:rPr lang="en-DE" dirty="0"/>
              <a:t>” </a:t>
            </a:r>
            <a:r>
              <a:rPr lang="en-DE" dirty="0" err="1"/>
              <a:t>tesztelés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Arra </a:t>
            </a:r>
            <a:r>
              <a:rPr lang="en-DE" dirty="0" err="1"/>
              <a:t>fókuszál</a:t>
            </a:r>
            <a:r>
              <a:rPr lang="en-DE" dirty="0"/>
              <a:t>, </a:t>
            </a:r>
            <a:r>
              <a:rPr lang="en-DE" dirty="0" err="1"/>
              <a:t>hogy</a:t>
            </a:r>
            <a:r>
              <a:rPr lang="en-DE" dirty="0"/>
              <a:t> a </a:t>
            </a:r>
            <a:r>
              <a:rPr lang="en-DE" dirty="0" err="1"/>
              <a:t>belső</a:t>
            </a:r>
            <a:r>
              <a:rPr lang="en-DE" dirty="0"/>
              <a:t> </a:t>
            </a:r>
            <a:r>
              <a:rPr lang="en-DE" dirty="0" err="1"/>
              <a:t>kód</a:t>
            </a:r>
            <a:r>
              <a:rPr lang="en-DE" dirty="0"/>
              <a:t> </a:t>
            </a:r>
            <a:r>
              <a:rPr lang="en-DE" dirty="0" err="1"/>
              <a:t>helyes</a:t>
            </a:r>
            <a:r>
              <a:rPr lang="en-DE" dirty="0"/>
              <a:t>-e, </a:t>
            </a:r>
            <a:r>
              <a:rPr lang="en-DE" dirty="0" err="1"/>
              <a:t>és</a:t>
            </a:r>
            <a:r>
              <a:rPr lang="en-DE" dirty="0"/>
              <a:t> </a:t>
            </a:r>
            <a:r>
              <a:rPr lang="en-DE" dirty="0" err="1"/>
              <a:t>hogy</a:t>
            </a:r>
            <a:r>
              <a:rPr lang="en-DE" dirty="0"/>
              <a:t> </a:t>
            </a:r>
            <a:r>
              <a:rPr lang="en-DE" dirty="0" err="1"/>
              <a:t>mennyire</a:t>
            </a:r>
            <a:r>
              <a:rPr lang="en-DE" dirty="0"/>
              <a:t> </a:t>
            </a:r>
            <a:r>
              <a:rPr lang="en-DE" dirty="0" err="1"/>
              <a:t>hatékony</a:t>
            </a:r>
            <a:r>
              <a:rPr lang="en-DE" dirty="0"/>
              <a:t>, </a:t>
            </a:r>
            <a:r>
              <a:rPr lang="en-DE" dirty="0" err="1"/>
              <a:t>hogyan</a:t>
            </a:r>
            <a:r>
              <a:rPr lang="en-DE" dirty="0"/>
              <a:t> </a:t>
            </a:r>
            <a:r>
              <a:rPr lang="en-DE" dirty="0" err="1"/>
              <a:t>működik</a:t>
            </a:r>
            <a:r>
              <a:rPr lang="en-DE" dirty="0"/>
              <a:t> a </a:t>
            </a:r>
            <a:r>
              <a:rPr lang="en-DE" dirty="0" err="1"/>
              <a:t>rendszer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Kell </a:t>
            </a:r>
            <a:r>
              <a:rPr lang="en-DE" dirty="0" err="1"/>
              <a:t>hozzá</a:t>
            </a:r>
            <a:r>
              <a:rPr lang="en-DE" dirty="0"/>
              <a:t> </a:t>
            </a:r>
            <a:r>
              <a:rPr lang="en-DE" dirty="0" err="1"/>
              <a:t>programozási</a:t>
            </a:r>
            <a:r>
              <a:rPr lang="en-DE" dirty="0"/>
              <a:t> </a:t>
            </a:r>
            <a:r>
              <a:rPr lang="en-DE" dirty="0" err="1"/>
              <a:t>tudás</a:t>
            </a:r>
            <a:r>
              <a:rPr lang="en-DE" dirty="0"/>
              <a:t>, </a:t>
            </a:r>
            <a:r>
              <a:rPr lang="en-DE" dirty="0" err="1"/>
              <a:t>mivel</a:t>
            </a:r>
            <a:r>
              <a:rPr lang="en-DE" dirty="0"/>
              <a:t> </a:t>
            </a:r>
            <a:r>
              <a:rPr lang="en-DE" dirty="0" err="1"/>
              <a:t>tudni</a:t>
            </a:r>
            <a:r>
              <a:rPr lang="en-DE" dirty="0"/>
              <a:t> </a:t>
            </a:r>
            <a:r>
              <a:rPr lang="en-DE" dirty="0" err="1"/>
              <a:t>kell</a:t>
            </a:r>
            <a:r>
              <a:rPr lang="en-DE" dirty="0"/>
              <a:t>, </a:t>
            </a:r>
            <a:r>
              <a:rPr lang="en-DE" dirty="0" err="1"/>
              <a:t>hogyan</a:t>
            </a:r>
            <a:r>
              <a:rPr lang="en-DE" dirty="0"/>
              <a:t> </a:t>
            </a:r>
            <a:r>
              <a:rPr lang="en-DE" dirty="0" err="1"/>
              <a:t>működik</a:t>
            </a:r>
            <a:r>
              <a:rPr lang="en-DE" dirty="0"/>
              <a:t> a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 err="1"/>
              <a:t>Általában</a:t>
            </a:r>
            <a:r>
              <a:rPr lang="en-DE" dirty="0"/>
              <a:t> </a:t>
            </a:r>
            <a:r>
              <a:rPr lang="en-DE" dirty="0" err="1"/>
              <a:t>szoftverfejlesztők</a:t>
            </a:r>
            <a:r>
              <a:rPr lang="en-DE" dirty="0"/>
              <a:t> </a:t>
            </a:r>
            <a:r>
              <a:rPr lang="en-DE" dirty="0" err="1"/>
              <a:t>hajtják</a:t>
            </a:r>
            <a:r>
              <a:rPr lang="en-DE" dirty="0"/>
              <a:t> </a:t>
            </a:r>
            <a:r>
              <a:rPr lang="en-DE" dirty="0" err="1"/>
              <a:t>végre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Az </a:t>
            </a:r>
            <a:r>
              <a:rPr lang="en-DE" dirty="0" err="1"/>
              <a:t>alacsonyabb</a:t>
            </a:r>
            <a:r>
              <a:rPr lang="en-DE" dirty="0"/>
              <a:t> </a:t>
            </a:r>
            <a:r>
              <a:rPr lang="en-DE" dirty="0" err="1"/>
              <a:t>szinteket</a:t>
            </a:r>
            <a:r>
              <a:rPr lang="en-DE" dirty="0"/>
              <a:t> </a:t>
            </a:r>
            <a:r>
              <a:rPr lang="en-DE" dirty="0" err="1"/>
              <a:t>érinti</a:t>
            </a:r>
            <a:r>
              <a:rPr lang="en-DE" dirty="0"/>
              <a:t> </a:t>
            </a:r>
            <a:r>
              <a:rPr lang="en-DE" dirty="0" err="1"/>
              <a:t>legfőképp</a:t>
            </a:r>
            <a:endParaRPr lang="en-DE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31324-DA6B-4F85-89DF-D5B4238D8C0A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5149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Belső </a:t>
            </a:r>
            <a:r>
              <a:rPr lang="en-DE" dirty="0" err="1"/>
              <a:t>szerkezet</a:t>
            </a:r>
            <a:r>
              <a:rPr lang="en-DE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</a:t>
            </a:r>
            <a:r>
              <a:rPr lang="en-DE" dirty="0" err="1"/>
              <a:t>Rejtett</a:t>
            </a:r>
            <a:r>
              <a:rPr lang="en-DE" dirty="0"/>
              <a:t>, </a:t>
            </a:r>
            <a:r>
              <a:rPr lang="en-DE" dirty="0" err="1"/>
              <a:t>ismeretlen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Ismert, van </a:t>
            </a:r>
            <a:r>
              <a:rPr lang="en-DE" dirty="0" err="1"/>
              <a:t>kód</a:t>
            </a:r>
            <a:r>
              <a:rPr lang="en-DE" dirty="0"/>
              <a:t> </a:t>
            </a:r>
            <a:r>
              <a:rPr lang="en-DE" dirty="0" err="1"/>
              <a:t>hozzáférés</a:t>
            </a:r>
            <a:endParaRPr lang="en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E" dirty="0" err="1"/>
              <a:t>Cél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</a:t>
            </a:r>
            <a:r>
              <a:rPr lang="en-DE" dirty="0" err="1"/>
              <a:t>Specifikációhoz</a:t>
            </a:r>
            <a:r>
              <a:rPr lang="en-DE" dirty="0"/>
              <a:t> </a:t>
            </a:r>
            <a:r>
              <a:rPr lang="en-DE" dirty="0" err="1"/>
              <a:t>hű</a:t>
            </a:r>
            <a:r>
              <a:rPr lang="en-DE" dirty="0"/>
              <a:t> program </a:t>
            </a:r>
            <a:r>
              <a:rPr lang="en-DE" dirty="0" err="1"/>
              <a:t>ellenőrzése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</a:t>
            </a:r>
            <a:r>
              <a:rPr lang="en-DE" dirty="0" err="1"/>
              <a:t>Kód</a:t>
            </a:r>
            <a:r>
              <a:rPr lang="en-DE" dirty="0"/>
              <a:t> </a:t>
            </a:r>
            <a:r>
              <a:rPr lang="en-DE" dirty="0" err="1"/>
              <a:t>helyességének</a:t>
            </a:r>
            <a:r>
              <a:rPr lang="en-DE" dirty="0"/>
              <a:t>, </a:t>
            </a:r>
            <a:r>
              <a:rPr lang="en-DE" dirty="0" err="1"/>
              <a:t>hatékonyságának</a:t>
            </a:r>
            <a:r>
              <a:rPr lang="en-DE" dirty="0"/>
              <a:t> </a:t>
            </a:r>
            <a:r>
              <a:rPr lang="en-DE" dirty="0" err="1"/>
              <a:t>vizsgálata</a:t>
            </a:r>
            <a:endParaRPr lang="en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E" dirty="0" err="1"/>
              <a:t>Programozási</a:t>
            </a:r>
            <a:r>
              <a:rPr lang="en-DE" dirty="0"/>
              <a:t> </a:t>
            </a:r>
            <a:r>
              <a:rPr lang="en-DE" dirty="0" err="1"/>
              <a:t>tudás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Nem </a:t>
            </a:r>
            <a:r>
              <a:rPr lang="en-DE" dirty="0" err="1"/>
              <a:t>kell</a:t>
            </a:r>
            <a:r>
              <a:rPr lang="en-DE" dirty="0"/>
              <a:t> </a:t>
            </a:r>
            <a:r>
              <a:rPr lang="en-DE" dirty="0" err="1"/>
              <a:t>előzetes</a:t>
            </a:r>
            <a:r>
              <a:rPr lang="en-DE" dirty="0"/>
              <a:t> </a:t>
            </a:r>
            <a:r>
              <a:rPr lang="en-DE" dirty="0" err="1"/>
              <a:t>programozási</a:t>
            </a:r>
            <a:r>
              <a:rPr lang="en-DE" dirty="0"/>
              <a:t> </a:t>
            </a:r>
            <a:r>
              <a:rPr lang="en-DE" dirty="0" err="1"/>
              <a:t>tudás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Kell </a:t>
            </a:r>
            <a:r>
              <a:rPr lang="en-DE" dirty="0" err="1"/>
              <a:t>tudás</a:t>
            </a:r>
            <a:r>
              <a:rPr lang="en-DE" dirty="0"/>
              <a:t>, </a:t>
            </a:r>
            <a:r>
              <a:rPr lang="en-DE" dirty="0" err="1"/>
              <a:t>mert</a:t>
            </a:r>
            <a:r>
              <a:rPr lang="en-DE" dirty="0"/>
              <a:t> a program </a:t>
            </a:r>
            <a:r>
              <a:rPr lang="en-DE" dirty="0" err="1"/>
              <a:t>belső</a:t>
            </a:r>
            <a:r>
              <a:rPr lang="en-DE" dirty="0"/>
              <a:t> </a:t>
            </a:r>
            <a:r>
              <a:rPr lang="en-DE" dirty="0" err="1"/>
              <a:t>működését</a:t>
            </a:r>
            <a:r>
              <a:rPr lang="en-DE" dirty="0"/>
              <a:t> is </a:t>
            </a:r>
            <a:r>
              <a:rPr lang="en-DE" dirty="0" err="1"/>
              <a:t>ismerni</a:t>
            </a:r>
            <a:r>
              <a:rPr lang="en-DE" dirty="0"/>
              <a:t> </a:t>
            </a:r>
            <a:r>
              <a:rPr lang="en-DE" dirty="0" err="1"/>
              <a:t>kell</a:t>
            </a:r>
            <a:endParaRPr lang="en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E" dirty="0" err="1"/>
              <a:t>Várható</a:t>
            </a:r>
            <a:r>
              <a:rPr lang="en-DE" dirty="0"/>
              <a:t> </a:t>
            </a:r>
            <a:r>
              <a:rPr lang="en-DE" dirty="0" err="1"/>
              <a:t>időtartam</a:t>
            </a:r>
            <a:r>
              <a:rPr lang="en-DE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Rövid (</a:t>
            </a:r>
            <a:r>
              <a:rPr lang="en-DE" dirty="0" err="1"/>
              <a:t>gyorsan</a:t>
            </a:r>
            <a:r>
              <a:rPr lang="en-DE" dirty="0"/>
              <a:t> le </a:t>
            </a:r>
            <a:r>
              <a:rPr lang="en-DE" dirty="0" err="1"/>
              <a:t>lehet</a:t>
            </a:r>
            <a:r>
              <a:rPr lang="en-DE" dirty="0"/>
              <a:t> </a:t>
            </a:r>
            <a:r>
              <a:rPr lang="en-DE" dirty="0" err="1"/>
              <a:t>tesztelni</a:t>
            </a:r>
            <a:r>
              <a:rPr lang="en-DE" dirty="0"/>
              <a:t> </a:t>
            </a:r>
            <a:r>
              <a:rPr lang="en-DE" dirty="0" err="1"/>
              <a:t>mindent</a:t>
            </a:r>
            <a:r>
              <a:rPr lang="en-DE" dirty="0"/>
              <a:t> </a:t>
            </a:r>
            <a:r>
              <a:rPr lang="en-DE" dirty="0" err="1"/>
              <a:t>amit</a:t>
            </a:r>
            <a:r>
              <a:rPr lang="en-DE" dirty="0"/>
              <a:t> </a:t>
            </a:r>
            <a:r>
              <a:rPr lang="en-DE" dirty="0" err="1"/>
              <a:t>kell</a:t>
            </a:r>
            <a:r>
              <a:rPr lang="en-DE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Hosszú (</a:t>
            </a:r>
            <a:r>
              <a:rPr lang="en-DE" dirty="0" err="1"/>
              <a:t>komplexitás</a:t>
            </a:r>
            <a:r>
              <a:rPr lang="en-DE" dirty="0"/>
              <a:t> </a:t>
            </a:r>
            <a:r>
              <a:rPr lang="en-DE" dirty="0" err="1"/>
              <a:t>miatt</a:t>
            </a:r>
            <a:r>
              <a:rPr lang="en-DE" dirty="0"/>
              <a:t> </a:t>
            </a:r>
            <a:r>
              <a:rPr lang="en-DE" dirty="0" err="1"/>
              <a:t>időigényes</a:t>
            </a:r>
            <a:r>
              <a:rPr lang="en-DE" dirty="0"/>
              <a:t>)</a:t>
            </a:r>
          </a:p>
          <a:p>
            <a:r>
              <a:rPr lang="en-DE" dirty="0" err="1"/>
              <a:t>Érintett</a:t>
            </a:r>
            <a:r>
              <a:rPr lang="en-DE" dirty="0"/>
              <a:t> </a:t>
            </a:r>
            <a:r>
              <a:rPr lang="en-DE" dirty="0" err="1"/>
              <a:t>tesztelési</a:t>
            </a:r>
            <a:r>
              <a:rPr lang="en-DE" dirty="0"/>
              <a:t> </a:t>
            </a:r>
            <a:r>
              <a:rPr lang="en-DE" dirty="0" err="1"/>
              <a:t>szintek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</a:t>
            </a:r>
            <a:r>
              <a:rPr lang="en-DE" dirty="0" err="1"/>
              <a:t>Magasabb</a:t>
            </a:r>
            <a:r>
              <a:rPr lang="en-DE" dirty="0"/>
              <a:t> </a:t>
            </a:r>
            <a:r>
              <a:rPr lang="en-DE" dirty="0" err="1"/>
              <a:t>szinteket</a:t>
            </a:r>
            <a:r>
              <a:rPr lang="en-DE" dirty="0"/>
              <a:t> </a:t>
            </a:r>
            <a:r>
              <a:rPr lang="en-DE" dirty="0" err="1"/>
              <a:t>érinti</a:t>
            </a:r>
            <a:r>
              <a:rPr lang="en-DE" dirty="0"/>
              <a:t> </a:t>
            </a:r>
            <a:r>
              <a:rPr lang="en-DE" dirty="0" err="1"/>
              <a:t>leginkább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</a:t>
            </a:r>
            <a:r>
              <a:rPr lang="en-DE" dirty="0" err="1"/>
              <a:t>Alacsonyabb</a:t>
            </a:r>
            <a:r>
              <a:rPr lang="en-DE" dirty="0"/>
              <a:t> </a:t>
            </a:r>
            <a:r>
              <a:rPr lang="en-DE" dirty="0" err="1"/>
              <a:t>szinteket</a:t>
            </a:r>
            <a:r>
              <a:rPr lang="en-DE" dirty="0"/>
              <a:t> </a:t>
            </a:r>
            <a:r>
              <a:rPr lang="en-DE" dirty="0" err="1"/>
              <a:t>érinti</a:t>
            </a:r>
            <a:r>
              <a:rPr lang="en-DE" dirty="0"/>
              <a:t> </a:t>
            </a:r>
            <a:r>
              <a:rPr lang="en-DE" dirty="0" err="1"/>
              <a:t>csak</a:t>
            </a:r>
            <a:endParaRPr lang="en-DE" dirty="0"/>
          </a:p>
          <a:p>
            <a:r>
              <a:rPr lang="en-DE" dirty="0" err="1"/>
              <a:t>Fő</a:t>
            </a:r>
            <a:r>
              <a:rPr lang="en-DE" dirty="0"/>
              <a:t> </a:t>
            </a:r>
            <a:r>
              <a:rPr lang="en-DE" dirty="0" err="1"/>
              <a:t>hátrány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Fekete: </a:t>
            </a:r>
            <a:r>
              <a:rPr lang="en-DE" dirty="0" err="1"/>
              <a:t>Részek</a:t>
            </a:r>
            <a:r>
              <a:rPr lang="en-DE" dirty="0"/>
              <a:t> </a:t>
            </a:r>
            <a:r>
              <a:rPr lang="en-DE" dirty="0" err="1"/>
              <a:t>kimaradhatnak</a:t>
            </a:r>
            <a:endParaRPr lang="en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Fehér: </a:t>
            </a:r>
            <a:r>
              <a:rPr lang="en-DE" dirty="0" err="1"/>
              <a:t>Akárhányszor</a:t>
            </a:r>
            <a:r>
              <a:rPr lang="en-DE" dirty="0"/>
              <a:t> </a:t>
            </a:r>
            <a:r>
              <a:rPr lang="en-DE" dirty="0" err="1"/>
              <a:t>frissül</a:t>
            </a:r>
            <a:r>
              <a:rPr lang="en-DE" dirty="0"/>
              <a:t> a </a:t>
            </a:r>
            <a:r>
              <a:rPr lang="en-DE" dirty="0" err="1"/>
              <a:t>kód</a:t>
            </a:r>
            <a:r>
              <a:rPr lang="en-DE" dirty="0"/>
              <a:t>, </a:t>
            </a:r>
            <a:r>
              <a:rPr lang="en-DE" dirty="0" err="1"/>
              <a:t>frissíteni</a:t>
            </a:r>
            <a:r>
              <a:rPr lang="en-DE" dirty="0"/>
              <a:t> </a:t>
            </a:r>
            <a:r>
              <a:rPr lang="en-DE" dirty="0" err="1"/>
              <a:t>kell</a:t>
            </a:r>
            <a:r>
              <a:rPr lang="en-DE" dirty="0"/>
              <a:t> a </a:t>
            </a:r>
            <a:r>
              <a:rPr lang="en-DE" dirty="0" err="1"/>
              <a:t>teszteket</a:t>
            </a:r>
            <a:endParaRPr lang="en-DE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31324-DA6B-4F85-89DF-D5B4238D8C0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338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9D8340-6A0B-A16B-9753-A08BEDB7F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412E378-DC0A-2995-EBBB-FE7A6A77F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438CD8-47AF-FCFE-A1F8-B4FF0931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2BF217-1F54-6B92-BE4C-75B86D26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0689F67-FA82-6F6D-3187-2A571B2C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507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88D86B-78A4-7E5E-2B66-650C8888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EFDDB4-7D19-ECAC-FADC-7C2F8209A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6D2EB6-FE23-99A7-3872-8D6E0707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90989C-95F7-35E9-1DDB-E53B8D70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794C89F-1B46-D35C-41AF-A34D93CC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166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D0E4F3-75B8-0460-340D-3F4C0E13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993392-5F03-7ACF-9871-83C0CE888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530FE3-FD8C-D009-7A60-803DF37D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5F94F0-4740-6ECC-DB62-438F0D2A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C4B295-27F7-F55E-29A7-EA3AFF37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82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3A77E5-1F0C-1437-688A-F218CBC6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EE04E6D-5125-1E09-A62D-C4D651E8F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408157B-2CD8-F19B-DEB2-A9EE083AF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4D8B752-0075-827B-C75D-7B4D9E9C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507CC96-2A10-8DAF-A705-D76CECBD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B30BE8E-F53D-3952-7A73-33D39D1C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685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F1B60-95B6-F751-405D-B9AF14AD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62905A-4262-8039-7225-F2F85E6E0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389EE86-E226-10B7-61C7-16050E9BC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CC99CA9-DA08-A0CC-EC0A-D78855880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2B3DCD5-6CEF-F615-3767-2C4A14F5C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01DF551-13BE-4E5F-ED82-7A3E5B5C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D1B6951-87DB-E5FB-47A1-CF7332E0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CA061B7-2476-9AF2-A223-17C19CFE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873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C67EEF-3089-AD7A-D187-9C527797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3D9328A-5CAA-1466-3FD4-08FD6A1B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4E02489-0334-9611-A507-76744820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E565946-7022-F5DC-0899-C2244A93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536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8C392D9-A754-5896-FA4D-6A1E25FA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946EE40-AC09-F4E9-5F61-3C1C0DA2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6F44CFD-46D0-2873-40F4-095749C8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902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B5100-3841-6CF1-F8AE-C98F05B90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F3EFFF-19D0-0831-BD34-0252AF418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30F053A-B87B-F4C0-EFDA-123136243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346507-CE0E-3BC7-B351-41B86DA7D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2A6F736-8D49-0C86-1AC6-7195235F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8C09AD8-D03E-AF99-A215-92648D31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941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3A0A55-CE1B-03D8-4F50-63326AC7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59DED87-4670-F630-C704-1341751D5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2739DFE-D330-6D68-7C55-49A978F02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111E0D2-D456-6E85-212A-A020D4A1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1D2B9AF-44CD-AEB4-3A23-A0C0BE7A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1AA43B-36C6-40E9-2EF3-65007F29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948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0370C7-F215-637C-6B3D-A78599BF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BAD9E7E-1653-6CE1-722E-19BF41550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06C5AC-45C5-FCC7-53E0-51BEC943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014AD39-5AE8-1C10-9B7F-4F3F693F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A454A91-E31C-BFB8-AFE8-4B343A21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308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E4305AF-3845-B547-60FA-6F1D55CFF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5E2F71F-8036-4204-8AC2-D748B849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A3B9C4-D856-4926-C9D4-ED8E3A6F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09EF48-6C26-00ED-4FC3-7FE57214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038565-C3AE-C12A-9A30-316393CF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783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AB8AA51-C355-74D3-41A1-B32AE789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77CA041-A43C-7EE9-B997-294F42C43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053EF4-2FC4-90E9-8DEC-C78133D09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A68AC-1770-486A-A506-B08A6347422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998E00-0E9E-FEFD-83E9-CB76B9E2E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4C1A1C-6A07-A3E9-1638-389D98D4D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1D516-2DA0-47ED-9D0B-71F082E9FE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144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AF3E844-6BB1-B359-909D-879599408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hu-HU" sz="4800" noProof="0">
                <a:solidFill>
                  <a:srgbClr val="FFFFFF"/>
                </a:solidFill>
              </a:rPr>
              <a:t>Black és White box testing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B26DE49-1068-82C0-28FC-38BFB7BBD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hu-HU" noProof="0">
                <a:solidFill>
                  <a:srgbClr val="FFFFFF"/>
                </a:solidFill>
              </a:rPr>
              <a:t>Molek Tamás Sándor</a:t>
            </a:r>
          </a:p>
          <a:p>
            <a:pPr algn="l"/>
            <a:r>
              <a:rPr lang="hu-HU" noProof="0">
                <a:solidFill>
                  <a:srgbClr val="FFFFFF"/>
                </a:solidFill>
              </a:rPr>
              <a:t>12.E</a:t>
            </a:r>
          </a:p>
        </p:txBody>
      </p:sp>
    </p:spTree>
    <p:extLst>
      <p:ext uri="{BB962C8B-B14F-4D97-AF65-F5344CB8AC3E}">
        <p14:creationId xmlns:p14="http://schemas.microsoft.com/office/powerpoint/2010/main" val="247062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5A7C0BC-E0C2-17E1-51F2-66A096E6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u-HU" sz="4000" noProof="0">
                <a:solidFill>
                  <a:srgbClr val="FFFFFF"/>
                </a:solidFill>
              </a:rPr>
              <a:t>Black box testing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7AECEE0-1DB2-2761-040F-0966CFFD4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8521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291893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843482-F6B9-4BBB-26C1-11AD1EF9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u-HU" sz="4000" noProof="0">
                <a:solidFill>
                  <a:srgbClr val="FFFFFF"/>
                </a:solidFill>
              </a:rPr>
              <a:t>White box testing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0A5AE6E3-9E45-0B1F-3FB4-AF5C62D65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5235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418297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BD52CB-9DEF-CE78-247F-7B0E0BA1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A két módszer különbségei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389B41F-B699-B533-8210-84F13759B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noProof="0" dirty="0"/>
              <a:t>Black </a:t>
            </a:r>
            <a:r>
              <a:rPr lang="hu-HU" noProof="0" dirty="0" err="1"/>
              <a:t>box</a:t>
            </a:r>
            <a:r>
              <a:rPr lang="hu-HU" noProof="0" dirty="0"/>
              <a:t> testing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273F492-D18D-554C-40E4-1C8170FEF1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DE" noProof="0" dirty="0"/>
              <a:t>Belső </a:t>
            </a:r>
            <a:r>
              <a:rPr lang="en-DE" noProof="0" dirty="0" err="1"/>
              <a:t>szerekezet</a:t>
            </a:r>
            <a:r>
              <a:rPr lang="en-DE" noProof="0" dirty="0"/>
              <a:t> </a:t>
            </a:r>
            <a:r>
              <a:rPr lang="en-DE" noProof="0" dirty="0" err="1"/>
              <a:t>ismeretlen</a:t>
            </a:r>
            <a:endParaRPr lang="en-DE" noProof="0" dirty="0"/>
          </a:p>
          <a:p>
            <a:r>
              <a:rPr lang="en-DE" dirty="0" err="1"/>
              <a:t>Követelmények</a:t>
            </a:r>
            <a:r>
              <a:rPr lang="en-DE" dirty="0"/>
              <a:t> </a:t>
            </a:r>
            <a:r>
              <a:rPr lang="en-DE" dirty="0" err="1"/>
              <a:t>ellenőrzése</a:t>
            </a:r>
            <a:endParaRPr lang="en-DE" dirty="0"/>
          </a:p>
          <a:p>
            <a:r>
              <a:rPr lang="en-DE" noProof="0" dirty="0"/>
              <a:t>Nem </a:t>
            </a:r>
            <a:r>
              <a:rPr lang="en-DE" noProof="0" dirty="0" err="1"/>
              <a:t>kell</a:t>
            </a:r>
            <a:r>
              <a:rPr lang="en-DE" noProof="0" dirty="0"/>
              <a:t> </a:t>
            </a:r>
            <a:r>
              <a:rPr lang="en-DE" noProof="0" dirty="0" err="1"/>
              <a:t>programozási</a:t>
            </a:r>
            <a:r>
              <a:rPr lang="en-DE" noProof="0" dirty="0"/>
              <a:t> </a:t>
            </a:r>
            <a:r>
              <a:rPr lang="en-DE" noProof="0" dirty="0" err="1"/>
              <a:t>tudás</a:t>
            </a:r>
            <a:endParaRPr lang="en-DE" noProof="0" dirty="0"/>
          </a:p>
          <a:p>
            <a:r>
              <a:rPr lang="en-DE" noProof="0" dirty="0"/>
              <a:t>Rövid</a:t>
            </a:r>
          </a:p>
          <a:p>
            <a:r>
              <a:rPr lang="en-DE" noProof="0" dirty="0" err="1"/>
              <a:t>Magasabb</a:t>
            </a:r>
            <a:r>
              <a:rPr lang="en-DE" noProof="0" dirty="0"/>
              <a:t> </a:t>
            </a:r>
            <a:r>
              <a:rPr lang="en-DE" noProof="0" dirty="0" err="1"/>
              <a:t>tesztelési</a:t>
            </a:r>
            <a:r>
              <a:rPr lang="en-DE" noProof="0" dirty="0"/>
              <a:t> </a:t>
            </a:r>
            <a:r>
              <a:rPr lang="en-DE" noProof="0" dirty="0" err="1"/>
              <a:t>szintek</a:t>
            </a:r>
            <a:endParaRPr lang="en-DE" noProof="0" dirty="0"/>
          </a:p>
          <a:p>
            <a:r>
              <a:rPr lang="en-DE" noProof="0" dirty="0" err="1"/>
              <a:t>Részek</a:t>
            </a:r>
            <a:r>
              <a:rPr lang="en-DE" noProof="0" dirty="0"/>
              <a:t> </a:t>
            </a:r>
            <a:r>
              <a:rPr lang="en-DE" noProof="0" dirty="0" err="1"/>
              <a:t>kimaradhatnak</a:t>
            </a:r>
            <a:endParaRPr lang="hu-HU" noProof="0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DFC52A6-DBA8-DE17-CD42-BADADCC31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noProof="0" dirty="0"/>
              <a:t>White </a:t>
            </a:r>
            <a:r>
              <a:rPr lang="hu-HU" noProof="0" dirty="0" err="1"/>
              <a:t>box</a:t>
            </a:r>
            <a:r>
              <a:rPr lang="hu-HU" noProof="0" dirty="0"/>
              <a:t> testing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42D9597-959E-47BE-A53E-D524A1B69C7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noProof="0" dirty="0"/>
              <a:t>Ismert a </a:t>
            </a:r>
            <a:r>
              <a:rPr lang="en-DE" noProof="0" dirty="0" err="1"/>
              <a:t>belső</a:t>
            </a:r>
            <a:r>
              <a:rPr lang="en-DE" noProof="0" dirty="0"/>
              <a:t> </a:t>
            </a:r>
            <a:r>
              <a:rPr lang="en-DE" noProof="0" dirty="0" err="1"/>
              <a:t>szerkezet</a:t>
            </a:r>
            <a:endParaRPr lang="en-DE" noProof="0" dirty="0"/>
          </a:p>
          <a:p>
            <a:r>
              <a:rPr lang="en-DE" dirty="0" err="1"/>
              <a:t>Kód</a:t>
            </a:r>
            <a:r>
              <a:rPr lang="en-DE" dirty="0"/>
              <a:t> </a:t>
            </a:r>
            <a:r>
              <a:rPr lang="en-DE" dirty="0" err="1"/>
              <a:t>helyességének</a:t>
            </a:r>
            <a:r>
              <a:rPr lang="en-DE" dirty="0"/>
              <a:t> </a:t>
            </a:r>
            <a:r>
              <a:rPr lang="en-DE" dirty="0" err="1"/>
              <a:t>vizsgálata</a:t>
            </a:r>
            <a:endParaRPr lang="en-DE" dirty="0"/>
          </a:p>
          <a:p>
            <a:r>
              <a:rPr lang="en-DE" noProof="0" dirty="0"/>
              <a:t>Kell </a:t>
            </a:r>
            <a:r>
              <a:rPr lang="en-DE" noProof="0" dirty="0" err="1"/>
              <a:t>programozási</a:t>
            </a:r>
            <a:r>
              <a:rPr lang="en-DE" noProof="0" dirty="0"/>
              <a:t> </a:t>
            </a:r>
            <a:r>
              <a:rPr lang="en-DE" noProof="0" dirty="0" err="1"/>
              <a:t>tudás</a:t>
            </a:r>
            <a:endParaRPr lang="en-DE" noProof="0" dirty="0"/>
          </a:p>
          <a:p>
            <a:r>
              <a:rPr lang="en-DE" noProof="0" dirty="0"/>
              <a:t>Hosszú</a:t>
            </a:r>
          </a:p>
          <a:p>
            <a:r>
              <a:rPr lang="en-DE" noProof="0" dirty="0" err="1"/>
              <a:t>Alacsonyabb</a:t>
            </a:r>
            <a:r>
              <a:rPr lang="en-DE" noProof="0" dirty="0"/>
              <a:t> </a:t>
            </a:r>
            <a:r>
              <a:rPr lang="en-DE" noProof="0" dirty="0" err="1"/>
              <a:t>tesztelési</a:t>
            </a:r>
            <a:r>
              <a:rPr lang="en-DE" noProof="0" dirty="0"/>
              <a:t> </a:t>
            </a:r>
            <a:r>
              <a:rPr lang="en-DE" noProof="0" dirty="0" err="1"/>
              <a:t>szintek</a:t>
            </a:r>
            <a:endParaRPr lang="en-DE" noProof="0" dirty="0"/>
          </a:p>
          <a:p>
            <a:r>
              <a:rPr lang="en-DE" noProof="0" dirty="0" err="1"/>
              <a:t>Sűrűn</a:t>
            </a:r>
            <a:r>
              <a:rPr lang="en-DE" noProof="0" dirty="0"/>
              <a:t> </a:t>
            </a:r>
            <a:r>
              <a:rPr lang="en-DE" noProof="0" dirty="0" err="1"/>
              <a:t>kell</a:t>
            </a:r>
            <a:r>
              <a:rPr lang="en-DE" noProof="0" dirty="0"/>
              <a:t> </a:t>
            </a:r>
            <a:r>
              <a:rPr lang="en-DE" noProof="0" dirty="0" err="1"/>
              <a:t>frissíteni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09870146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28B2EE-D0B7-A0DD-1030-E56D216D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u-HU" sz="4000" noProof="0">
                <a:solidFill>
                  <a:srgbClr val="FFFFFF"/>
                </a:solidFill>
              </a:rPr>
              <a:t>Források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23B09A16-A8A5-5237-3014-3619D81A6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012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723826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457372E-6EDF-D63C-12DB-8EF71036B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885"/>
            <a:ext cx="12198312" cy="6840687"/>
          </a:xfrm>
        </p:spPr>
        <p:txBody>
          <a:bodyPr anchor="ctr">
            <a:normAutofit/>
          </a:bodyPr>
          <a:lstStyle/>
          <a:p>
            <a:r>
              <a:rPr lang="hu-HU" sz="4800" noProof="0" dirty="0">
                <a:solidFill>
                  <a:srgbClr val="FFFFFF"/>
                </a:solidFill>
              </a:rPr>
              <a:t>Köszönöm a figyelmet!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9448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346</Words>
  <Application>Microsoft Office PowerPoint</Application>
  <PresentationFormat>Szélesvásznú</PresentationFormat>
  <Paragraphs>62</Paragraphs>
  <Slides>6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Office-téma</vt:lpstr>
      <vt:lpstr>Black és White box testing</vt:lpstr>
      <vt:lpstr>Black box testing</vt:lpstr>
      <vt:lpstr>White box testing</vt:lpstr>
      <vt:lpstr>A két módszer különbségei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10</cp:revision>
  <dcterms:created xsi:type="dcterms:W3CDTF">2026-04-17T07:58:40Z</dcterms:created>
  <dcterms:modified xsi:type="dcterms:W3CDTF">2026-04-17T08:55:11Z</dcterms:modified>
</cp:coreProperties>
</file>