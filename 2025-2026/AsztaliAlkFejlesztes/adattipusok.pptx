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8B2881-CCDE-4277-A1C7-A7E2EC7BF129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1E7EAF4-B3FE-46AB-9FE9-3C259B0D469E}">
      <dgm:prSet/>
      <dgm:spPr/>
      <dgm:t>
        <a:bodyPr/>
        <a:lstStyle/>
        <a:p>
          <a:r>
            <a:rPr lang="en-DE"/>
            <a:t>Egytetlen értéket tárolnak</a:t>
          </a:r>
          <a:endParaRPr lang="en-US"/>
        </a:p>
      </dgm:t>
    </dgm:pt>
    <dgm:pt modelId="{28E1A5F3-EC1C-4A89-BBA0-70DB9649FDB1}" type="parTrans" cxnId="{D402C2E7-5EC7-4C3C-B09D-1E423D071F90}">
      <dgm:prSet/>
      <dgm:spPr/>
      <dgm:t>
        <a:bodyPr/>
        <a:lstStyle/>
        <a:p>
          <a:endParaRPr lang="en-US"/>
        </a:p>
      </dgm:t>
    </dgm:pt>
    <dgm:pt modelId="{95CD50BC-C35E-4C19-9139-6E062369494C}" type="sibTrans" cxnId="{D402C2E7-5EC7-4C3C-B09D-1E423D071F90}">
      <dgm:prSet/>
      <dgm:spPr/>
      <dgm:t>
        <a:bodyPr/>
        <a:lstStyle/>
        <a:p>
          <a:endParaRPr lang="en-US"/>
        </a:p>
      </dgm:t>
    </dgm:pt>
    <dgm:pt modelId="{3C80101C-9DD1-4ED2-826F-0C2E53E597D0}">
      <dgm:prSet/>
      <dgm:spPr/>
      <dgm:t>
        <a:bodyPr/>
        <a:lstStyle/>
        <a:p>
          <a:r>
            <a:rPr lang="en-DE" dirty="0" err="1"/>
            <a:t>Például</a:t>
          </a:r>
          <a:r>
            <a:rPr lang="en-DE" dirty="0"/>
            <a:t>: </a:t>
          </a:r>
          <a:br>
            <a:rPr lang="en-DE" dirty="0"/>
          </a:br>
          <a:r>
            <a:rPr lang="en-DE" dirty="0"/>
            <a:t>int, double, char, bool</a:t>
          </a:r>
          <a:endParaRPr lang="en-US" dirty="0"/>
        </a:p>
      </dgm:t>
    </dgm:pt>
    <dgm:pt modelId="{487D41F1-2E1B-4C48-B28A-6EC67A65CB08}" type="parTrans" cxnId="{31DC56F3-FE7B-4A95-8464-B4ADF91C2FF4}">
      <dgm:prSet/>
      <dgm:spPr/>
      <dgm:t>
        <a:bodyPr/>
        <a:lstStyle/>
        <a:p>
          <a:endParaRPr lang="en-US"/>
        </a:p>
      </dgm:t>
    </dgm:pt>
    <dgm:pt modelId="{3F5296D9-38A6-4C3A-8258-5CD878005A4E}" type="sibTrans" cxnId="{31DC56F3-FE7B-4A95-8464-B4ADF91C2FF4}">
      <dgm:prSet/>
      <dgm:spPr/>
      <dgm:t>
        <a:bodyPr/>
        <a:lstStyle/>
        <a:p>
          <a:endParaRPr lang="en-US"/>
        </a:p>
      </dgm:t>
    </dgm:pt>
    <dgm:pt modelId="{2CF05B02-A582-4602-A9F9-579D04FEE0E2}">
      <dgm:prSet/>
      <dgm:spPr/>
      <dgm:t>
        <a:bodyPr/>
        <a:lstStyle/>
        <a:p>
          <a:r>
            <a:rPr lang="en-DE"/>
            <a:t>Gyors és egyszerű műveletek</a:t>
          </a:r>
          <a:endParaRPr lang="en-US"/>
        </a:p>
      </dgm:t>
    </dgm:pt>
    <dgm:pt modelId="{42CD8AF0-3BBC-4B0F-A964-0F61EA237341}" type="parTrans" cxnId="{750F0C4F-72A2-4E33-B846-BA9E72B2A956}">
      <dgm:prSet/>
      <dgm:spPr/>
      <dgm:t>
        <a:bodyPr/>
        <a:lstStyle/>
        <a:p>
          <a:endParaRPr lang="en-US"/>
        </a:p>
      </dgm:t>
    </dgm:pt>
    <dgm:pt modelId="{574083C7-B708-4128-92BD-4719BB081034}" type="sibTrans" cxnId="{750F0C4F-72A2-4E33-B846-BA9E72B2A956}">
      <dgm:prSet/>
      <dgm:spPr/>
      <dgm:t>
        <a:bodyPr/>
        <a:lstStyle/>
        <a:p>
          <a:endParaRPr lang="en-US"/>
        </a:p>
      </dgm:t>
    </dgm:pt>
    <dgm:pt modelId="{BDDAE297-2379-401C-AC2B-1BED9277BA30}">
      <dgm:prSet/>
      <dgm:spPr/>
      <dgm:t>
        <a:bodyPr/>
        <a:lstStyle/>
        <a:p>
          <a:r>
            <a:rPr lang="en-DE"/>
            <a:t>Gyakran használjuk számításoknál</a:t>
          </a:r>
          <a:endParaRPr lang="en-US"/>
        </a:p>
      </dgm:t>
    </dgm:pt>
    <dgm:pt modelId="{3253D9C6-555A-4041-9732-D374442F17B6}" type="parTrans" cxnId="{631AD356-3174-41D2-ABA7-81CACD46AB83}">
      <dgm:prSet/>
      <dgm:spPr/>
      <dgm:t>
        <a:bodyPr/>
        <a:lstStyle/>
        <a:p>
          <a:endParaRPr lang="en-US"/>
        </a:p>
      </dgm:t>
    </dgm:pt>
    <dgm:pt modelId="{7222A347-E1EA-4A19-811A-9F8D7C372067}" type="sibTrans" cxnId="{631AD356-3174-41D2-ABA7-81CACD46AB83}">
      <dgm:prSet/>
      <dgm:spPr/>
      <dgm:t>
        <a:bodyPr/>
        <a:lstStyle/>
        <a:p>
          <a:endParaRPr lang="en-US"/>
        </a:p>
      </dgm:t>
    </dgm:pt>
    <dgm:pt modelId="{F334AC23-F5F7-4290-8295-E110E5292D29}" type="pres">
      <dgm:prSet presAssocID="{098B2881-CCDE-4277-A1C7-A7E2EC7BF12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D9F7158-5DBB-4213-AC94-6F7F230DAF8D}" type="pres">
      <dgm:prSet presAssocID="{61E7EAF4-B3FE-46AB-9FE9-3C259B0D469E}" presName="hierRoot1" presStyleCnt="0"/>
      <dgm:spPr/>
    </dgm:pt>
    <dgm:pt modelId="{8B08670A-37DC-47F6-8C67-BB5306F5D4EA}" type="pres">
      <dgm:prSet presAssocID="{61E7EAF4-B3FE-46AB-9FE9-3C259B0D469E}" presName="composite" presStyleCnt="0"/>
      <dgm:spPr/>
    </dgm:pt>
    <dgm:pt modelId="{8E262C1A-DE07-48E7-81C9-D1CFFB167823}" type="pres">
      <dgm:prSet presAssocID="{61E7EAF4-B3FE-46AB-9FE9-3C259B0D469E}" presName="background" presStyleLbl="node0" presStyleIdx="0" presStyleCnt="4"/>
      <dgm:spPr/>
    </dgm:pt>
    <dgm:pt modelId="{15622325-623C-4058-ADE1-0F5CA3D33AF7}" type="pres">
      <dgm:prSet presAssocID="{61E7EAF4-B3FE-46AB-9FE9-3C259B0D469E}" presName="text" presStyleLbl="fgAcc0" presStyleIdx="0" presStyleCnt="4">
        <dgm:presLayoutVars>
          <dgm:chPref val="3"/>
        </dgm:presLayoutVars>
      </dgm:prSet>
      <dgm:spPr/>
    </dgm:pt>
    <dgm:pt modelId="{72D07CBB-10F2-4ECB-A85D-A66FB5CDCCFB}" type="pres">
      <dgm:prSet presAssocID="{61E7EAF4-B3FE-46AB-9FE9-3C259B0D469E}" presName="hierChild2" presStyleCnt="0"/>
      <dgm:spPr/>
    </dgm:pt>
    <dgm:pt modelId="{2F12957F-5D22-4547-919D-075BAE575725}" type="pres">
      <dgm:prSet presAssocID="{3C80101C-9DD1-4ED2-826F-0C2E53E597D0}" presName="hierRoot1" presStyleCnt="0"/>
      <dgm:spPr/>
    </dgm:pt>
    <dgm:pt modelId="{692928AE-E750-4F23-9AF9-89F284660D8F}" type="pres">
      <dgm:prSet presAssocID="{3C80101C-9DD1-4ED2-826F-0C2E53E597D0}" presName="composite" presStyleCnt="0"/>
      <dgm:spPr/>
    </dgm:pt>
    <dgm:pt modelId="{BD3314AD-210A-4FF6-A825-F0A19C27A585}" type="pres">
      <dgm:prSet presAssocID="{3C80101C-9DD1-4ED2-826F-0C2E53E597D0}" presName="background" presStyleLbl="node0" presStyleIdx="1" presStyleCnt="4"/>
      <dgm:spPr/>
    </dgm:pt>
    <dgm:pt modelId="{7FA99CE0-72CC-4761-AB58-CBBF896C1251}" type="pres">
      <dgm:prSet presAssocID="{3C80101C-9DD1-4ED2-826F-0C2E53E597D0}" presName="text" presStyleLbl="fgAcc0" presStyleIdx="1" presStyleCnt="4">
        <dgm:presLayoutVars>
          <dgm:chPref val="3"/>
        </dgm:presLayoutVars>
      </dgm:prSet>
      <dgm:spPr/>
    </dgm:pt>
    <dgm:pt modelId="{1E4AF5EE-1CFD-45A9-A1CC-D40E9C41D5EB}" type="pres">
      <dgm:prSet presAssocID="{3C80101C-9DD1-4ED2-826F-0C2E53E597D0}" presName="hierChild2" presStyleCnt="0"/>
      <dgm:spPr/>
    </dgm:pt>
    <dgm:pt modelId="{47C18656-34EB-4254-9709-C301D2A020FD}" type="pres">
      <dgm:prSet presAssocID="{2CF05B02-A582-4602-A9F9-579D04FEE0E2}" presName="hierRoot1" presStyleCnt="0"/>
      <dgm:spPr/>
    </dgm:pt>
    <dgm:pt modelId="{AD6442E2-E480-449D-BF04-C1F299745535}" type="pres">
      <dgm:prSet presAssocID="{2CF05B02-A582-4602-A9F9-579D04FEE0E2}" presName="composite" presStyleCnt="0"/>
      <dgm:spPr/>
    </dgm:pt>
    <dgm:pt modelId="{8150F591-E94C-4057-BB16-4B25FB2402AD}" type="pres">
      <dgm:prSet presAssocID="{2CF05B02-A582-4602-A9F9-579D04FEE0E2}" presName="background" presStyleLbl="node0" presStyleIdx="2" presStyleCnt="4"/>
      <dgm:spPr/>
    </dgm:pt>
    <dgm:pt modelId="{D11C7374-BA7F-4002-9582-E70A50900411}" type="pres">
      <dgm:prSet presAssocID="{2CF05B02-A582-4602-A9F9-579D04FEE0E2}" presName="text" presStyleLbl="fgAcc0" presStyleIdx="2" presStyleCnt="4">
        <dgm:presLayoutVars>
          <dgm:chPref val="3"/>
        </dgm:presLayoutVars>
      </dgm:prSet>
      <dgm:spPr/>
    </dgm:pt>
    <dgm:pt modelId="{627768B8-DAE6-4DC4-9CEC-2A1E9DB3A8F5}" type="pres">
      <dgm:prSet presAssocID="{2CF05B02-A582-4602-A9F9-579D04FEE0E2}" presName="hierChild2" presStyleCnt="0"/>
      <dgm:spPr/>
    </dgm:pt>
    <dgm:pt modelId="{84858427-C48E-4637-BA36-3F333E2060A8}" type="pres">
      <dgm:prSet presAssocID="{BDDAE297-2379-401C-AC2B-1BED9277BA30}" presName="hierRoot1" presStyleCnt="0"/>
      <dgm:spPr/>
    </dgm:pt>
    <dgm:pt modelId="{989C0F22-385C-4668-9C8B-FD3D0E895A4F}" type="pres">
      <dgm:prSet presAssocID="{BDDAE297-2379-401C-AC2B-1BED9277BA30}" presName="composite" presStyleCnt="0"/>
      <dgm:spPr/>
    </dgm:pt>
    <dgm:pt modelId="{4FB63525-1C6F-402A-B0EB-F58BD5C1DA4A}" type="pres">
      <dgm:prSet presAssocID="{BDDAE297-2379-401C-AC2B-1BED9277BA30}" presName="background" presStyleLbl="node0" presStyleIdx="3" presStyleCnt="4"/>
      <dgm:spPr/>
    </dgm:pt>
    <dgm:pt modelId="{74E4B770-B22A-4ACE-9BED-F436A59A2E36}" type="pres">
      <dgm:prSet presAssocID="{BDDAE297-2379-401C-AC2B-1BED9277BA30}" presName="text" presStyleLbl="fgAcc0" presStyleIdx="3" presStyleCnt="4">
        <dgm:presLayoutVars>
          <dgm:chPref val="3"/>
        </dgm:presLayoutVars>
      </dgm:prSet>
      <dgm:spPr/>
    </dgm:pt>
    <dgm:pt modelId="{21601883-6DA6-41E3-B999-9868C85516DD}" type="pres">
      <dgm:prSet presAssocID="{BDDAE297-2379-401C-AC2B-1BED9277BA30}" presName="hierChild2" presStyleCnt="0"/>
      <dgm:spPr/>
    </dgm:pt>
  </dgm:ptLst>
  <dgm:cxnLst>
    <dgm:cxn modelId="{E3771205-1503-4794-9B66-03A8FF3B496B}" type="presOf" srcId="{3C80101C-9DD1-4ED2-826F-0C2E53E597D0}" destId="{7FA99CE0-72CC-4761-AB58-CBBF896C1251}" srcOrd="0" destOrd="0" presId="urn:microsoft.com/office/officeart/2005/8/layout/hierarchy1"/>
    <dgm:cxn modelId="{BC122105-FA6D-467E-A46A-832DCFA30ED1}" type="presOf" srcId="{098B2881-CCDE-4277-A1C7-A7E2EC7BF129}" destId="{F334AC23-F5F7-4290-8295-E110E5292D29}" srcOrd="0" destOrd="0" presId="urn:microsoft.com/office/officeart/2005/8/layout/hierarchy1"/>
    <dgm:cxn modelId="{750F0C4F-72A2-4E33-B846-BA9E72B2A956}" srcId="{098B2881-CCDE-4277-A1C7-A7E2EC7BF129}" destId="{2CF05B02-A582-4602-A9F9-579D04FEE0E2}" srcOrd="2" destOrd="0" parTransId="{42CD8AF0-3BBC-4B0F-A964-0F61EA237341}" sibTransId="{574083C7-B708-4128-92BD-4719BB081034}"/>
    <dgm:cxn modelId="{631AD356-3174-41D2-ABA7-81CACD46AB83}" srcId="{098B2881-CCDE-4277-A1C7-A7E2EC7BF129}" destId="{BDDAE297-2379-401C-AC2B-1BED9277BA30}" srcOrd="3" destOrd="0" parTransId="{3253D9C6-555A-4041-9732-D374442F17B6}" sibTransId="{7222A347-E1EA-4A19-811A-9F8D7C372067}"/>
    <dgm:cxn modelId="{37B9699C-356F-420C-BB04-5DBA5519461B}" type="presOf" srcId="{61E7EAF4-B3FE-46AB-9FE9-3C259B0D469E}" destId="{15622325-623C-4058-ADE1-0F5CA3D33AF7}" srcOrd="0" destOrd="0" presId="urn:microsoft.com/office/officeart/2005/8/layout/hierarchy1"/>
    <dgm:cxn modelId="{208763AC-0FAB-47B3-858A-A278090188EA}" type="presOf" srcId="{2CF05B02-A582-4602-A9F9-579D04FEE0E2}" destId="{D11C7374-BA7F-4002-9582-E70A50900411}" srcOrd="0" destOrd="0" presId="urn:microsoft.com/office/officeart/2005/8/layout/hierarchy1"/>
    <dgm:cxn modelId="{D402C2E7-5EC7-4C3C-B09D-1E423D071F90}" srcId="{098B2881-CCDE-4277-A1C7-A7E2EC7BF129}" destId="{61E7EAF4-B3FE-46AB-9FE9-3C259B0D469E}" srcOrd="0" destOrd="0" parTransId="{28E1A5F3-EC1C-4A89-BBA0-70DB9649FDB1}" sibTransId="{95CD50BC-C35E-4C19-9139-6E062369494C}"/>
    <dgm:cxn modelId="{DE2B88EF-9923-4008-8CF8-6FF982681251}" type="presOf" srcId="{BDDAE297-2379-401C-AC2B-1BED9277BA30}" destId="{74E4B770-B22A-4ACE-9BED-F436A59A2E36}" srcOrd="0" destOrd="0" presId="urn:microsoft.com/office/officeart/2005/8/layout/hierarchy1"/>
    <dgm:cxn modelId="{31DC56F3-FE7B-4A95-8464-B4ADF91C2FF4}" srcId="{098B2881-CCDE-4277-A1C7-A7E2EC7BF129}" destId="{3C80101C-9DD1-4ED2-826F-0C2E53E597D0}" srcOrd="1" destOrd="0" parTransId="{487D41F1-2E1B-4C48-B28A-6EC67A65CB08}" sibTransId="{3F5296D9-38A6-4C3A-8258-5CD878005A4E}"/>
    <dgm:cxn modelId="{97E9EA1E-887A-4C1D-ACFD-B34AF9381ABB}" type="presParOf" srcId="{F334AC23-F5F7-4290-8295-E110E5292D29}" destId="{CD9F7158-5DBB-4213-AC94-6F7F230DAF8D}" srcOrd="0" destOrd="0" presId="urn:microsoft.com/office/officeart/2005/8/layout/hierarchy1"/>
    <dgm:cxn modelId="{AA2ABB4D-858D-4CDB-A4BC-AA8059F825A3}" type="presParOf" srcId="{CD9F7158-5DBB-4213-AC94-6F7F230DAF8D}" destId="{8B08670A-37DC-47F6-8C67-BB5306F5D4EA}" srcOrd="0" destOrd="0" presId="urn:microsoft.com/office/officeart/2005/8/layout/hierarchy1"/>
    <dgm:cxn modelId="{2161CA0E-4BDA-45B0-ADCE-2DDB365A6E51}" type="presParOf" srcId="{8B08670A-37DC-47F6-8C67-BB5306F5D4EA}" destId="{8E262C1A-DE07-48E7-81C9-D1CFFB167823}" srcOrd="0" destOrd="0" presId="urn:microsoft.com/office/officeart/2005/8/layout/hierarchy1"/>
    <dgm:cxn modelId="{A9DAE864-0D24-47BC-87A1-EFFC29859DA1}" type="presParOf" srcId="{8B08670A-37DC-47F6-8C67-BB5306F5D4EA}" destId="{15622325-623C-4058-ADE1-0F5CA3D33AF7}" srcOrd="1" destOrd="0" presId="urn:microsoft.com/office/officeart/2005/8/layout/hierarchy1"/>
    <dgm:cxn modelId="{24A83F6A-DD5D-4B8C-9F47-A291C78A8CDC}" type="presParOf" srcId="{CD9F7158-5DBB-4213-AC94-6F7F230DAF8D}" destId="{72D07CBB-10F2-4ECB-A85D-A66FB5CDCCFB}" srcOrd="1" destOrd="0" presId="urn:microsoft.com/office/officeart/2005/8/layout/hierarchy1"/>
    <dgm:cxn modelId="{7734909B-0388-4F8D-A478-EECB7261140A}" type="presParOf" srcId="{F334AC23-F5F7-4290-8295-E110E5292D29}" destId="{2F12957F-5D22-4547-919D-075BAE575725}" srcOrd="1" destOrd="0" presId="urn:microsoft.com/office/officeart/2005/8/layout/hierarchy1"/>
    <dgm:cxn modelId="{50149C2F-F228-42A3-8F4B-64A3B0BF130D}" type="presParOf" srcId="{2F12957F-5D22-4547-919D-075BAE575725}" destId="{692928AE-E750-4F23-9AF9-89F284660D8F}" srcOrd="0" destOrd="0" presId="urn:microsoft.com/office/officeart/2005/8/layout/hierarchy1"/>
    <dgm:cxn modelId="{DCD41E28-DB24-495C-B47D-C5B948E86E85}" type="presParOf" srcId="{692928AE-E750-4F23-9AF9-89F284660D8F}" destId="{BD3314AD-210A-4FF6-A825-F0A19C27A585}" srcOrd="0" destOrd="0" presId="urn:microsoft.com/office/officeart/2005/8/layout/hierarchy1"/>
    <dgm:cxn modelId="{FA8E9C2C-9ADF-447C-B163-B588F061B1B7}" type="presParOf" srcId="{692928AE-E750-4F23-9AF9-89F284660D8F}" destId="{7FA99CE0-72CC-4761-AB58-CBBF896C1251}" srcOrd="1" destOrd="0" presId="urn:microsoft.com/office/officeart/2005/8/layout/hierarchy1"/>
    <dgm:cxn modelId="{A1F3A1F8-D2E8-4DE7-AFD2-E7BD1FD549DC}" type="presParOf" srcId="{2F12957F-5D22-4547-919D-075BAE575725}" destId="{1E4AF5EE-1CFD-45A9-A1CC-D40E9C41D5EB}" srcOrd="1" destOrd="0" presId="urn:microsoft.com/office/officeart/2005/8/layout/hierarchy1"/>
    <dgm:cxn modelId="{19910570-5752-49A1-865C-C4ADFEB6D6B6}" type="presParOf" srcId="{F334AC23-F5F7-4290-8295-E110E5292D29}" destId="{47C18656-34EB-4254-9709-C301D2A020FD}" srcOrd="2" destOrd="0" presId="urn:microsoft.com/office/officeart/2005/8/layout/hierarchy1"/>
    <dgm:cxn modelId="{722FD08E-E114-4CA6-BCB8-4FF9C9F28511}" type="presParOf" srcId="{47C18656-34EB-4254-9709-C301D2A020FD}" destId="{AD6442E2-E480-449D-BF04-C1F299745535}" srcOrd="0" destOrd="0" presId="urn:microsoft.com/office/officeart/2005/8/layout/hierarchy1"/>
    <dgm:cxn modelId="{0FBE19E3-185B-423F-AD46-D4027EA05810}" type="presParOf" srcId="{AD6442E2-E480-449D-BF04-C1F299745535}" destId="{8150F591-E94C-4057-BB16-4B25FB2402AD}" srcOrd="0" destOrd="0" presId="urn:microsoft.com/office/officeart/2005/8/layout/hierarchy1"/>
    <dgm:cxn modelId="{8F06B044-29DB-4554-912C-0EB875B762AB}" type="presParOf" srcId="{AD6442E2-E480-449D-BF04-C1F299745535}" destId="{D11C7374-BA7F-4002-9582-E70A50900411}" srcOrd="1" destOrd="0" presId="urn:microsoft.com/office/officeart/2005/8/layout/hierarchy1"/>
    <dgm:cxn modelId="{A89F7777-432D-4116-BB6F-CB3FFFC7483D}" type="presParOf" srcId="{47C18656-34EB-4254-9709-C301D2A020FD}" destId="{627768B8-DAE6-4DC4-9CEC-2A1E9DB3A8F5}" srcOrd="1" destOrd="0" presId="urn:microsoft.com/office/officeart/2005/8/layout/hierarchy1"/>
    <dgm:cxn modelId="{16E26502-3767-4F15-9436-DE7917F93312}" type="presParOf" srcId="{F334AC23-F5F7-4290-8295-E110E5292D29}" destId="{84858427-C48E-4637-BA36-3F333E2060A8}" srcOrd="3" destOrd="0" presId="urn:microsoft.com/office/officeart/2005/8/layout/hierarchy1"/>
    <dgm:cxn modelId="{FB844E6D-AFAE-4962-895B-60DBA6377CCB}" type="presParOf" srcId="{84858427-C48E-4637-BA36-3F333E2060A8}" destId="{989C0F22-385C-4668-9C8B-FD3D0E895A4F}" srcOrd="0" destOrd="0" presId="urn:microsoft.com/office/officeart/2005/8/layout/hierarchy1"/>
    <dgm:cxn modelId="{48A46607-AD8D-4D78-9895-C8003D423E98}" type="presParOf" srcId="{989C0F22-385C-4668-9C8B-FD3D0E895A4F}" destId="{4FB63525-1C6F-402A-B0EB-F58BD5C1DA4A}" srcOrd="0" destOrd="0" presId="urn:microsoft.com/office/officeart/2005/8/layout/hierarchy1"/>
    <dgm:cxn modelId="{04912D84-7A39-4F77-BCD5-DCA410924FFF}" type="presParOf" srcId="{989C0F22-385C-4668-9C8B-FD3D0E895A4F}" destId="{74E4B770-B22A-4ACE-9BED-F436A59A2E36}" srcOrd="1" destOrd="0" presId="urn:microsoft.com/office/officeart/2005/8/layout/hierarchy1"/>
    <dgm:cxn modelId="{C276844C-D444-4E1D-ACDC-19360F00831C}" type="presParOf" srcId="{84858427-C48E-4637-BA36-3F333E2060A8}" destId="{21601883-6DA6-41E3-B999-9868C85516D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3BBFC1-490E-4645-AA63-BE355B7F70C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688548C-7F66-4C32-B1FA-9E1106834340}">
      <dgm:prSet/>
      <dgm:spPr/>
      <dgm:t>
        <a:bodyPr/>
        <a:lstStyle/>
        <a:p>
          <a:r>
            <a:rPr lang="en-DE"/>
            <a:t>Változó létrehozása típus megadásával</a:t>
          </a:r>
          <a:endParaRPr lang="en-US"/>
        </a:p>
      </dgm:t>
    </dgm:pt>
    <dgm:pt modelId="{042C9AC7-0FB8-44B4-8C7C-20F63DB8BC88}" type="parTrans" cxnId="{139C505D-A42B-4635-B442-78C5DE90A304}">
      <dgm:prSet/>
      <dgm:spPr/>
      <dgm:t>
        <a:bodyPr/>
        <a:lstStyle/>
        <a:p>
          <a:endParaRPr lang="en-US"/>
        </a:p>
      </dgm:t>
    </dgm:pt>
    <dgm:pt modelId="{4EA58E3F-D08E-4FC9-B92E-353860195CDF}" type="sibTrans" cxnId="{139C505D-A42B-4635-B442-78C5DE90A304}">
      <dgm:prSet/>
      <dgm:spPr/>
      <dgm:t>
        <a:bodyPr/>
        <a:lstStyle/>
        <a:p>
          <a:endParaRPr lang="en-US"/>
        </a:p>
      </dgm:t>
    </dgm:pt>
    <dgm:pt modelId="{B77CA526-6923-4093-B654-DE2033BD5D97}">
      <dgm:prSet/>
      <dgm:spPr/>
      <dgm:t>
        <a:bodyPr/>
        <a:lstStyle/>
        <a:p>
          <a:r>
            <a:rPr lang="en-DE"/>
            <a:t>Pl. “int num = 10;”</a:t>
          </a:r>
          <a:endParaRPr lang="en-US"/>
        </a:p>
      </dgm:t>
    </dgm:pt>
    <dgm:pt modelId="{557E7306-6502-46BA-AE16-D7049CAD2BB3}" type="parTrans" cxnId="{615985CD-C11C-4543-BF0D-662F113093E5}">
      <dgm:prSet/>
      <dgm:spPr/>
      <dgm:t>
        <a:bodyPr/>
        <a:lstStyle/>
        <a:p>
          <a:endParaRPr lang="en-US"/>
        </a:p>
      </dgm:t>
    </dgm:pt>
    <dgm:pt modelId="{B2A44EA5-8C00-4EC4-BCCA-BC7BAB2ED122}" type="sibTrans" cxnId="{615985CD-C11C-4543-BF0D-662F113093E5}">
      <dgm:prSet/>
      <dgm:spPr/>
      <dgm:t>
        <a:bodyPr/>
        <a:lstStyle/>
        <a:p>
          <a:endParaRPr lang="en-US"/>
        </a:p>
      </dgm:t>
    </dgm:pt>
    <dgm:pt modelId="{C15B694E-B54A-443B-8A7E-9C35D146D609}">
      <dgm:prSet/>
      <dgm:spPr/>
      <dgm:t>
        <a:bodyPr/>
        <a:lstStyle/>
        <a:p>
          <a:r>
            <a:rPr lang="en-DE"/>
            <a:t>Típustól függ az értéktartomány</a:t>
          </a:r>
          <a:endParaRPr lang="en-US"/>
        </a:p>
      </dgm:t>
    </dgm:pt>
    <dgm:pt modelId="{530CA8D4-7A00-4108-BE24-EA4C89EB9479}" type="parTrans" cxnId="{A6DE5523-45D6-4C06-8EB1-1D35A9DEB657}">
      <dgm:prSet/>
      <dgm:spPr/>
      <dgm:t>
        <a:bodyPr/>
        <a:lstStyle/>
        <a:p>
          <a:endParaRPr lang="en-US"/>
        </a:p>
      </dgm:t>
    </dgm:pt>
    <dgm:pt modelId="{2612A2F1-7331-4083-8B52-331A816AB873}" type="sibTrans" cxnId="{A6DE5523-45D6-4C06-8EB1-1D35A9DEB657}">
      <dgm:prSet/>
      <dgm:spPr/>
      <dgm:t>
        <a:bodyPr/>
        <a:lstStyle/>
        <a:p>
          <a:endParaRPr lang="en-US"/>
        </a:p>
      </dgm:t>
    </dgm:pt>
    <dgm:pt modelId="{484E5FD1-3BA9-4930-B462-FBAB9A1F634E}">
      <dgm:prSet/>
      <dgm:spPr/>
      <dgm:t>
        <a:bodyPr/>
        <a:lstStyle/>
        <a:p>
          <a:r>
            <a:rPr lang="en-DE"/>
            <a:t>Például az int típusnak -2.147 milliárdtól 2.147 milliárdig</a:t>
          </a:r>
          <a:endParaRPr lang="en-US"/>
        </a:p>
      </dgm:t>
    </dgm:pt>
    <dgm:pt modelId="{32FCE6D0-F19B-4DEF-AF90-2CD5B7DDD970}" type="parTrans" cxnId="{A8CD6D09-DFC4-44C4-8A59-E1C66B26A16C}">
      <dgm:prSet/>
      <dgm:spPr/>
      <dgm:t>
        <a:bodyPr/>
        <a:lstStyle/>
        <a:p>
          <a:endParaRPr lang="en-US"/>
        </a:p>
      </dgm:t>
    </dgm:pt>
    <dgm:pt modelId="{0648FEAB-15BC-460E-AE3C-1E7A1064D792}" type="sibTrans" cxnId="{A8CD6D09-DFC4-44C4-8A59-E1C66B26A16C}">
      <dgm:prSet/>
      <dgm:spPr/>
      <dgm:t>
        <a:bodyPr/>
        <a:lstStyle/>
        <a:p>
          <a:endParaRPr lang="en-US"/>
        </a:p>
      </dgm:t>
    </dgm:pt>
    <dgm:pt modelId="{1850DFD2-D66A-4927-B8C2-AB6E72DBC1BF}" type="pres">
      <dgm:prSet presAssocID="{683BBFC1-490E-4645-AA63-BE355B7F70CE}" presName="linear" presStyleCnt="0">
        <dgm:presLayoutVars>
          <dgm:animLvl val="lvl"/>
          <dgm:resizeHandles val="exact"/>
        </dgm:presLayoutVars>
      </dgm:prSet>
      <dgm:spPr/>
    </dgm:pt>
    <dgm:pt modelId="{B47D170F-2608-4574-917C-46ED82814C32}" type="pres">
      <dgm:prSet presAssocID="{E688548C-7F66-4C32-B1FA-9E110683434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C059074-4147-43D7-AE1B-6F2051E49B44}" type="pres">
      <dgm:prSet presAssocID="{4EA58E3F-D08E-4FC9-B92E-353860195CDF}" presName="spacer" presStyleCnt="0"/>
      <dgm:spPr/>
    </dgm:pt>
    <dgm:pt modelId="{7260E8B5-D36A-485E-9F01-2E56E45CC31A}" type="pres">
      <dgm:prSet presAssocID="{B77CA526-6923-4093-B654-DE2033BD5D9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50AD89C-EF42-4045-8334-C214B0FC5C22}" type="pres">
      <dgm:prSet presAssocID="{B2A44EA5-8C00-4EC4-BCCA-BC7BAB2ED122}" presName="spacer" presStyleCnt="0"/>
      <dgm:spPr/>
    </dgm:pt>
    <dgm:pt modelId="{1805BE35-955A-435F-BA5F-04412CEF3B2F}" type="pres">
      <dgm:prSet presAssocID="{C15B694E-B54A-443B-8A7E-9C35D146D60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C86B18C-A7CB-481B-AAC1-0198E4EAAD53}" type="pres">
      <dgm:prSet presAssocID="{2612A2F1-7331-4083-8B52-331A816AB873}" presName="spacer" presStyleCnt="0"/>
      <dgm:spPr/>
    </dgm:pt>
    <dgm:pt modelId="{31F7D74A-7E7D-4456-A5AC-2E11C29759EC}" type="pres">
      <dgm:prSet presAssocID="{484E5FD1-3BA9-4930-B462-FBAB9A1F634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A811909-26D2-45DA-8C53-865C582B8832}" type="presOf" srcId="{683BBFC1-490E-4645-AA63-BE355B7F70CE}" destId="{1850DFD2-D66A-4927-B8C2-AB6E72DBC1BF}" srcOrd="0" destOrd="0" presId="urn:microsoft.com/office/officeart/2005/8/layout/vList2"/>
    <dgm:cxn modelId="{A8CD6D09-DFC4-44C4-8A59-E1C66B26A16C}" srcId="{683BBFC1-490E-4645-AA63-BE355B7F70CE}" destId="{484E5FD1-3BA9-4930-B462-FBAB9A1F634E}" srcOrd="3" destOrd="0" parTransId="{32FCE6D0-F19B-4DEF-AF90-2CD5B7DDD970}" sibTransId="{0648FEAB-15BC-460E-AE3C-1E7A1064D792}"/>
    <dgm:cxn modelId="{48CA0D0C-2575-43F8-98B9-D8B767E33C00}" type="presOf" srcId="{C15B694E-B54A-443B-8A7E-9C35D146D609}" destId="{1805BE35-955A-435F-BA5F-04412CEF3B2F}" srcOrd="0" destOrd="0" presId="urn:microsoft.com/office/officeart/2005/8/layout/vList2"/>
    <dgm:cxn modelId="{7738C721-16A3-4CF0-B485-8B6F2480F5A9}" type="presOf" srcId="{E688548C-7F66-4C32-B1FA-9E1106834340}" destId="{B47D170F-2608-4574-917C-46ED82814C32}" srcOrd="0" destOrd="0" presId="urn:microsoft.com/office/officeart/2005/8/layout/vList2"/>
    <dgm:cxn modelId="{A6DE5523-45D6-4C06-8EB1-1D35A9DEB657}" srcId="{683BBFC1-490E-4645-AA63-BE355B7F70CE}" destId="{C15B694E-B54A-443B-8A7E-9C35D146D609}" srcOrd="2" destOrd="0" parTransId="{530CA8D4-7A00-4108-BE24-EA4C89EB9479}" sibTransId="{2612A2F1-7331-4083-8B52-331A816AB873}"/>
    <dgm:cxn modelId="{BAE8FC2A-80FF-4EE8-B15E-13C25E5531C8}" type="presOf" srcId="{484E5FD1-3BA9-4930-B462-FBAB9A1F634E}" destId="{31F7D74A-7E7D-4456-A5AC-2E11C29759EC}" srcOrd="0" destOrd="0" presId="urn:microsoft.com/office/officeart/2005/8/layout/vList2"/>
    <dgm:cxn modelId="{DCC4B330-DC5B-46E2-B854-09B6909E71C9}" type="presOf" srcId="{B77CA526-6923-4093-B654-DE2033BD5D97}" destId="{7260E8B5-D36A-485E-9F01-2E56E45CC31A}" srcOrd="0" destOrd="0" presId="urn:microsoft.com/office/officeart/2005/8/layout/vList2"/>
    <dgm:cxn modelId="{139C505D-A42B-4635-B442-78C5DE90A304}" srcId="{683BBFC1-490E-4645-AA63-BE355B7F70CE}" destId="{E688548C-7F66-4C32-B1FA-9E1106834340}" srcOrd="0" destOrd="0" parTransId="{042C9AC7-0FB8-44B4-8C7C-20F63DB8BC88}" sibTransId="{4EA58E3F-D08E-4FC9-B92E-353860195CDF}"/>
    <dgm:cxn modelId="{615985CD-C11C-4543-BF0D-662F113093E5}" srcId="{683BBFC1-490E-4645-AA63-BE355B7F70CE}" destId="{B77CA526-6923-4093-B654-DE2033BD5D97}" srcOrd="1" destOrd="0" parTransId="{557E7306-6502-46BA-AE16-D7049CAD2BB3}" sibTransId="{B2A44EA5-8C00-4EC4-BCCA-BC7BAB2ED122}"/>
    <dgm:cxn modelId="{24D76123-1263-4158-A31A-1362C316A7E6}" type="presParOf" srcId="{1850DFD2-D66A-4927-B8C2-AB6E72DBC1BF}" destId="{B47D170F-2608-4574-917C-46ED82814C32}" srcOrd="0" destOrd="0" presId="urn:microsoft.com/office/officeart/2005/8/layout/vList2"/>
    <dgm:cxn modelId="{8F228EAA-7D72-45B2-B381-430DDA43CA01}" type="presParOf" srcId="{1850DFD2-D66A-4927-B8C2-AB6E72DBC1BF}" destId="{7C059074-4147-43D7-AE1B-6F2051E49B44}" srcOrd="1" destOrd="0" presId="urn:microsoft.com/office/officeart/2005/8/layout/vList2"/>
    <dgm:cxn modelId="{786FA7A7-B63B-4A6C-B96D-FCE319CB30E3}" type="presParOf" srcId="{1850DFD2-D66A-4927-B8C2-AB6E72DBC1BF}" destId="{7260E8B5-D36A-485E-9F01-2E56E45CC31A}" srcOrd="2" destOrd="0" presId="urn:microsoft.com/office/officeart/2005/8/layout/vList2"/>
    <dgm:cxn modelId="{EA483DE4-C4AB-4204-9F70-5E6BA2C59556}" type="presParOf" srcId="{1850DFD2-D66A-4927-B8C2-AB6E72DBC1BF}" destId="{C50AD89C-EF42-4045-8334-C214B0FC5C22}" srcOrd="3" destOrd="0" presId="urn:microsoft.com/office/officeart/2005/8/layout/vList2"/>
    <dgm:cxn modelId="{92BCF41F-D752-40A9-AA04-0934522015D7}" type="presParOf" srcId="{1850DFD2-D66A-4927-B8C2-AB6E72DBC1BF}" destId="{1805BE35-955A-435F-BA5F-04412CEF3B2F}" srcOrd="4" destOrd="0" presId="urn:microsoft.com/office/officeart/2005/8/layout/vList2"/>
    <dgm:cxn modelId="{07BC7856-2727-4371-B3A7-DE78D2DE04EB}" type="presParOf" srcId="{1850DFD2-D66A-4927-B8C2-AB6E72DBC1BF}" destId="{3C86B18C-A7CB-481B-AAC1-0198E4EAAD53}" srcOrd="5" destOrd="0" presId="urn:microsoft.com/office/officeart/2005/8/layout/vList2"/>
    <dgm:cxn modelId="{428A9D1F-70E2-4255-B5F4-25936BD7E6A6}" type="presParOf" srcId="{1850DFD2-D66A-4927-B8C2-AB6E72DBC1BF}" destId="{31F7D74A-7E7D-4456-A5AC-2E11C29759E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3641BD-6AB2-42AC-9C29-71B414BBED2F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3BBD2AA6-68B5-4E87-9382-6F23995CF0EA}">
      <dgm:prSet/>
      <dgm:spPr/>
      <dgm:t>
        <a:bodyPr/>
        <a:lstStyle/>
        <a:p>
          <a:r>
            <a:rPr lang="en-DE"/>
            <a:t>Több adat tárolása</a:t>
          </a:r>
          <a:endParaRPr lang="en-US"/>
        </a:p>
      </dgm:t>
    </dgm:pt>
    <dgm:pt modelId="{20CB926B-A524-4AF4-869D-C19F7D632C25}" type="parTrans" cxnId="{CD70C292-D257-451F-8CAE-0CA729B1C0F7}">
      <dgm:prSet/>
      <dgm:spPr/>
      <dgm:t>
        <a:bodyPr/>
        <a:lstStyle/>
        <a:p>
          <a:endParaRPr lang="en-US"/>
        </a:p>
      </dgm:t>
    </dgm:pt>
    <dgm:pt modelId="{87F211E9-1854-42CE-8530-2E21F1875B32}" type="sibTrans" cxnId="{CD70C292-D257-451F-8CAE-0CA729B1C0F7}">
      <dgm:prSet/>
      <dgm:spPr/>
      <dgm:t>
        <a:bodyPr/>
        <a:lstStyle/>
        <a:p>
          <a:endParaRPr lang="en-US"/>
        </a:p>
      </dgm:t>
    </dgm:pt>
    <dgm:pt modelId="{F132F91F-6182-48B5-9CBF-B5C91A14FD00}">
      <dgm:prSet/>
      <dgm:spPr/>
      <dgm:t>
        <a:bodyPr/>
        <a:lstStyle/>
        <a:p>
          <a:r>
            <a:rPr lang="en-DE" dirty="0"/>
            <a:t>Pl. </a:t>
          </a:r>
          <a:r>
            <a:rPr lang="hu-HU" dirty="0"/>
            <a:t>T</a:t>
          </a:r>
          <a:r>
            <a:rPr lang="en-DE" dirty="0" err="1"/>
            <a:t>ömb</a:t>
          </a:r>
          <a:r>
            <a:rPr lang="en-DE" dirty="0"/>
            <a:t> (array), string, list</a:t>
          </a:r>
          <a:endParaRPr lang="en-US" dirty="0"/>
        </a:p>
      </dgm:t>
    </dgm:pt>
    <dgm:pt modelId="{77277708-8841-43D8-86C2-113D3DAFFB1A}" type="parTrans" cxnId="{8F797161-B571-4DF4-94DE-F7D573E5F999}">
      <dgm:prSet/>
      <dgm:spPr/>
      <dgm:t>
        <a:bodyPr/>
        <a:lstStyle/>
        <a:p>
          <a:endParaRPr lang="en-US"/>
        </a:p>
      </dgm:t>
    </dgm:pt>
    <dgm:pt modelId="{3D871F6D-1F3B-4464-8754-6CF016287151}" type="sibTrans" cxnId="{8F797161-B571-4DF4-94DE-F7D573E5F999}">
      <dgm:prSet/>
      <dgm:spPr/>
      <dgm:t>
        <a:bodyPr/>
        <a:lstStyle/>
        <a:p>
          <a:endParaRPr lang="en-US"/>
        </a:p>
      </dgm:t>
    </dgm:pt>
    <dgm:pt modelId="{EEA85C34-CC90-47E3-993D-DE4B7F1A3D79}">
      <dgm:prSet/>
      <dgm:spPr/>
      <dgm:t>
        <a:bodyPr/>
        <a:lstStyle/>
        <a:p>
          <a:r>
            <a:rPr lang="en-DE"/>
            <a:t>Összetettebb az adatszerkezetük</a:t>
          </a:r>
          <a:endParaRPr lang="en-US"/>
        </a:p>
      </dgm:t>
    </dgm:pt>
    <dgm:pt modelId="{812830D7-139E-45F5-B781-138083602F1E}" type="parTrans" cxnId="{54531B8B-0267-4113-BF7F-D8D1D76E394C}">
      <dgm:prSet/>
      <dgm:spPr/>
      <dgm:t>
        <a:bodyPr/>
        <a:lstStyle/>
        <a:p>
          <a:endParaRPr lang="en-US"/>
        </a:p>
      </dgm:t>
    </dgm:pt>
    <dgm:pt modelId="{ECF46149-5508-4B4A-B2A7-18CFB58BE18F}" type="sibTrans" cxnId="{54531B8B-0267-4113-BF7F-D8D1D76E394C}">
      <dgm:prSet/>
      <dgm:spPr/>
      <dgm:t>
        <a:bodyPr/>
        <a:lstStyle/>
        <a:p>
          <a:endParaRPr lang="en-US"/>
        </a:p>
      </dgm:t>
    </dgm:pt>
    <dgm:pt modelId="{4A9321D9-7651-4C42-B1C5-2E86807B8480}">
      <dgm:prSet/>
      <dgm:spPr/>
      <dgm:t>
        <a:bodyPr/>
        <a:lstStyle/>
        <a:p>
          <a:r>
            <a:rPr lang="en-DE"/>
            <a:t>Több művelet végezhető velük</a:t>
          </a:r>
          <a:endParaRPr lang="en-US"/>
        </a:p>
      </dgm:t>
    </dgm:pt>
    <dgm:pt modelId="{BB16BE06-3D72-4860-ADF0-453C3D8BF51A}" type="parTrans" cxnId="{BB12902D-08F5-4399-B9CB-B49588EE5C56}">
      <dgm:prSet/>
      <dgm:spPr/>
      <dgm:t>
        <a:bodyPr/>
        <a:lstStyle/>
        <a:p>
          <a:endParaRPr lang="en-US"/>
        </a:p>
      </dgm:t>
    </dgm:pt>
    <dgm:pt modelId="{8E7F4256-A9F7-4B70-945B-C6962A99E6D7}" type="sibTrans" cxnId="{BB12902D-08F5-4399-B9CB-B49588EE5C56}">
      <dgm:prSet/>
      <dgm:spPr/>
      <dgm:t>
        <a:bodyPr/>
        <a:lstStyle/>
        <a:p>
          <a:endParaRPr lang="en-US"/>
        </a:p>
      </dgm:t>
    </dgm:pt>
    <dgm:pt modelId="{26E4361C-4A54-43E2-AC99-E4D2581D7DC3}" type="pres">
      <dgm:prSet presAssocID="{983641BD-6AB2-42AC-9C29-71B414BBED2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89D3743-63A6-4817-B977-E2D375DED24F}" type="pres">
      <dgm:prSet presAssocID="{3BBD2AA6-68B5-4E87-9382-6F23995CF0EA}" presName="hierRoot1" presStyleCnt="0"/>
      <dgm:spPr/>
    </dgm:pt>
    <dgm:pt modelId="{DF751DD4-B2D4-4C61-B1F0-5C95FF423A6B}" type="pres">
      <dgm:prSet presAssocID="{3BBD2AA6-68B5-4E87-9382-6F23995CF0EA}" presName="composite" presStyleCnt="0"/>
      <dgm:spPr/>
    </dgm:pt>
    <dgm:pt modelId="{20BD8AED-AFCA-4204-A1AB-B7405AF12EA9}" type="pres">
      <dgm:prSet presAssocID="{3BBD2AA6-68B5-4E87-9382-6F23995CF0EA}" presName="background" presStyleLbl="node0" presStyleIdx="0" presStyleCnt="4"/>
      <dgm:spPr/>
    </dgm:pt>
    <dgm:pt modelId="{0938FAF9-33C2-4FF1-B3BC-A0A1A299197B}" type="pres">
      <dgm:prSet presAssocID="{3BBD2AA6-68B5-4E87-9382-6F23995CF0EA}" presName="text" presStyleLbl="fgAcc0" presStyleIdx="0" presStyleCnt="4">
        <dgm:presLayoutVars>
          <dgm:chPref val="3"/>
        </dgm:presLayoutVars>
      </dgm:prSet>
      <dgm:spPr/>
    </dgm:pt>
    <dgm:pt modelId="{EE559947-BAF0-4046-9EF1-26F93793F26C}" type="pres">
      <dgm:prSet presAssocID="{3BBD2AA6-68B5-4E87-9382-6F23995CF0EA}" presName="hierChild2" presStyleCnt="0"/>
      <dgm:spPr/>
    </dgm:pt>
    <dgm:pt modelId="{EDA7AA47-265A-4CD6-A0D9-E4ED8B87FD32}" type="pres">
      <dgm:prSet presAssocID="{F132F91F-6182-48B5-9CBF-B5C91A14FD00}" presName="hierRoot1" presStyleCnt="0"/>
      <dgm:spPr/>
    </dgm:pt>
    <dgm:pt modelId="{7737CB7B-206F-40ED-A9C2-ADCC56DB5D40}" type="pres">
      <dgm:prSet presAssocID="{F132F91F-6182-48B5-9CBF-B5C91A14FD00}" presName="composite" presStyleCnt="0"/>
      <dgm:spPr/>
    </dgm:pt>
    <dgm:pt modelId="{75A1AD59-4D15-4936-8B8B-E81AE2390E10}" type="pres">
      <dgm:prSet presAssocID="{F132F91F-6182-48B5-9CBF-B5C91A14FD00}" presName="background" presStyleLbl="node0" presStyleIdx="1" presStyleCnt="4"/>
      <dgm:spPr/>
    </dgm:pt>
    <dgm:pt modelId="{1036B765-36B1-4F95-9F14-76CDDB4D7038}" type="pres">
      <dgm:prSet presAssocID="{F132F91F-6182-48B5-9CBF-B5C91A14FD00}" presName="text" presStyleLbl="fgAcc0" presStyleIdx="1" presStyleCnt="4">
        <dgm:presLayoutVars>
          <dgm:chPref val="3"/>
        </dgm:presLayoutVars>
      </dgm:prSet>
      <dgm:spPr/>
    </dgm:pt>
    <dgm:pt modelId="{9B411855-60E1-4AE1-8F33-FC3DAF74058B}" type="pres">
      <dgm:prSet presAssocID="{F132F91F-6182-48B5-9CBF-B5C91A14FD00}" presName="hierChild2" presStyleCnt="0"/>
      <dgm:spPr/>
    </dgm:pt>
    <dgm:pt modelId="{B8F2CF7D-BE5E-49E4-AED5-3ABE48C2456A}" type="pres">
      <dgm:prSet presAssocID="{EEA85C34-CC90-47E3-993D-DE4B7F1A3D79}" presName="hierRoot1" presStyleCnt="0"/>
      <dgm:spPr/>
    </dgm:pt>
    <dgm:pt modelId="{3A39104A-7CD3-45E1-AE4D-6428A95CF3F0}" type="pres">
      <dgm:prSet presAssocID="{EEA85C34-CC90-47E3-993D-DE4B7F1A3D79}" presName="composite" presStyleCnt="0"/>
      <dgm:spPr/>
    </dgm:pt>
    <dgm:pt modelId="{4215DB36-A9D5-48CB-9C91-CE2BCBA84E65}" type="pres">
      <dgm:prSet presAssocID="{EEA85C34-CC90-47E3-993D-DE4B7F1A3D79}" presName="background" presStyleLbl="node0" presStyleIdx="2" presStyleCnt="4"/>
      <dgm:spPr/>
    </dgm:pt>
    <dgm:pt modelId="{B38C9974-EC09-4F4F-AEF6-E7C3CC34A22C}" type="pres">
      <dgm:prSet presAssocID="{EEA85C34-CC90-47E3-993D-DE4B7F1A3D79}" presName="text" presStyleLbl="fgAcc0" presStyleIdx="2" presStyleCnt="4">
        <dgm:presLayoutVars>
          <dgm:chPref val="3"/>
        </dgm:presLayoutVars>
      </dgm:prSet>
      <dgm:spPr/>
    </dgm:pt>
    <dgm:pt modelId="{13685844-14D3-4747-8599-D4D56C247F4B}" type="pres">
      <dgm:prSet presAssocID="{EEA85C34-CC90-47E3-993D-DE4B7F1A3D79}" presName="hierChild2" presStyleCnt="0"/>
      <dgm:spPr/>
    </dgm:pt>
    <dgm:pt modelId="{D4336E73-3B57-484E-BA9D-B380D81006BF}" type="pres">
      <dgm:prSet presAssocID="{4A9321D9-7651-4C42-B1C5-2E86807B8480}" presName="hierRoot1" presStyleCnt="0"/>
      <dgm:spPr/>
    </dgm:pt>
    <dgm:pt modelId="{3873A441-4E82-48D9-BD77-F1DC805048FF}" type="pres">
      <dgm:prSet presAssocID="{4A9321D9-7651-4C42-B1C5-2E86807B8480}" presName="composite" presStyleCnt="0"/>
      <dgm:spPr/>
    </dgm:pt>
    <dgm:pt modelId="{965E92A2-B5DB-44E6-8E96-44CA87D1C034}" type="pres">
      <dgm:prSet presAssocID="{4A9321D9-7651-4C42-B1C5-2E86807B8480}" presName="background" presStyleLbl="node0" presStyleIdx="3" presStyleCnt="4"/>
      <dgm:spPr/>
    </dgm:pt>
    <dgm:pt modelId="{515607DF-9B88-4553-A48B-7FEF93305E57}" type="pres">
      <dgm:prSet presAssocID="{4A9321D9-7651-4C42-B1C5-2E86807B8480}" presName="text" presStyleLbl="fgAcc0" presStyleIdx="3" presStyleCnt="4">
        <dgm:presLayoutVars>
          <dgm:chPref val="3"/>
        </dgm:presLayoutVars>
      </dgm:prSet>
      <dgm:spPr/>
    </dgm:pt>
    <dgm:pt modelId="{00B27F54-0164-44B3-A1B0-787F31EED811}" type="pres">
      <dgm:prSet presAssocID="{4A9321D9-7651-4C42-B1C5-2E86807B8480}" presName="hierChild2" presStyleCnt="0"/>
      <dgm:spPr/>
    </dgm:pt>
  </dgm:ptLst>
  <dgm:cxnLst>
    <dgm:cxn modelId="{BB12902D-08F5-4399-B9CB-B49588EE5C56}" srcId="{983641BD-6AB2-42AC-9C29-71B414BBED2F}" destId="{4A9321D9-7651-4C42-B1C5-2E86807B8480}" srcOrd="3" destOrd="0" parTransId="{BB16BE06-3D72-4860-ADF0-453C3D8BF51A}" sibTransId="{8E7F4256-A9F7-4B70-945B-C6962A99E6D7}"/>
    <dgm:cxn modelId="{8F797161-B571-4DF4-94DE-F7D573E5F999}" srcId="{983641BD-6AB2-42AC-9C29-71B414BBED2F}" destId="{F132F91F-6182-48B5-9CBF-B5C91A14FD00}" srcOrd="1" destOrd="0" parTransId="{77277708-8841-43D8-86C2-113D3DAFFB1A}" sibTransId="{3D871F6D-1F3B-4464-8754-6CF016287151}"/>
    <dgm:cxn modelId="{97831579-854A-4F9D-AA59-E500AFCD9FAE}" type="presOf" srcId="{4A9321D9-7651-4C42-B1C5-2E86807B8480}" destId="{515607DF-9B88-4553-A48B-7FEF93305E57}" srcOrd="0" destOrd="0" presId="urn:microsoft.com/office/officeart/2005/8/layout/hierarchy1"/>
    <dgm:cxn modelId="{54531B8B-0267-4113-BF7F-D8D1D76E394C}" srcId="{983641BD-6AB2-42AC-9C29-71B414BBED2F}" destId="{EEA85C34-CC90-47E3-993D-DE4B7F1A3D79}" srcOrd="2" destOrd="0" parTransId="{812830D7-139E-45F5-B781-138083602F1E}" sibTransId="{ECF46149-5508-4B4A-B2A7-18CFB58BE18F}"/>
    <dgm:cxn modelId="{CD70C292-D257-451F-8CAE-0CA729B1C0F7}" srcId="{983641BD-6AB2-42AC-9C29-71B414BBED2F}" destId="{3BBD2AA6-68B5-4E87-9382-6F23995CF0EA}" srcOrd="0" destOrd="0" parTransId="{20CB926B-A524-4AF4-869D-C19F7D632C25}" sibTransId="{87F211E9-1854-42CE-8530-2E21F1875B32}"/>
    <dgm:cxn modelId="{3090DF93-AFEA-40BE-8793-C4FA11BBC49E}" type="presOf" srcId="{983641BD-6AB2-42AC-9C29-71B414BBED2F}" destId="{26E4361C-4A54-43E2-AC99-E4D2581D7DC3}" srcOrd="0" destOrd="0" presId="urn:microsoft.com/office/officeart/2005/8/layout/hierarchy1"/>
    <dgm:cxn modelId="{A1B3ECAC-7DB7-4F1C-A647-647050D67B61}" type="presOf" srcId="{EEA85C34-CC90-47E3-993D-DE4B7F1A3D79}" destId="{B38C9974-EC09-4F4F-AEF6-E7C3CC34A22C}" srcOrd="0" destOrd="0" presId="urn:microsoft.com/office/officeart/2005/8/layout/hierarchy1"/>
    <dgm:cxn modelId="{A49C1DE2-CCD6-4642-B255-569A08878FE9}" type="presOf" srcId="{F132F91F-6182-48B5-9CBF-B5C91A14FD00}" destId="{1036B765-36B1-4F95-9F14-76CDDB4D7038}" srcOrd="0" destOrd="0" presId="urn:microsoft.com/office/officeart/2005/8/layout/hierarchy1"/>
    <dgm:cxn modelId="{2917C2F4-C32F-4781-BCDE-FF9AD9BD8BDF}" type="presOf" srcId="{3BBD2AA6-68B5-4E87-9382-6F23995CF0EA}" destId="{0938FAF9-33C2-4FF1-B3BC-A0A1A299197B}" srcOrd="0" destOrd="0" presId="urn:microsoft.com/office/officeart/2005/8/layout/hierarchy1"/>
    <dgm:cxn modelId="{2D8DC864-3D9A-4856-BF62-09B094C0C3E6}" type="presParOf" srcId="{26E4361C-4A54-43E2-AC99-E4D2581D7DC3}" destId="{389D3743-63A6-4817-B977-E2D375DED24F}" srcOrd="0" destOrd="0" presId="urn:microsoft.com/office/officeart/2005/8/layout/hierarchy1"/>
    <dgm:cxn modelId="{24690F9E-6FAE-4FA3-B50C-666D0BD87DBE}" type="presParOf" srcId="{389D3743-63A6-4817-B977-E2D375DED24F}" destId="{DF751DD4-B2D4-4C61-B1F0-5C95FF423A6B}" srcOrd="0" destOrd="0" presId="urn:microsoft.com/office/officeart/2005/8/layout/hierarchy1"/>
    <dgm:cxn modelId="{DB28D49F-C3F1-490D-B457-9A451ABC1572}" type="presParOf" srcId="{DF751DD4-B2D4-4C61-B1F0-5C95FF423A6B}" destId="{20BD8AED-AFCA-4204-A1AB-B7405AF12EA9}" srcOrd="0" destOrd="0" presId="urn:microsoft.com/office/officeart/2005/8/layout/hierarchy1"/>
    <dgm:cxn modelId="{EDA22D64-D30E-4D3E-AB2C-DD6F4B89B051}" type="presParOf" srcId="{DF751DD4-B2D4-4C61-B1F0-5C95FF423A6B}" destId="{0938FAF9-33C2-4FF1-B3BC-A0A1A299197B}" srcOrd="1" destOrd="0" presId="urn:microsoft.com/office/officeart/2005/8/layout/hierarchy1"/>
    <dgm:cxn modelId="{39C79DD2-31AA-4FDC-B123-EA2D9AF1DECA}" type="presParOf" srcId="{389D3743-63A6-4817-B977-E2D375DED24F}" destId="{EE559947-BAF0-4046-9EF1-26F93793F26C}" srcOrd="1" destOrd="0" presId="urn:microsoft.com/office/officeart/2005/8/layout/hierarchy1"/>
    <dgm:cxn modelId="{AD3F7945-143E-48BD-88A6-6E2661F1309D}" type="presParOf" srcId="{26E4361C-4A54-43E2-AC99-E4D2581D7DC3}" destId="{EDA7AA47-265A-4CD6-A0D9-E4ED8B87FD32}" srcOrd="1" destOrd="0" presId="urn:microsoft.com/office/officeart/2005/8/layout/hierarchy1"/>
    <dgm:cxn modelId="{ABA4DF98-5DD4-4E7C-8287-75B440C41B48}" type="presParOf" srcId="{EDA7AA47-265A-4CD6-A0D9-E4ED8B87FD32}" destId="{7737CB7B-206F-40ED-A9C2-ADCC56DB5D40}" srcOrd="0" destOrd="0" presId="urn:microsoft.com/office/officeart/2005/8/layout/hierarchy1"/>
    <dgm:cxn modelId="{B8105750-CE7A-4BF7-B939-B8B6E45E7CAB}" type="presParOf" srcId="{7737CB7B-206F-40ED-A9C2-ADCC56DB5D40}" destId="{75A1AD59-4D15-4936-8B8B-E81AE2390E10}" srcOrd="0" destOrd="0" presId="urn:microsoft.com/office/officeart/2005/8/layout/hierarchy1"/>
    <dgm:cxn modelId="{94E89B19-AC52-4628-B5EC-A6E24B02D0AE}" type="presParOf" srcId="{7737CB7B-206F-40ED-A9C2-ADCC56DB5D40}" destId="{1036B765-36B1-4F95-9F14-76CDDB4D7038}" srcOrd="1" destOrd="0" presId="urn:microsoft.com/office/officeart/2005/8/layout/hierarchy1"/>
    <dgm:cxn modelId="{0CB3DE29-6BBF-424C-827A-12ADC8945864}" type="presParOf" srcId="{EDA7AA47-265A-4CD6-A0D9-E4ED8B87FD32}" destId="{9B411855-60E1-4AE1-8F33-FC3DAF74058B}" srcOrd="1" destOrd="0" presId="urn:microsoft.com/office/officeart/2005/8/layout/hierarchy1"/>
    <dgm:cxn modelId="{CE503E98-DE00-46EE-86E9-B5700CB5693E}" type="presParOf" srcId="{26E4361C-4A54-43E2-AC99-E4D2581D7DC3}" destId="{B8F2CF7D-BE5E-49E4-AED5-3ABE48C2456A}" srcOrd="2" destOrd="0" presId="urn:microsoft.com/office/officeart/2005/8/layout/hierarchy1"/>
    <dgm:cxn modelId="{C2E896EA-730E-443B-A1B9-1D7CF162335D}" type="presParOf" srcId="{B8F2CF7D-BE5E-49E4-AED5-3ABE48C2456A}" destId="{3A39104A-7CD3-45E1-AE4D-6428A95CF3F0}" srcOrd="0" destOrd="0" presId="urn:microsoft.com/office/officeart/2005/8/layout/hierarchy1"/>
    <dgm:cxn modelId="{7B2EF9A2-E8E5-473C-A617-82D91B996C6F}" type="presParOf" srcId="{3A39104A-7CD3-45E1-AE4D-6428A95CF3F0}" destId="{4215DB36-A9D5-48CB-9C91-CE2BCBA84E65}" srcOrd="0" destOrd="0" presId="urn:microsoft.com/office/officeart/2005/8/layout/hierarchy1"/>
    <dgm:cxn modelId="{35889B3D-731D-46FB-884D-E041B8400BD2}" type="presParOf" srcId="{3A39104A-7CD3-45E1-AE4D-6428A95CF3F0}" destId="{B38C9974-EC09-4F4F-AEF6-E7C3CC34A22C}" srcOrd="1" destOrd="0" presId="urn:microsoft.com/office/officeart/2005/8/layout/hierarchy1"/>
    <dgm:cxn modelId="{ED476D7B-0B9F-46E7-B4D2-D47748936BA5}" type="presParOf" srcId="{B8F2CF7D-BE5E-49E4-AED5-3ABE48C2456A}" destId="{13685844-14D3-4747-8599-D4D56C247F4B}" srcOrd="1" destOrd="0" presId="urn:microsoft.com/office/officeart/2005/8/layout/hierarchy1"/>
    <dgm:cxn modelId="{55E16AB8-8885-45ED-9D64-F9DDF30A3F2B}" type="presParOf" srcId="{26E4361C-4A54-43E2-AC99-E4D2581D7DC3}" destId="{D4336E73-3B57-484E-BA9D-B380D81006BF}" srcOrd="3" destOrd="0" presId="urn:microsoft.com/office/officeart/2005/8/layout/hierarchy1"/>
    <dgm:cxn modelId="{E71DE0E0-1AAB-4A28-81EF-513C6FEADF8D}" type="presParOf" srcId="{D4336E73-3B57-484E-BA9D-B380D81006BF}" destId="{3873A441-4E82-48D9-BD77-F1DC805048FF}" srcOrd="0" destOrd="0" presId="urn:microsoft.com/office/officeart/2005/8/layout/hierarchy1"/>
    <dgm:cxn modelId="{6335DB38-DD5E-4205-A73A-227A0F90DB95}" type="presParOf" srcId="{3873A441-4E82-48D9-BD77-F1DC805048FF}" destId="{965E92A2-B5DB-44E6-8E96-44CA87D1C034}" srcOrd="0" destOrd="0" presId="urn:microsoft.com/office/officeart/2005/8/layout/hierarchy1"/>
    <dgm:cxn modelId="{952E753C-B6F3-4435-84E0-04CFD1AB2ABC}" type="presParOf" srcId="{3873A441-4E82-48D9-BD77-F1DC805048FF}" destId="{515607DF-9B88-4553-A48B-7FEF93305E57}" srcOrd="1" destOrd="0" presId="urn:microsoft.com/office/officeart/2005/8/layout/hierarchy1"/>
    <dgm:cxn modelId="{13ACA4FD-D8C7-4980-A1C2-2360C7622392}" type="presParOf" srcId="{D4336E73-3B57-484E-BA9D-B380D81006BF}" destId="{00B27F54-0164-44B3-A1B0-787F31EED81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D32B20-89EB-4091-A5A0-91E428E2BD43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18F20109-C6B0-4686-AC3F-7C5650506BE6}">
      <dgm:prSet/>
      <dgm:spPr/>
      <dgm:t>
        <a:bodyPr/>
        <a:lstStyle/>
        <a:p>
          <a:r>
            <a:rPr lang="en-DE"/>
            <a:t>Matematikai műveletek (+,-,*,/)</a:t>
          </a:r>
          <a:endParaRPr lang="en-US"/>
        </a:p>
      </dgm:t>
    </dgm:pt>
    <dgm:pt modelId="{112DE281-2757-40C6-AF8E-C701CEBA3A85}" type="parTrans" cxnId="{8170391B-B999-46B4-BAE7-2A4E9ABE8EE5}">
      <dgm:prSet/>
      <dgm:spPr/>
      <dgm:t>
        <a:bodyPr/>
        <a:lstStyle/>
        <a:p>
          <a:endParaRPr lang="en-US"/>
        </a:p>
      </dgm:t>
    </dgm:pt>
    <dgm:pt modelId="{B4C5EB21-9F11-4716-99F7-79AAB4E68151}" type="sibTrans" cxnId="{8170391B-B999-46B4-BAE7-2A4E9ABE8EE5}">
      <dgm:prSet/>
      <dgm:spPr/>
      <dgm:t>
        <a:bodyPr/>
        <a:lstStyle/>
        <a:p>
          <a:endParaRPr lang="en-US"/>
        </a:p>
      </dgm:t>
    </dgm:pt>
    <dgm:pt modelId="{0FB76E72-F837-4F38-BC96-1F3F783D2B8A}">
      <dgm:prSet/>
      <dgm:spPr/>
      <dgm:t>
        <a:bodyPr/>
        <a:lstStyle/>
        <a:p>
          <a:r>
            <a:rPr lang="en-DE"/>
            <a:t>Összehasonlítás (==, &lt;, &gt;)</a:t>
          </a:r>
          <a:endParaRPr lang="en-US"/>
        </a:p>
      </dgm:t>
    </dgm:pt>
    <dgm:pt modelId="{C723EB64-7E5D-483C-8453-650389DE0156}" type="parTrans" cxnId="{B725B089-05C7-40C3-82ED-9842484BA07B}">
      <dgm:prSet/>
      <dgm:spPr/>
      <dgm:t>
        <a:bodyPr/>
        <a:lstStyle/>
        <a:p>
          <a:endParaRPr lang="en-US"/>
        </a:p>
      </dgm:t>
    </dgm:pt>
    <dgm:pt modelId="{18ACE2D5-443E-4E36-876C-1FA31B830053}" type="sibTrans" cxnId="{B725B089-05C7-40C3-82ED-9842484BA07B}">
      <dgm:prSet/>
      <dgm:spPr/>
      <dgm:t>
        <a:bodyPr/>
        <a:lstStyle/>
        <a:p>
          <a:endParaRPr lang="en-US"/>
        </a:p>
      </dgm:t>
    </dgm:pt>
    <dgm:pt modelId="{94643661-5555-4248-8037-4C0CE151A878}">
      <dgm:prSet/>
      <dgm:spPr/>
      <dgm:t>
        <a:bodyPr/>
        <a:lstStyle/>
        <a:p>
          <a:r>
            <a:rPr lang="en-DE"/>
            <a:t>Logikai műveletek (&amp;&amp;, ||)</a:t>
          </a:r>
          <a:endParaRPr lang="en-US"/>
        </a:p>
      </dgm:t>
    </dgm:pt>
    <dgm:pt modelId="{D9556A36-CC00-4460-8698-F75AD72525CD}" type="parTrans" cxnId="{8E7A6BDF-B130-4C26-9B53-ACA2E83FBD6D}">
      <dgm:prSet/>
      <dgm:spPr/>
      <dgm:t>
        <a:bodyPr/>
        <a:lstStyle/>
        <a:p>
          <a:endParaRPr lang="en-US"/>
        </a:p>
      </dgm:t>
    </dgm:pt>
    <dgm:pt modelId="{7D27BAA7-BC62-4346-92D6-E03F43A9AB02}" type="sibTrans" cxnId="{8E7A6BDF-B130-4C26-9B53-ACA2E83FBD6D}">
      <dgm:prSet/>
      <dgm:spPr/>
      <dgm:t>
        <a:bodyPr/>
        <a:lstStyle/>
        <a:p>
          <a:endParaRPr lang="en-US"/>
        </a:p>
      </dgm:t>
    </dgm:pt>
    <dgm:pt modelId="{EA302027-DFDB-4699-9D35-FE62129CFB62}">
      <dgm:prSet/>
      <dgm:spPr/>
      <dgm:t>
        <a:bodyPr/>
        <a:lstStyle/>
        <a:p>
          <a:r>
            <a:rPr lang="en-DE"/>
            <a:t>String műveletek (összefűzés, “konkatenáció”)</a:t>
          </a:r>
          <a:endParaRPr lang="en-US"/>
        </a:p>
      </dgm:t>
    </dgm:pt>
    <dgm:pt modelId="{5AD9E14F-7E80-4A9B-9B7D-29B6EDA487C9}" type="parTrans" cxnId="{B629500D-7346-482C-8BA7-EA25F14906B7}">
      <dgm:prSet/>
      <dgm:spPr/>
      <dgm:t>
        <a:bodyPr/>
        <a:lstStyle/>
        <a:p>
          <a:endParaRPr lang="en-US"/>
        </a:p>
      </dgm:t>
    </dgm:pt>
    <dgm:pt modelId="{9AC76903-3E74-4365-873C-78D2963AE366}" type="sibTrans" cxnId="{B629500D-7346-482C-8BA7-EA25F14906B7}">
      <dgm:prSet/>
      <dgm:spPr/>
      <dgm:t>
        <a:bodyPr/>
        <a:lstStyle/>
        <a:p>
          <a:endParaRPr lang="en-US"/>
        </a:p>
      </dgm:t>
    </dgm:pt>
    <dgm:pt modelId="{1C51D886-4212-4972-B8E1-9B454F431C45}" type="pres">
      <dgm:prSet presAssocID="{ACD32B20-89EB-4091-A5A0-91E428E2BD4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F3B9468-06DE-486E-83D9-2705F21E386F}" type="pres">
      <dgm:prSet presAssocID="{18F20109-C6B0-4686-AC3F-7C5650506BE6}" presName="hierRoot1" presStyleCnt="0"/>
      <dgm:spPr/>
    </dgm:pt>
    <dgm:pt modelId="{CB46193E-5839-40BB-8933-9FAA5ED4485F}" type="pres">
      <dgm:prSet presAssocID="{18F20109-C6B0-4686-AC3F-7C5650506BE6}" presName="composite" presStyleCnt="0"/>
      <dgm:spPr/>
    </dgm:pt>
    <dgm:pt modelId="{8E5540A1-4C8C-4DF5-91E3-5955401698B2}" type="pres">
      <dgm:prSet presAssocID="{18F20109-C6B0-4686-AC3F-7C5650506BE6}" presName="background" presStyleLbl="node0" presStyleIdx="0" presStyleCnt="4"/>
      <dgm:spPr/>
    </dgm:pt>
    <dgm:pt modelId="{4E616ECF-5CB3-4004-A701-04B7CB02D115}" type="pres">
      <dgm:prSet presAssocID="{18F20109-C6B0-4686-AC3F-7C5650506BE6}" presName="text" presStyleLbl="fgAcc0" presStyleIdx="0" presStyleCnt="4">
        <dgm:presLayoutVars>
          <dgm:chPref val="3"/>
        </dgm:presLayoutVars>
      </dgm:prSet>
      <dgm:spPr/>
    </dgm:pt>
    <dgm:pt modelId="{1F0D1156-1044-441D-AB59-AB2D3B3BA080}" type="pres">
      <dgm:prSet presAssocID="{18F20109-C6B0-4686-AC3F-7C5650506BE6}" presName="hierChild2" presStyleCnt="0"/>
      <dgm:spPr/>
    </dgm:pt>
    <dgm:pt modelId="{FD6B9446-80F1-49BB-A5E9-72978B7C85DC}" type="pres">
      <dgm:prSet presAssocID="{0FB76E72-F837-4F38-BC96-1F3F783D2B8A}" presName="hierRoot1" presStyleCnt="0"/>
      <dgm:spPr/>
    </dgm:pt>
    <dgm:pt modelId="{986F0361-2B17-4568-AC50-C0EC9A3A550D}" type="pres">
      <dgm:prSet presAssocID="{0FB76E72-F837-4F38-BC96-1F3F783D2B8A}" presName="composite" presStyleCnt="0"/>
      <dgm:spPr/>
    </dgm:pt>
    <dgm:pt modelId="{3DE22A34-E21A-45A8-889E-AA2ED8767007}" type="pres">
      <dgm:prSet presAssocID="{0FB76E72-F837-4F38-BC96-1F3F783D2B8A}" presName="background" presStyleLbl="node0" presStyleIdx="1" presStyleCnt="4"/>
      <dgm:spPr/>
    </dgm:pt>
    <dgm:pt modelId="{5A9F895E-CFAB-46AB-9D1B-BCDB6F78B6B1}" type="pres">
      <dgm:prSet presAssocID="{0FB76E72-F837-4F38-BC96-1F3F783D2B8A}" presName="text" presStyleLbl="fgAcc0" presStyleIdx="1" presStyleCnt="4">
        <dgm:presLayoutVars>
          <dgm:chPref val="3"/>
        </dgm:presLayoutVars>
      </dgm:prSet>
      <dgm:spPr/>
    </dgm:pt>
    <dgm:pt modelId="{DAFB9230-C0CA-449F-90D4-1572754BA0EA}" type="pres">
      <dgm:prSet presAssocID="{0FB76E72-F837-4F38-BC96-1F3F783D2B8A}" presName="hierChild2" presStyleCnt="0"/>
      <dgm:spPr/>
    </dgm:pt>
    <dgm:pt modelId="{E7D3D704-7C55-47AC-9CF4-0D401161861A}" type="pres">
      <dgm:prSet presAssocID="{94643661-5555-4248-8037-4C0CE151A878}" presName="hierRoot1" presStyleCnt="0"/>
      <dgm:spPr/>
    </dgm:pt>
    <dgm:pt modelId="{98990B67-B2DF-47A4-8DAA-629DA50FBBAA}" type="pres">
      <dgm:prSet presAssocID="{94643661-5555-4248-8037-4C0CE151A878}" presName="composite" presStyleCnt="0"/>
      <dgm:spPr/>
    </dgm:pt>
    <dgm:pt modelId="{B47183C5-BA39-465A-80FE-036DA81135CB}" type="pres">
      <dgm:prSet presAssocID="{94643661-5555-4248-8037-4C0CE151A878}" presName="background" presStyleLbl="node0" presStyleIdx="2" presStyleCnt="4"/>
      <dgm:spPr/>
    </dgm:pt>
    <dgm:pt modelId="{00A16A20-0894-4931-84F4-17FE3FB48C3C}" type="pres">
      <dgm:prSet presAssocID="{94643661-5555-4248-8037-4C0CE151A878}" presName="text" presStyleLbl="fgAcc0" presStyleIdx="2" presStyleCnt="4">
        <dgm:presLayoutVars>
          <dgm:chPref val="3"/>
        </dgm:presLayoutVars>
      </dgm:prSet>
      <dgm:spPr/>
    </dgm:pt>
    <dgm:pt modelId="{28C73F0F-95CF-4B82-B86C-8D3E935B7695}" type="pres">
      <dgm:prSet presAssocID="{94643661-5555-4248-8037-4C0CE151A878}" presName="hierChild2" presStyleCnt="0"/>
      <dgm:spPr/>
    </dgm:pt>
    <dgm:pt modelId="{B52E7850-D53E-4B8B-95DB-44D70B79BE57}" type="pres">
      <dgm:prSet presAssocID="{EA302027-DFDB-4699-9D35-FE62129CFB62}" presName="hierRoot1" presStyleCnt="0"/>
      <dgm:spPr/>
    </dgm:pt>
    <dgm:pt modelId="{C3789BEA-6698-4BD7-802F-F575FE6BDC4E}" type="pres">
      <dgm:prSet presAssocID="{EA302027-DFDB-4699-9D35-FE62129CFB62}" presName="composite" presStyleCnt="0"/>
      <dgm:spPr/>
    </dgm:pt>
    <dgm:pt modelId="{746A3902-6410-4204-B8FC-C938AC084E11}" type="pres">
      <dgm:prSet presAssocID="{EA302027-DFDB-4699-9D35-FE62129CFB62}" presName="background" presStyleLbl="node0" presStyleIdx="3" presStyleCnt="4"/>
      <dgm:spPr/>
    </dgm:pt>
    <dgm:pt modelId="{F2B3E366-6959-4391-8651-F06B79871475}" type="pres">
      <dgm:prSet presAssocID="{EA302027-DFDB-4699-9D35-FE62129CFB62}" presName="text" presStyleLbl="fgAcc0" presStyleIdx="3" presStyleCnt="4">
        <dgm:presLayoutVars>
          <dgm:chPref val="3"/>
        </dgm:presLayoutVars>
      </dgm:prSet>
      <dgm:spPr/>
    </dgm:pt>
    <dgm:pt modelId="{5556B3F3-A2DC-4D71-B59E-5FD7B0AE4922}" type="pres">
      <dgm:prSet presAssocID="{EA302027-DFDB-4699-9D35-FE62129CFB62}" presName="hierChild2" presStyleCnt="0"/>
      <dgm:spPr/>
    </dgm:pt>
  </dgm:ptLst>
  <dgm:cxnLst>
    <dgm:cxn modelId="{D3DF3002-48F6-465D-8C36-536E4EEB52A5}" type="presOf" srcId="{ACD32B20-89EB-4091-A5A0-91E428E2BD43}" destId="{1C51D886-4212-4972-B8E1-9B454F431C45}" srcOrd="0" destOrd="0" presId="urn:microsoft.com/office/officeart/2005/8/layout/hierarchy1"/>
    <dgm:cxn modelId="{B629500D-7346-482C-8BA7-EA25F14906B7}" srcId="{ACD32B20-89EB-4091-A5A0-91E428E2BD43}" destId="{EA302027-DFDB-4699-9D35-FE62129CFB62}" srcOrd="3" destOrd="0" parTransId="{5AD9E14F-7E80-4A9B-9B7D-29B6EDA487C9}" sibTransId="{9AC76903-3E74-4365-873C-78D2963AE366}"/>
    <dgm:cxn modelId="{8170391B-B999-46B4-BAE7-2A4E9ABE8EE5}" srcId="{ACD32B20-89EB-4091-A5A0-91E428E2BD43}" destId="{18F20109-C6B0-4686-AC3F-7C5650506BE6}" srcOrd="0" destOrd="0" parTransId="{112DE281-2757-40C6-AF8E-C701CEBA3A85}" sibTransId="{B4C5EB21-9F11-4716-99F7-79AAB4E68151}"/>
    <dgm:cxn modelId="{17E3173C-BC48-4299-AA1E-3D1147E6618B}" type="presOf" srcId="{94643661-5555-4248-8037-4C0CE151A878}" destId="{00A16A20-0894-4931-84F4-17FE3FB48C3C}" srcOrd="0" destOrd="0" presId="urn:microsoft.com/office/officeart/2005/8/layout/hierarchy1"/>
    <dgm:cxn modelId="{722A704D-E1EB-41ED-9B18-6FD7B3A3B353}" type="presOf" srcId="{18F20109-C6B0-4686-AC3F-7C5650506BE6}" destId="{4E616ECF-5CB3-4004-A701-04B7CB02D115}" srcOrd="0" destOrd="0" presId="urn:microsoft.com/office/officeart/2005/8/layout/hierarchy1"/>
    <dgm:cxn modelId="{22C63579-8600-48D4-9667-6AA2D0B7ACFD}" type="presOf" srcId="{EA302027-DFDB-4699-9D35-FE62129CFB62}" destId="{F2B3E366-6959-4391-8651-F06B79871475}" srcOrd="0" destOrd="0" presId="urn:microsoft.com/office/officeart/2005/8/layout/hierarchy1"/>
    <dgm:cxn modelId="{B725B089-05C7-40C3-82ED-9842484BA07B}" srcId="{ACD32B20-89EB-4091-A5A0-91E428E2BD43}" destId="{0FB76E72-F837-4F38-BC96-1F3F783D2B8A}" srcOrd="1" destOrd="0" parTransId="{C723EB64-7E5D-483C-8453-650389DE0156}" sibTransId="{18ACE2D5-443E-4E36-876C-1FA31B830053}"/>
    <dgm:cxn modelId="{860656B6-C61A-4ABA-B87F-2531531899ED}" type="presOf" srcId="{0FB76E72-F837-4F38-BC96-1F3F783D2B8A}" destId="{5A9F895E-CFAB-46AB-9D1B-BCDB6F78B6B1}" srcOrd="0" destOrd="0" presId="urn:microsoft.com/office/officeart/2005/8/layout/hierarchy1"/>
    <dgm:cxn modelId="{8E7A6BDF-B130-4C26-9B53-ACA2E83FBD6D}" srcId="{ACD32B20-89EB-4091-A5A0-91E428E2BD43}" destId="{94643661-5555-4248-8037-4C0CE151A878}" srcOrd="2" destOrd="0" parTransId="{D9556A36-CC00-4460-8698-F75AD72525CD}" sibTransId="{7D27BAA7-BC62-4346-92D6-E03F43A9AB02}"/>
    <dgm:cxn modelId="{722C26A8-C5B4-4D11-86A0-F7029634D0B7}" type="presParOf" srcId="{1C51D886-4212-4972-B8E1-9B454F431C45}" destId="{FF3B9468-06DE-486E-83D9-2705F21E386F}" srcOrd="0" destOrd="0" presId="urn:microsoft.com/office/officeart/2005/8/layout/hierarchy1"/>
    <dgm:cxn modelId="{9DF8D00A-5F6D-4611-9795-33BA32A9AEE8}" type="presParOf" srcId="{FF3B9468-06DE-486E-83D9-2705F21E386F}" destId="{CB46193E-5839-40BB-8933-9FAA5ED4485F}" srcOrd="0" destOrd="0" presId="urn:microsoft.com/office/officeart/2005/8/layout/hierarchy1"/>
    <dgm:cxn modelId="{A28B310F-2A3C-4E13-ADBE-CCA005D30809}" type="presParOf" srcId="{CB46193E-5839-40BB-8933-9FAA5ED4485F}" destId="{8E5540A1-4C8C-4DF5-91E3-5955401698B2}" srcOrd="0" destOrd="0" presId="urn:microsoft.com/office/officeart/2005/8/layout/hierarchy1"/>
    <dgm:cxn modelId="{935D0B84-90F8-4F2C-9242-9253A077E214}" type="presParOf" srcId="{CB46193E-5839-40BB-8933-9FAA5ED4485F}" destId="{4E616ECF-5CB3-4004-A701-04B7CB02D115}" srcOrd="1" destOrd="0" presId="urn:microsoft.com/office/officeart/2005/8/layout/hierarchy1"/>
    <dgm:cxn modelId="{DEE9CCDF-2EB9-47F0-A9C3-3877E25793B5}" type="presParOf" srcId="{FF3B9468-06DE-486E-83D9-2705F21E386F}" destId="{1F0D1156-1044-441D-AB59-AB2D3B3BA080}" srcOrd="1" destOrd="0" presId="urn:microsoft.com/office/officeart/2005/8/layout/hierarchy1"/>
    <dgm:cxn modelId="{FB07BAEA-7FB1-4A2F-B983-386437CB3947}" type="presParOf" srcId="{1C51D886-4212-4972-B8E1-9B454F431C45}" destId="{FD6B9446-80F1-49BB-A5E9-72978B7C85DC}" srcOrd="1" destOrd="0" presId="urn:microsoft.com/office/officeart/2005/8/layout/hierarchy1"/>
    <dgm:cxn modelId="{699A85E7-0EA5-4A8A-8A95-6E83B569A3C4}" type="presParOf" srcId="{FD6B9446-80F1-49BB-A5E9-72978B7C85DC}" destId="{986F0361-2B17-4568-AC50-C0EC9A3A550D}" srcOrd="0" destOrd="0" presId="urn:microsoft.com/office/officeart/2005/8/layout/hierarchy1"/>
    <dgm:cxn modelId="{49F3E86D-BAAA-40EC-96E2-D4CB235BCF4D}" type="presParOf" srcId="{986F0361-2B17-4568-AC50-C0EC9A3A550D}" destId="{3DE22A34-E21A-45A8-889E-AA2ED8767007}" srcOrd="0" destOrd="0" presId="urn:microsoft.com/office/officeart/2005/8/layout/hierarchy1"/>
    <dgm:cxn modelId="{81DFAFBE-ED7A-4A2F-88D4-AAC96BC2DB1F}" type="presParOf" srcId="{986F0361-2B17-4568-AC50-C0EC9A3A550D}" destId="{5A9F895E-CFAB-46AB-9D1B-BCDB6F78B6B1}" srcOrd="1" destOrd="0" presId="urn:microsoft.com/office/officeart/2005/8/layout/hierarchy1"/>
    <dgm:cxn modelId="{801A0389-B725-4E35-8C60-FE7CF35CDC2F}" type="presParOf" srcId="{FD6B9446-80F1-49BB-A5E9-72978B7C85DC}" destId="{DAFB9230-C0CA-449F-90D4-1572754BA0EA}" srcOrd="1" destOrd="0" presId="urn:microsoft.com/office/officeart/2005/8/layout/hierarchy1"/>
    <dgm:cxn modelId="{509D5D2E-3DC2-4D2F-925A-E98392692E65}" type="presParOf" srcId="{1C51D886-4212-4972-B8E1-9B454F431C45}" destId="{E7D3D704-7C55-47AC-9CF4-0D401161861A}" srcOrd="2" destOrd="0" presId="urn:microsoft.com/office/officeart/2005/8/layout/hierarchy1"/>
    <dgm:cxn modelId="{04780023-FCB0-4269-B013-BDCF8430B808}" type="presParOf" srcId="{E7D3D704-7C55-47AC-9CF4-0D401161861A}" destId="{98990B67-B2DF-47A4-8DAA-629DA50FBBAA}" srcOrd="0" destOrd="0" presId="urn:microsoft.com/office/officeart/2005/8/layout/hierarchy1"/>
    <dgm:cxn modelId="{A843CAC8-DCDA-4B5E-853F-6984D21B5210}" type="presParOf" srcId="{98990B67-B2DF-47A4-8DAA-629DA50FBBAA}" destId="{B47183C5-BA39-465A-80FE-036DA81135CB}" srcOrd="0" destOrd="0" presId="urn:microsoft.com/office/officeart/2005/8/layout/hierarchy1"/>
    <dgm:cxn modelId="{6F68A17B-8FE9-4676-96AF-D084D6BDFA7B}" type="presParOf" srcId="{98990B67-B2DF-47A4-8DAA-629DA50FBBAA}" destId="{00A16A20-0894-4931-84F4-17FE3FB48C3C}" srcOrd="1" destOrd="0" presId="urn:microsoft.com/office/officeart/2005/8/layout/hierarchy1"/>
    <dgm:cxn modelId="{08CEB6EE-4438-4709-9D76-CC25EF240C5C}" type="presParOf" srcId="{E7D3D704-7C55-47AC-9CF4-0D401161861A}" destId="{28C73F0F-95CF-4B82-B86C-8D3E935B7695}" srcOrd="1" destOrd="0" presId="urn:microsoft.com/office/officeart/2005/8/layout/hierarchy1"/>
    <dgm:cxn modelId="{7430D881-C6AA-4EAA-8143-444D76444311}" type="presParOf" srcId="{1C51D886-4212-4972-B8E1-9B454F431C45}" destId="{B52E7850-D53E-4B8B-95DB-44D70B79BE57}" srcOrd="3" destOrd="0" presId="urn:microsoft.com/office/officeart/2005/8/layout/hierarchy1"/>
    <dgm:cxn modelId="{899709D4-9814-4990-9200-57B2DD74A2BC}" type="presParOf" srcId="{B52E7850-D53E-4B8B-95DB-44D70B79BE57}" destId="{C3789BEA-6698-4BD7-802F-F575FE6BDC4E}" srcOrd="0" destOrd="0" presId="urn:microsoft.com/office/officeart/2005/8/layout/hierarchy1"/>
    <dgm:cxn modelId="{84AA76F1-AE86-47E1-B0AB-2E0773FF5474}" type="presParOf" srcId="{C3789BEA-6698-4BD7-802F-F575FE6BDC4E}" destId="{746A3902-6410-4204-B8FC-C938AC084E11}" srcOrd="0" destOrd="0" presId="urn:microsoft.com/office/officeart/2005/8/layout/hierarchy1"/>
    <dgm:cxn modelId="{FC96382A-82F3-46BD-9D50-5C16972BCDBC}" type="presParOf" srcId="{C3789BEA-6698-4BD7-802F-F575FE6BDC4E}" destId="{F2B3E366-6959-4391-8651-F06B79871475}" srcOrd="1" destOrd="0" presId="urn:microsoft.com/office/officeart/2005/8/layout/hierarchy1"/>
    <dgm:cxn modelId="{A20C2C20-4693-4587-A0DB-94B4DFA79008}" type="presParOf" srcId="{B52E7850-D53E-4B8B-95DB-44D70B79BE57}" destId="{5556B3F3-A2DC-4D71-B59E-5FD7B0AE492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262C1A-DE07-48E7-81C9-D1CFFB167823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622325-623C-4058-ADE1-0F5CA3D33AF7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500" kern="1200"/>
            <a:t>Egytetlen értéket tárolnak</a:t>
          </a:r>
          <a:endParaRPr lang="en-US" sz="2500" kern="1200"/>
        </a:p>
      </dsp:txBody>
      <dsp:txXfrm>
        <a:off x="299702" y="1282093"/>
        <a:ext cx="2200851" cy="1366505"/>
      </dsp:txXfrm>
    </dsp:sp>
    <dsp:sp modelId="{BD3314AD-210A-4FF6-A825-F0A19C27A585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A99CE0-72CC-4761-AB58-CBBF896C1251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500" kern="1200" dirty="0" err="1"/>
            <a:t>Például</a:t>
          </a:r>
          <a:r>
            <a:rPr lang="en-DE" sz="2500" kern="1200" dirty="0"/>
            <a:t>: </a:t>
          </a:r>
          <a:br>
            <a:rPr lang="en-DE" sz="2500" kern="1200" dirty="0"/>
          </a:br>
          <a:r>
            <a:rPr lang="en-DE" sz="2500" kern="1200" dirty="0"/>
            <a:t>int, double, char, bool</a:t>
          </a:r>
          <a:endParaRPr lang="en-US" sz="2500" kern="1200" dirty="0"/>
        </a:p>
      </dsp:txBody>
      <dsp:txXfrm>
        <a:off x="3093555" y="1282093"/>
        <a:ext cx="2200851" cy="1366505"/>
      </dsp:txXfrm>
    </dsp:sp>
    <dsp:sp modelId="{8150F591-E94C-4057-BB16-4B25FB2402AD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C7374-BA7F-4002-9582-E70A50900411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500" kern="1200"/>
            <a:t>Gyors és egyszerű műveletek</a:t>
          </a:r>
          <a:endParaRPr lang="en-US" sz="2500" kern="1200"/>
        </a:p>
      </dsp:txBody>
      <dsp:txXfrm>
        <a:off x="5887408" y="1282093"/>
        <a:ext cx="2200851" cy="1366505"/>
      </dsp:txXfrm>
    </dsp:sp>
    <dsp:sp modelId="{4FB63525-1C6F-402A-B0EB-F58BD5C1DA4A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E4B770-B22A-4ACE-9BED-F436A59A2E36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500" kern="1200"/>
            <a:t>Gyakran használjuk számításoknál</a:t>
          </a:r>
          <a:endParaRPr lang="en-US" sz="2500" kern="1200"/>
        </a:p>
      </dsp:txBody>
      <dsp:txXfrm>
        <a:off x="8681261" y="1282093"/>
        <a:ext cx="2200851" cy="13665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7D170F-2608-4574-917C-46ED82814C32}">
      <dsp:nvSpPr>
        <dsp:cNvPr id="0" name=""/>
        <dsp:cNvSpPr/>
      </dsp:nvSpPr>
      <dsp:spPr>
        <a:xfrm>
          <a:off x="0" y="27062"/>
          <a:ext cx="10927829" cy="8353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400" kern="1200"/>
            <a:t>Változó létrehozása típus megadásával</a:t>
          </a:r>
          <a:endParaRPr lang="en-US" sz="3400" kern="1200"/>
        </a:p>
      </dsp:txBody>
      <dsp:txXfrm>
        <a:off x="40780" y="67842"/>
        <a:ext cx="10846269" cy="753820"/>
      </dsp:txXfrm>
    </dsp:sp>
    <dsp:sp modelId="{7260E8B5-D36A-485E-9F01-2E56E45CC31A}">
      <dsp:nvSpPr>
        <dsp:cNvPr id="0" name=""/>
        <dsp:cNvSpPr/>
      </dsp:nvSpPr>
      <dsp:spPr>
        <a:xfrm>
          <a:off x="0" y="960362"/>
          <a:ext cx="10927829" cy="83538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400" kern="1200"/>
            <a:t>Pl. “int num = 10;”</a:t>
          </a:r>
          <a:endParaRPr lang="en-US" sz="3400" kern="1200"/>
        </a:p>
      </dsp:txBody>
      <dsp:txXfrm>
        <a:off x="40780" y="1001142"/>
        <a:ext cx="10846269" cy="753820"/>
      </dsp:txXfrm>
    </dsp:sp>
    <dsp:sp modelId="{1805BE35-955A-435F-BA5F-04412CEF3B2F}">
      <dsp:nvSpPr>
        <dsp:cNvPr id="0" name=""/>
        <dsp:cNvSpPr/>
      </dsp:nvSpPr>
      <dsp:spPr>
        <a:xfrm>
          <a:off x="0" y="1893662"/>
          <a:ext cx="10927829" cy="83538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400" kern="1200"/>
            <a:t>Típustól függ az értéktartomány</a:t>
          </a:r>
          <a:endParaRPr lang="en-US" sz="3400" kern="1200"/>
        </a:p>
      </dsp:txBody>
      <dsp:txXfrm>
        <a:off x="40780" y="1934442"/>
        <a:ext cx="10846269" cy="753820"/>
      </dsp:txXfrm>
    </dsp:sp>
    <dsp:sp modelId="{31F7D74A-7E7D-4456-A5AC-2E11C29759EC}">
      <dsp:nvSpPr>
        <dsp:cNvPr id="0" name=""/>
        <dsp:cNvSpPr/>
      </dsp:nvSpPr>
      <dsp:spPr>
        <a:xfrm>
          <a:off x="0" y="2826962"/>
          <a:ext cx="10927829" cy="8353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400" kern="1200"/>
            <a:t>Például az int típusnak -2.147 milliárdtól 2.147 milliárdig</a:t>
          </a:r>
          <a:endParaRPr lang="en-US" sz="3400" kern="1200"/>
        </a:p>
      </dsp:txBody>
      <dsp:txXfrm>
        <a:off x="40780" y="2867742"/>
        <a:ext cx="10846269" cy="7538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BD8AED-AFCA-4204-A1AB-B7405AF12EA9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8FAF9-33C2-4FF1-B3BC-A0A1A299197B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200" kern="1200"/>
            <a:t>Több adat tárolása</a:t>
          </a:r>
          <a:endParaRPr lang="en-US" sz="2200" kern="1200"/>
        </a:p>
      </dsp:txBody>
      <dsp:txXfrm>
        <a:off x="299702" y="1282093"/>
        <a:ext cx="2200851" cy="1366505"/>
      </dsp:txXfrm>
    </dsp:sp>
    <dsp:sp modelId="{75A1AD59-4D15-4936-8B8B-E81AE2390E10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6B765-36B1-4F95-9F14-76CDDB4D7038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200" kern="1200" dirty="0"/>
            <a:t>Pl. </a:t>
          </a:r>
          <a:r>
            <a:rPr lang="hu-HU" sz="2200" kern="1200" dirty="0"/>
            <a:t>T</a:t>
          </a:r>
          <a:r>
            <a:rPr lang="en-DE" sz="2200" kern="1200" dirty="0" err="1"/>
            <a:t>ömb</a:t>
          </a:r>
          <a:r>
            <a:rPr lang="en-DE" sz="2200" kern="1200" dirty="0"/>
            <a:t> (array), string, list</a:t>
          </a:r>
          <a:endParaRPr lang="en-US" sz="2200" kern="1200" dirty="0"/>
        </a:p>
      </dsp:txBody>
      <dsp:txXfrm>
        <a:off x="3093555" y="1282093"/>
        <a:ext cx="2200851" cy="1366505"/>
      </dsp:txXfrm>
    </dsp:sp>
    <dsp:sp modelId="{4215DB36-A9D5-48CB-9C91-CE2BCBA84E65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8C9974-EC09-4F4F-AEF6-E7C3CC34A22C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200" kern="1200"/>
            <a:t>Összetettebb az adatszerkezetük</a:t>
          </a:r>
          <a:endParaRPr lang="en-US" sz="2200" kern="1200"/>
        </a:p>
      </dsp:txBody>
      <dsp:txXfrm>
        <a:off x="5887408" y="1282093"/>
        <a:ext cx="2200851" cy="1366505"/>
      </dsp:txXfrm>
    </dsp:sp>
    <dsp:sp modelId="{965E92A2-B5DB-44E6-8E96-44CA87D1C034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607DF-9B88-4553-A48B-7FEF93305E57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200" kern="1200"/>
            <a:t>Több művelet végezhető velük</a:t>
          </a:r>
          <a:endParaRPr lang="en-US" sz="2200" kern="1200"/>
        </a:p>
      </dsp:txBody>
      <dsp:txXfrm>
        <a:off x="8681261" y="1282093"/>
        <a:ext cx="2200851" cy="13665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5540A1-4C8C-4DF5-91E3-5955401698B2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616ECF-5CB3-4004-A701-04B7CB02D115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200" kern="1200"/>
            <a:t>Matematikai műveletek (+,-,*,/)</a:t>
          </a:r>
          <a:endParaRPr lang="en-US" sz="2200" kern="1200"/>
        </a:p>
      </dsp:txBody>
      <dsp:txXfrm>
        <a:off x="299702" y="1282093"/>
        <a:ext cx="2200851" cy="1366505"/>
      </dsp:txXfrm>
    </dsp:sp>
    <dsp:sp modelId="{3DE22A34-E21A-45A8-889E-AA2ED8767007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9F895E-CFAB-46AB-9D1B-BCDB6F78B6B1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200" kern="1200"/>
            <a:t>Összehasonlítás (==, &lt;, &gt;)</a:t>
          </a:r>
          <a:endParaRPr lang="en-US" sz="2200" kern="1200"/>
        </a:p>
      </dsp:txBody>
      <dsp:txXfrm>
        <a:off x="3093555" y="1282093"/>
        <a:ext cx="2200851" cy="1366505"/>
      </dsp:txXfrm>
    </dsp:sp>
    <dsp:sp modelId="{B47183C5-BA39-465A-80FE-036DA81135CB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A16A20-0894-4931-84F4-17FE3FB48C3C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200" kern="1200"/>
            <a:t>Logikai műveletek (&amp;&amp;, ||)</a:t>
          </a:r>
          <a:endParaRPr lang="en-US" sz="2200" kern="1200"/>
        </a:p>
      </dsp:txBody>
      <dsp:txXfrm>
        <a:off x="5887408" y="1282093"/>
        <a:ext cx="2200851" cy="1366505"/>
      </dsp:txXfrm>
    </dsp:sp>
    <dsp:sp modelId="{746A3902-6410-4204-B8FC-C938AC084E11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B3E366-6959-4391-8651-F06B79871475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200" kern="1200"/>
            <a:t>String műveletek (összefűzés, “konkatenáció”)</a:t>
          </a:r>
          <a:endParaRPr lang="en-US" sz="2200" kern="1200"/>
        </a:p>
      </dsp:txBody>
      <dsp:txXfrm>
        <a:off x="8681261" y="1282093"/>
        <a:ext cx="2200851" cy="13665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8BDD13-4346-D900-B0D0-073B7B0C1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C7868DA-B323-49AB-9023-8DC3FB3BE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A53892E-BB8E-7200-896F-DC347EA66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332D-8363-4A02-9BFC-8F1DA82E06F4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16F44D9-A84A-1C26-3B9C-09EB73186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9B45C05-0CF9-8FE0-B37B-6D5814782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7502-A111-4A96-8A08-A939F9F1FD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352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9873EC-285B-C82D-4291-1EEB1DFF6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F302B3-79EF-C855-C44B-1C0E7FFA2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EB562A0-6FE7-A73A-1E35-E411720AE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332D-8363-4A02-9BFC-8F1DA82E06F4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28FBC51-55B5-3106-EE2E-F378E6CA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5BC74CC-3A01-A580-2834-138ED4661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7502-A111-4A96-8A08-A939F9F1FD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18236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388377-CEB7-3374-F776-4DDD398C5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4785806-9438-D6FB-8512-507483ABC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3612AFC-4045-7761-5E46-97FA3176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332D-8363-4A02-9BFC-8F1DA82E06F4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BFAE83F-5644-49B7-8775-6AEB1E64E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3D7978B-1881-B315-0B34-3A1F3DDE6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7502-A111-4A96-8A08-A939F9F1FD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9430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E3BEA8-52F7-1301-E7E8-B7BC50163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B2AB04A-7FF4-5962-0B99-3CD4E4BCB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CFDC398-318A-A010-4B23-0BA501D97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F6F0CA0-92DC-F81B-E62C-88695ECAF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332D-8363-4A02-9BFC-8F1DA82E06F4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CC73861-F2A6-ED90-B908-CB858056A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F7FE04D-2416-B015-63A1-E0C621DA8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7502-A111-4A96-8A08-A939F9F1FD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9115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93223D-F6F9-7330-52E2-7BE217A3F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21DE3A8-07F1-CAB0-A161-CE5B70625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7195F59-1BCF-9288-0AD7-E0A309D61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090C919A-EDB5-358C-DEC2-6F0510BF03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1753426-5419-505C-DE22-F697938815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3392F60D-E652-C9A5-C128-B0B4E5F18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332D-8363-4A02-9BFC-8F1DA82E06F4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E925910-4E82-9954-6658-E7509DE9A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28FA79E2-7B87-0C86-610F-36D1A4767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7502-A111-4A96-8A08-A939F9F1FD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5839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9B047B8-057E-7631-0849-21681EDD3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EFA4BDD6-CC4B-4817-3341-DE44C730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332D-8363-4A02-9BFC-8F1DA82E06F4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894E576-AE5E-693B-9626-B71510514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84FC2D4-9471-0EAE-3AF1-2C083099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7502-A111-4A96-8A08-A939F9F1FD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8185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B39F9163-C4D6-61D7-D4CF-F30BA95C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332D-8363-4A02-9BFC-8F1DA82E06F4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0609398-1068-5693-9E33-3C6C318CB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DE5B0E4-8633-0690-FDA1-478BD8DCB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7502-A111-4A96-8A08-A939F9F1FD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5135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8EA0E7-BDDB-FE60-66BB-3D3F31E44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4A2F293-CCB8-0CF3-E22F-5EA179FE3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0C73D76-7CDB-C573-B271-7AD9186CC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D71EE19-2B40-E2EA-A0D9-E43AE9320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332D-8363-4A02-9BFC-8F1DA82E06F4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A53CCF1-0210-4A19-7A93-B82CCF056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85C24B4-B7C6-3D45-0FA1-53497782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7502-A111-4A96-8A08-A939F9F1FD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6505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920D6E-A32D-4CBA-EF2E-859A553B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36975855-37BF-26F2-2A37-85F6FD39E7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1C7F7F2-6EDC-A7D4-4722-2C6CB6D0B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22D3A14-A31E-92BD-F6E0-1A2ADBF93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332D-8363-4A02-9BFC-8F1DA82E06F4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7F391F3-B2AB-EEC2-AC96-52E295D78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3E9EAD1-A26C-D7E3-C13A-080DCB3D7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7502-A111-4A96-8A08-A939F9F1FD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8898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C676A4-0196-CC63-C372-CC4F21C5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D383E1C-5AE4-7ACC-F594-795D2816F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CC613B2-3480-6F69-CE52-3E03D463A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332D-8363-4A02-9BFC-8F1DA82E06F4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91616B5-C824-1950-3A0E-54E9C316B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3873BC1-0018-8930-5505-7628CDD4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7502-A111-4A96-8A08-A939F9F1FD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5632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2233795-1FCE-B21D-4FFB-4B35D39901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E734CC2-B7AA-A060-9AF1-2C4B34875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75423FD-4B6E-941D-8162-3FF2CD8E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332D-8363-4A02-9BFC-8F1DA82E06F4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DEE209C-0991-0CF1-D812-C9A252A15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4441F53-AAB6-DB3E-0434-35A4F92F4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7502-A111-4A96-8A08-A939F9F1FD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055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32F51F6-D464-53A7-07F2-D48048C4F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AB50B69-F607-DF51-EECF-711E41668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22A0E1B-D113-BFC3-D180-14DAD8A54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D332D-8363-4A02-9BFC-8F1DA82E06F4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667B1FF-6FB5-01EF-DFE5-8675B977E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C7019AC-5F3A-CF69-45AE-679F3F02D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D7502-A111-4A96-8A08-A939F9F1FD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48122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/cs_operators.php" TargetMode="External"/><Relationship Id="rId2" Type="http://schemas.openxmlformats.org/officeDocument/2006/relationships/hyperlink" Target="https://chat.openai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file/d/1L6XGZLucEoVqIGVD1VHPqkVVS_eamGdy/view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915120E-5429-829F-6AA3-AAD2B2960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DE" sz="4800">
                <a:solidFill>
                  <a:srgbClr val="FFFFFF"/>
                </a:solidFill>
              </a:rPr>
              <a:t>Egyszerű és összetett adattípusok</a:t>
            </a:r>
            <a:endParaRPr lang="hu-HU" sz="480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4825270-C701-DE9B-F4DD-86AA92168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DE" sz="2200">
                <a:solidFill>
                  <a:srgbClr val="FFFFFF"/>
                </a:solidFill>
              </a:rPr>
              <a:t>Molek Tamás Sándor</a:t>
            </a:r>
          </a:p>
          <a:p>
            <a:r>
              <a:rPr lang="en-DE" sz="2200">
                <a:solidFill>
                  <a:srgbClr val="FFFFFF"/>
                </a:solidFill>
              </a:rPr>
              <a:t>12.E</a:t>
            </a:r>
            <a:endParaRPr lang="hu-HU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40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E673F7FB-E8AE-A63D-36DB-16D65305E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Egyszerű adattípusok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7" name="Tartalom helye 4">
            <a:extLst>
              <a:ext uri="{FF2B5EF4-FFF2-40B4-BE49-F238E27FC236}">
                <a16:creationId xmlns:a16="http://schemas.microsoft.com/office/drawing/2014/main" id="{D927FB03-F820-44FA-BF23-9FB26A3DF2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26716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085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221B7C9-C103-0B93-18D6-FEC821677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Deklaráció és értéktartomány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5D4429AE-5DDA-667F-0E5B-5D5F34D36C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093078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2273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77AED3D-EBFA-1DEE-BD58-10A0C49F0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Összetett adattípusok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66767449-F09B-2248-6329-83DC9DE24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210524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2025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D54B790-5986-68FB-CDDD-ADF1576C4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Lehetséges műveletek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21" name="Tartalom helye 2">
            <a:extLst>
              <a:ext uri="{FF2B5EF4-FFF2-40B4-BE49-F238E27FC236}">
                <a16:creationId xmlns:a16="http://schemas.microsoft.com/office/drawing/2014/main" id="{EB7D1055-C42D-AA3B-FBF2-941AA669DE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243458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670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45965F3-AD3C-05D6-33A2-A02EAEB10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Források</a:t>
            </a:r>
            <a:endParaRPr lang="hu-HU" sz="4000">
              <a:solidFill>
                <a:srgbClr val="FFFFFF"/>
              </a:solidFill>
            </a:endParaRPr>
          </a:p>
        </p:txBody>
      </p:sp>
      <p:sp>
        <p:nvSpPr>
          <p:cNvPr id="17" name="Tartalom helye 2">
            <a:extLst>
              <a:ext uri="{FF2B5EF4-FFF2-40B4-BE49-F238E27FC236}">
                <a16:creationId xmlns:a16="http://schemas.microsoft.com/office/drawing/2014/main" id="{E79FE80F-FFE8-6222-78EB-0A830C649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DE" dirty="0">
                <a:hlinkClick r:id="rId2"/>
              </a:rPr>
              <a:t>https://chat.openai.com/</a:t>
            </a:r>
            <a:endParaRPr lang="en-DE" dirty="0"/>
          </a:p>
          <a:p>
            <a:r>
              <a:rPr lang="en-DE" dirty="0">
                <a:hlinkClick r:id="rId3"/>
              </a:rPr>
              <a:t>https://www.w3schools.com/cs/cs_operators.php</a:t>
            </a:r>
            <a:r>
              <a:rPr lang="en-DE" dirty="0"/>
              <a:t> </a:t>
            </a:r>
          </a:p>
          <a:p>
            <a:r>
              <a:rPr lang="en-DE" dirty="0">
                <a:hlinkClick r:id="rId4"/>
              </a:rPr>
              <a:t>https://drive.google.com/file/d/1L6XGZLucEoVqIGVD1VHPqkVVS_eamGdy/view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96626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BFF84C4-A03A-17A3-6A5C-FF4AA1BAF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DE" sz="4800">
                <a:solidFill>
                  <a:srgbClr val="FFFFFF"/>
                </a:solidFill>
              </a:rPr>
              <a:t>Köszönöm a figyelmet!</a:t>
            </a:r>
            <a:endParaRPr lang="hu-HU" sz="480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425077C-3B29-400F-A256-BF844FDDF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361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148</Words>
  <Application>Microsoft Office PowerPoint</Application>
  <PresentationFormat>Szélesvásznú</PresentationFormat>
  <Paragraphs>28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Office-téma</vt:lpstr>
      <vt:lpstr>Egyszerű és összetett adattípusok</vt:lpstr>
      <vt:lpstr>Egyszerű adattípusok</vt:lpstr>
      <vt:lpstr>Deklaráció és értéktartomány</vt:lpstr>
      <vt:lpstr>Összetett adattípusok</vt:lpstr>
      <vt:lpstr>Lehetséges műveletek</vt:lpstr>
      <vt:lpstr>Források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4</cp:revision>
  <dcterms:created xsi:type="dcterms:W3CDTF">2026-03-12T19:47:27Z</dcterms:created>
  <dcterms:modified xsi:type="dcterms:W3CDTF">2026-03-12T20:19:32Z</dcterms:modified>
</cp:coreProperties>
</file>